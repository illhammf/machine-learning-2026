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061" r:id="rId3"/>
    <p:sldId id="258" r:id="rId4"/>
    <p:sldId id="259" r:id="rId5"/>
    <p:sldId id="260" r:id="rId6"/>
    <p:sldId id="261" r:id="rId7"/>
    <p:sldId id="262" r:id="rId8"/>
    <p:sldId id="263" r:id="rId9"/>
    <p:sldId id="264" r:id="rId10"/>
    <p:sldId id="265" r:id="rId11"/>
    <p:sldId id="266" r:id="rId12"/>
    <p:sldId id="267" r:id="rId13"/>
    <p:sldId id="268" r:id="rId14"/>
    <p:sldId id="2064" r:id="rId15"/>
    <p:sldId id="2063" r:id="rId16"/>
    <p:sldId id="2066" r:id="rId17"/>
    <p:sldId id="2062" r:id="rId18"/>
    <p:sldId id="269" r:id="rId19"/>
    <p:sldId id="270" r:id="rId20"/>
    <p:sldId id="271" r:id="rId21"/>
    <p:sldId id="272" r:id="rId22"/>
    <p:sldId id="2068" r:id="rId23"/>
    <p:sldId id="273"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jM0a54Xn6Q6do2JJxDMK28JNlff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38" name="Google Shape;23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a:extLst>
            <a:ext uri="{FF2B5EF4-FFF2-40B4-BE49-F238E27FC236}">
              <a16:creationId xmlns:a16="http://schemas.microsoft.com/office/drawing/2014/main" id="{F1F09718-3E7D-DBA6-610B-2ED409EA8466}"/>
            </a:ext>
          </a:extLst>
        </p:cNvPr>
        <p:cNvGrpSpPr/>
        <p:nvPr/>
      </p:nvGrpSpPr>
      <p:grpSpPr>
        <a:xfrm>
          <a:off x="0" y="0"/>
          <a:ext cx="0" cy="0"/>
          <a:chOff x="0" y="0"/>
          <a:chExt cx="0" cy="0"/>
        </a:xfrm>
      </p:grpSpPr>
      <p:sp>
        <p:nvSpPr>
          <p:cNvPr id="335" name="Google Shape;335;p14:notes">
            <a:extLst>
              <a:ext uri="{FF2B5EF4-FFF2-40B4-BE49-F238E27FC236}">
                <a16:creationId xmlns:a16="http://schemas.microsoft.com/office/drawing/2014/main" id="{B69D1A5B-AA67-1130-5195-89CFE1DA52E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6" name="Google Shape;336;p14:notes">
            <a:extLst>
              <a:ext uri="{FF2B5EF4-FFF2-40B4-BE49-F238E27FC236}">
                <a16:creationId xmlns:a16="http://schemas.microsoft.com/office/drawing/2014/main" id="{5B0D2C0F-282F-0551-481E-8D410A7785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68979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a:extLst>
            <a:ext uri="{FF2B5EF4-FFF2-40B4-BE49-F238E27FC236}">
              <a16:creationId xmlns:a16="http://schemas.microsoft.com/office/drawing/2014/main" id="{9E5F0DC9-FFA8-862E-AFC9-A0E4467984CD}"/>
            </a:ext>
          </a:extLst>
        </p:cNvPr>
        <p:cNvGrpSpPr/>
        <p:nvPr/>
      </p:nvGrpSpPr>
      <p:grpSpPr>
        <a:xfrm>
          <a:off x="0" y="0"/>
          <a:ext cx="0" cy="0"/>
          <a:chOff x="0" y="0"/>
          <a:chExt cx="0" cy="0"/>
        </a:xfrm>
      </p:grpSpPr>
      <p:sp>
        <p:nvSpPr>
          <p:cNvPr id="335" name="Google Shape;335;p14:notes">
            <a:extLst>
              <a:ext uri="{FF2B5EF4-FFF2-40B4-BE49-F238E27FC236}">
                <a16:creationId xmlns:a16="http://schemas.microsoft.com/office/drawing/2014/main" id="{7F9667E0-A3D3-AEB6-E577-FD0487D18C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6" name="Google Shape;336;p14:notes">
            <a:extLst>
              <a:ext uri="{FF2B5EF4-FFF2-40B4-BE49-F238E27FC236}">
                <a16:creationId xmlns:a16="http://schemas.microsoft.com/office/drawing/2014/main" id="{7E9D8F22-361D-9FE3-2DF7-3FCC496C1B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30153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a:extLst>
            <a:ext uri="{FF2B5EF4-FFF2-40B4-BE49-F238E27FC236}">
              <a16:creationId xmlns:a16="http://schemas.microsoft.com/office/drawing/2014/main" id="{6335FEAC-CC05-E703-33C5-F7260D01E803}"/>
            </a:ext>
          </a:extLst>
        </p:cNvPr>
        <p:cNvGrpSpPr/>
        <p:nvPr/>
      </p:nvGrpSpPr>
      <p:grpSpPr>
        <a:xfrm>
          <a:off x="0" y="0"/>
          <a:ext cx="0" cy="0"/>
          <a:chOff x="0" y="0"/>
          <a:chExt cx="0" cy="0"/>
        </a:xfrm>
      </p:grpSpPr>
      <p:sp>
        <p:nvSpPr>
          <p:cNvPr id="335" name="Google Shape;335;p14:notes">
            <a:extLst>
              <a:ext uri="{FF2B5EF4-FFF2-40B4-BE49-F238E27FC236}">
                <a16:creationId xmlns:a16="http://schemas.microsoft.com/office/drawing/2014/main" id="{1C472248-70A8-B364-8049-3E2EA5916C8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36" name="Google Shape;336;p14:notes">
            <a:extLst>
              <a:ext uri="{FF2B5EF4-FFF2-40B4-BE49-F238E27FC236}">
                <a16:creationId xmlns:a16="http://schemas.microsoft.com/office/drawing/2014/main" id="{1788F694-1CB9-7210-4983-E558C88C1B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0944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a:extLst>
            <a:ext uri="{FF2B5EF4-FFF2-40B4-BE49-F238E27FC236}">
              <a16:creationId xmlns:a16="http://schemas.microsoft.com/office/drawing/2014/main" id="{BF0CF71F-05DA-FB9C-9220-A6EB76E91CA6}"/>
            </a:ext>
          </a:extLst>
        </p:cNvPr>
        <p:cNvGrpSpPr/>
        <p:nvPr/>
      </p:nvGrpSpPr>
      <p:grpSpPr>
        <a:xfrm>
          <a:off x="0" y="0"/>
          <a:ext cx="0" cy="0"/>
          <a:chOff x="0" y="0"/>
          <a:chExt cx="0" cy="0"/>
        </a:xfrm>
      </p:grpSpPr>
      <p:sp>
        <p:nvSpPr>
          <p:cNvPr id="329" name="Google Shape;329;p13:notes">
            <a:extLst>
              <a:ext uri="{FF2B5EF4-FFF2-40B4-BE49-F238E27FC236}">
                <a16:creationId xmlns:a16="http://schemas.microsoft.com/office/drawing/2014/main" id="{C8ACA6DE-341F-9775-8367-BCAC15CC624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13:notes">
            <a:extLst>
              <a:ext uri="{FF2B5EF4-FFF2-40B4-BE49-F238E27FC236}">
                <a16:creationId xmlns:a16="http://schemas.microsoft.com/office/drawing/2014/main" id="{9FE55D20-BD79-1574-2974-EAAE115A6E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2413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a:extLst>
            <a:ext uri="{FF2B5EF4-FFF2-40B4-BE49-F238E27FC236}">
              <a16:creationId xmlns:a16="http://schemas.microsoft.com/office/drawing/2014/main" id="{EA6FC340-ACCB-8C7F-E879-84F97FBFF70C}"/>
            </a:ext>
          </a:extLst>
        </p:cNvPr>
        <p:cNvGrpSpPr/>
        <p:nvPr/>
      </p:nvGrpSpPr>
      <p:grpSpPr>
        <a:xfrm>
          <a:off x="0" y="0"/>
          <a:ext cx="0" cy="0"/>
          <a:chOff x="0" y="0"/>
          <a:chExt cx="0" cy="0"/>
        </a:xfrm>
      </p:grpSpPr>
      <p:sp>
        <p:nvSpPr>
          <p:cNvPr id="356" name="Google Shape;356;p17:notes">
            <a:extLst>
              <a:ext uri="{FF2B5EF4-FFF2-40B4-BE49-F238E27FC236}">
                <a16:creationId xmlns:a16="http://schemas.microsoft.com/office/drawing/2014/main" id="{CB038221-6AE8-15D6-3E15-91F41CAE219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17:notes">
            <a:extLst>
              <a:ext uri="{FF2B5EF4-FFF2-40B4-BE49-F238E27FC236}">
                <a16:creationId xmlns:a16="http://schemas.microsoft.com/office/drawing/2014/main" id="{1F5A8AB4-5D73-A7C0-E4DF-3AFA8FC4C6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15459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2">
  <p:cSld name="1_Cover 2">
    <p:spTree>
      <p:nvGrpSpPr>
        <p:cNvPr id="1" name="Shape 18"/>
        <p:cNvGrpSpPr/>
        <p:nvPr/>
      </p:nvGrpSpPr>
      <p:grpSpPr>
        <a:xfrm>
          <a:off x="0" y="0"/>
          <a:ext cx="0" cy="0"/>
          <a:chOff x="0" y="0"/>
          <a:chExt cx="0" cy="0"/>
        </a:xfrm>
      </p:grpSpPr>
      <p:sp>
        <p:nvSpPr>
          <p:cNvPr id="19" name="Google Shape;19;p20"/>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0" name="Google Shape;20;p20"/>
          <p:cNvSpPr>
            <a:spLocks noGrp="1"/>
          </p:cNvSpPr>
          <p:nvPr>
            <p:ph type="pic" idx="2"/>
          </p:nvPr>
        </p:nvSpPr>
        <p:spPr>
          <a:xfrm flipH="1">
            <a:off x="7384744" y="0"/>
            <a:ext cx="4807256" cy="6858000"/>
          </a:xfrm>
          <a:prstGeom prst="flowChartDelay">
            <a:avLst/>
          </a:prstGeom>
          <a:noFill/>
          <a:ln>
            <a:noFill/>
          </a:ln>
        </p:spPr>
      </p:sp>
      <p:grpSp>
        <p:nvGrpSpPr>
          <p:cNvPr id="21" name="Google Shape;21;p20"/>
          <p:cNvGrpSpPr/>
          <p:nvPr/>
        </p:nvGrpSpPr>
        <p:grpSpPr>
          <a:xfrm>
            <a:off x="159779" y="171572"/>
            <a:ext cx="1971606" cy="729735"/>
            <a:chOff x="648649" y="653143"/>
            <a:chExt cx="2138362" cy="791455"/>
          </a:xfrm>
        </p:grpSpPr>
        <p:sp>
          <p:nvSpPr>
            <p:cNvPr id="22" name="Google Shape;22;p20"/>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23" name="Google Shape;23;p20"/>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
        <p:nvSpPr>
          <p:cNvPr id="24" name="Google Shape;24;p20"/>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0"/>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0"/>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0"/>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8" name="Google Shape;28;p20"/>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opik (Sebelum UTS)">
  <p:cSld name="Topik (Sebelum UTS)">
    <p:spTree>
      <p:nvGrpSpPr>
        <p:cNvPr id="1" name="Shape 39"/>
        <p:cNvGrpSpPr/>
        <p:nvPr/>
      </p:nvGrpSpPr>
      <p:grpSpPr>
        <a:xfrm>
          <a:off x="0" y="0"/>
          <a:ext cx="0" cy="0"/>
          <a:chOff x="0" y="0"/>
          <a:chExt cx="0" cy="0"/>
        </a:xfrm>
      </p:grpSpPr>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41" name="Google Shape;41;p22"/>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42" name="Google Shape;42;p22"/>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22"/>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EB7020"/>
                </a:solidFill>
                <a:latin typeface="Twentieth Century"/>
                <a:ea typeface="Twentieth Century"/>
                <a:cs typeface="Twentieth Century"/>
                <a:sym typeface="Twentieth Century"/>
              </a:rPr>
              <a:t>Sesi 1</a:t>
            </a:r>
            <a:endParaRPr/>
          </a:p>
        </p:txBody>
      </p:sp>
      <p:sp>
        <p:nvSpPr>
          <p:cNvPr id="44" name="Google Shape;44;p22"/>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5" name="Google Shape;45;p22"/>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2"/>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2</a:t>
            </a:r>
            <a:endParaRPr/>
          </a:p>
        </p:txBody>
      </p:sp>
      <p:sp>
        <p:nvSpPr>
          <p:cNvPr id="47" name="Google Shape;47;p22"/>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8" name="Google Shape;48;p22"/>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p:nvPr/>
        </p:nvSpPr>
        <p:spPr>
          <a:xfrm>
            <a:off x="6387656"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3</a:t>
            </a:r>
            <a:endParaRPr/>
          </a:p>
        </p:txBody>
      </p:sp>
      <p:sp>
        <p:nvSpPr>
          <p:cNvPr id="50" name="Google Shape;50;p22"/>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1" name="Google Shape;51;p22"/>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2"/>
          <p:cNvSpPr txBox="1"/>
          <p:nvPr/>
        </p:nvSpPr>
        <p:spPr>
          <a:xfrm>
            <a:off x="9179561"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4</a:t>
            </a:r>
            <a:endParaRPr/>
          </a:p>
        </p:txBody>
      </p:sp>
      <p:sp>
        <p:nvSpPr>
          <p:cNvPr id="53" name="Google Shape;53;p22"/>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4" name="Google Shape;54;p22"/>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p:nvPr/>
        </p:nvSpPr>
        <p:spPr>
          <a:xfrm>
            <a:off x="801277"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5</a:t>
            </a:r>
            <a:endParaRPr/>
          </a:p>
        </p:txBody>
      </p:sp>
      <p:sp>
        <p:nvSpPr>
          <p:cNvPr id="56" name="Google Shape;56;p22"/>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7" name="Google Shape;57;p22"/>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2"/>
          <p:cNvSpPr txBox="1"/>
          <p:nvPr/>
        </p:nvSpPr>
        <p:spPr>
          <a:xfrm>
            <a:off x="3593182"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6</a:t>
            </a:r>
            <a:endParaRPr/>
          </a:p>
        </p:txBody>
      </p:sp>
      <p:sp>
        <p:nvSpPr>
          <p:cNvPr id="59" name="Google Shape;59;p22"/>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0" name="Google Shape;60;p22"/>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22"/>
          <p:cNvSpPr txBox="1"/>
          <p:nvPr/>
        </p:nvSpPr>
        <p:spPr>
          <a:xfrm>
            <a:off x="6387656"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7</a:t>
            </a:r>
            <a:endParaRPr/>
          </a:p>
        </p:txBody>
      </p:sp>
      <p:sp>
        <p:nvSpPr>
          <p:cNvPr id="62" name="Google Shape;62;p22"/>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3" name="Google Shape;63;p22"/>
          <p:cNvSpPr txBox="1"/>
          <p:nvPr/>
        </p:nvSpPr>
        <p:spPr>
          <a:xfrm>
            <a:off x="9179561" y="4139355"/>
            <a:ext cx="188276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Tengah</a:t>
            </a:r>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64" name="Google Shape;64;p22"/>
          <p:cNvSpPr/>
          <p:nvPr/>
        </p:nvSpPr>
        <p:spPr>
          <a:xfrm>
            <a:off x="571756" y="804529"/>
            <a:ext cx="382489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wentieth Century"/>
                <a:ea typeface="Twentieth Century"/>
                <a:cs typeface="Twentieth Century"/>
                <a:sym typeface="Twentieth Century"/>
              </a:rPr>
              <a:t>Topik Sebelum UTS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pik (Sebelum UAS)">
  <p:cSld name="Topik (Sebelum UAS)">
    <p:spTree>
      <p:nvGrpSpPr>
        <p:cNvPr id="1" name="Shape 65"/>
        <p:cNvGrpSpPr/>
        <p:nvPr/>
      </p:nvGrpSpPr>
      <p:grpSpPr>
        <a:xfrm>
          <a:off x="0" y="0"/>
          <a:ext cx="0" cy="0"/>
          <a:chOff x="0" y="0"/>
          <a:chExt cx="0" cy="0"/>
        </a:xfrm>
      </p:grpSpPr>
      <p:sp>
        <p:nvSpPr>
          <p:cNvPr id="66" name="Google Shape;6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67" name="Google Shape;67;p23"/>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8" name="Google Shape;68;p23"/>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3"/>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8</a:t>
            </a:r>
            <a:endParaRPr/>
          </a:p>
        </p:txBody>
      </p:sp>
      <p:sp>
        <p:nvSpPr>
          <p:cNvPr id="70" name="Google Shape;70;p23"/>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1" name="Google Shape;71;p23"/>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23"/>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9</a:t>
            </a:r>
            <a:endParaRPr/>
          </a:p>
        </p:txBody>
      </p:sp>
      <p:sp>
        <p:nvSpPr>
          <p:cNvPr id="73" name="Google Shape;73;p23"/>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4" name="Google Shape;74;p23"/>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3"/>
          <p:cNvSpPr txBox="1"/>
          <p:nvPr/>
        </p:nvSpPr>
        <p:spPr>
          <a:xfrm>
            <a:off x="6387656"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10</a:t>
            </a:r>
            <a:endParaRPr/>
          </a:p>
        </p:txBody>
      </p:sp>
      <p:sp>
        <p:nvSpPr>
          <p:cNvPr id="76" name="Google Shape;76;p23"/>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7" name="Google Shape;77;p23"/>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3"/>
          <p:cNvSpPr txBox="1"/>
          <p:nvPr/>
        </p:nvSpPr>
        <p:spPr>
          <a:xfrm>
            <a:off x="9179561"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11</a:t>
            </a:r>
            <a:endParaRPr/>
          </a:p>
        </p:txBody>
      </p:sp>
      <p:sp>
        <p:nvSpPr>
          <p:cNvPr id="79" name="Google Shape;79;p23"/>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0" name="Google Shape;80;p23"/>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3"/>
          <p:cNvSpPr txBox="1"/>
          <p:nvPr/>
        </p:nvSpPr>
        <p:spPr>
          <a:xfrm>
            <a:off x="801277"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12</a:t>
            </a:r>
            <a:endParaRPr/>
          </a:p>
        </p:txBody>
      </p:sp>
      <p:sp>
        <p:nvSpPr>
          <p:cNvPr id="82" name="Google Shape;82;p23"/>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3" name="Google Shape;83;p23"/>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3"/>
          <p:cNvSpPr txBox="1"/>
          <p:nvPr/>
        </p:nvSpPr>
        <p:spPr>
          <a:xfrm>
            <a:off x="3593182"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13</a:t>
            </a:r>
            <a:endParaRPr/>
          </a:p>
        </p:txBody>
      </p:sp>
      <p:sp>
        <p:nvSpPr>
          <p:cNvPr id="85" name="Google Shape;85;p23"/>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6" name="Google Shape;86;p23"/>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63636"/>
              </a:buClr>
              <a:buSzPts val="1600"/>
              <a:buNone/>
              <a:defRPr sz="1600">
                <a:solidFill>
                  <a:srgbClr val="36363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p:nvPr/>
        </p:nvSpPr>
        <p:spPr>
          <a:xfrm>
            <a:off x="6387656"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14</a:t>
            </a:r>
            <a:endParaRPr/>
          </a:p>
        </p:txBody>
      </p:sp>
      <p:sp>
        <p:nvSpPr>
          <p:cNvPr id="88" name="Google Shape;88;p23"/>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9" name="Google Shape;89;p23"/>
          <p:cNvSpPr txBox="1"/>
          <p:nvPr/>
        </p:nvSpPr>
        <p:spPr>
          <a:xfrm>
            <a:off x="9179561" y="4139355"/>
            <a:ext cx="164660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Akhir</a:t>
            </a:r>
            <a:endParaRPr sz="2400" b="1">
              <a:solidFill>
                <a:schemeClr val="lt1"/>
              </a:solidFill>
              <a:latin typeface="Twentieth Century"/>
              <a:ea typeface="Twentieth Century"/>
              <a:cs typeface="Twentieth Century"/>
              <a:sym typeface="Twentieth Century"/>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90" name="Google Shape;90;p23"/>
          <p:cNvSpPr/>
          <p:nvPr/>
        </p:nvSpPr>
        <p:spPr>
          <a:xfrm>
            <a:off x="571756" y="804529"/>
            <a:ext cx="391184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1"/>
                </a:solidFill>
                <a:latin typeface="Twentieth Century"/>
                <a:ea typeface="Twentieth Century"/>
                <a:cs typeface="Twentieth Century"/>
                <a:sym typeface="Twentieth Century"/>
              </a:rPr>
              <a:t>Topik Sebelum UAS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ujuan Pembelajaran">
  <p:cSld name="1_Tujuan Pembelajaran">
    <p:spTree>
      <p:nvGrpSpPr>
        <p:cNvPr id="1" name="Shape 91"/>
        <p:cNvGrpSpPr/>
        <p:nvPr/>
      </p:nvGrpSpPr>
      <p:grpSpPr>
        <a:xfrm>
          <a:off x="0" y="0"/>
          <a:ext cx="0" cy="0"/>
          <a:chOff x="0" y="0"/>
          <a:chExt cx="0" cy="0"/>
        </a:xfrm>
      </p:grpSpPr>
      <p:sp>
        <p:nvSpPr>
          <p:cNvPr id="92" name="Google Shape;92;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93" name="Google Shape;93;p24"/>
          <p:cNvGrpSpPr/>
          <p:nvPr/>
        </p:nvGrpSpPr>
        <p:grpSpPr>
          <a:xfrm>
            <a:off x="753475" y="1125069"/>
            <a:ext cx="6438605" cy="769441"/>
            <a:chOff x="753475" y="569942"/>
            <a:chExt cx="6438605" cy="769441"/>
          </a:xfrm>
        </p:grpSpPr>
        <p:sp>
          <p:nvSpPr>
            <p:cNvPr id="94" name="Google Shape;94;p24"/>
            <p:cNvSpPr/>
            <p:nvPr/>
          </p:nvSpPr>
          <p:spPr>
            <a:xfrm>
              <a:off x="1282044" y="716437"/>
              <a:ext cx="5910035"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5" name="Google Shape;95;p24"/>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6" name="Google Shape;96;p24"/>
            <p:cNvSpPr/>
            <p:nvPr/>
          </p:nvSpPr>
          <p:spPr>
            <a:xfrm>
              <a:off x="1654410" y="569942"/>
              <a:ext cx="553767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Capaian Pembelajaran</a:t>
              </a:r>
              <a:endParaRPr sz="4400" b="1">
                <a:solidFill>
                  <a:schemeClr val="accent3"/>
                </a:solidFill>
                <a:latin typeface="Twentieth Century"/>
                <a:ea typeface="Twentieth Century"/>
                <a:cs typeface="Twentieth Century"/>
                <a:sym typeface="Twentieth Century"/>
              </a:endParaRPr>
            </a:p>
          </p:txBody>
        </p:sp>
        <p:pic>
          <p:nvPicPr>
            <p:cNvPr id="97" name="Google Shape;97;p24"/>
            <p:cNvPicPr preferRelativeResize="0"/>
            <p:nvPr/>
          </p:nvPicPr>
          <p:blipFill rotWithShape="1">
            <a:blip r:embed="rId2">
              <a:alphaModFix/>
            </a:blip>
            <a:srcRect/>
            <a:stretch/>
          </p:blipFill>
          <p:spPr>
            <a:xfrm>
              <a:off x="753475" y="649446"/>
              <a:ext cx="791900" cy="632821"/>
            </a:xfrm>
            <a:prstGeom prst="rect">
              <a:avLst/>
            </a:prstGeom>
            <a:noFill/>
            <a:ln>
              <a:noFill/>
            </a:ln>
          </p:spPr>
        </p:pic>
      </p:grpSp>
      <p:sp>
        <p:nvSpPr>
          <p:cNvPr id="98" name="Google Shape;98;p24"/>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 Topic 2">
  <p:cSld name="Sub Topic 2">
    <p:spTree>
      <p:nvGrpSpPr>
        <p:cNvPr id="1" name="Shape 99"/>
        <p:cNvGrpSpPr/>
        <p:nvPr/>
      </p:nvGrpSpPr>
      <p:grpSpPr>
        <a:xfrm>
          <a:off x="0" y="0"/>
          <a:ext cx="0" cy="0"/>
          <a:chOff x="0" y="0"/>
          <a:chExt cx="0" cy="0"/>
        </a:xfrm>
      </p:grpSpPr>
      <p:sp>
        <p:nvSpPr>
          <p:cNvPr id="100" name="Google Shape;100;p25"/>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01" name="Google Shape;101;p25"/>
          <p:cNvSpPr txBox="1">
            <a:spLocks noGrp="1"/>
          </p:cNvSpPr>
          <p:nvPr>
            <p:ph type="ctrTitle"/>
          </p:nvPr>
        </p:nvSpPr>
        <p:spPr>
          <a:xfrm>
            <a:off x="5824603" y="2217851"/>
            <a:ext cx="5529197" cy="192064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03" name="Google Shape;103;p25"/>
          <p:cNvSpPr>
            <a:spLocks noGrp="1"/>
          </p:cNvSpPr>
          <p:nvPr>
            <p:ph type="pic" idx="2"/>
          </p:nvPr>
        </p:nvSpPr>
        <p:spPr>
          <a:xfrm>
            <a:off x="0" y="499621"/>
            <a:ext cx="5316718" cy="5856730"/>
          </a:xfrm>
          <a:prstGeom prst="flowChartDelay">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1">
  <p:cSld name="Picture with Caption 1">
    <p:spTree>
      <p:nvGrpSpPr>
        <p:cNvPr id="1" name="Shape 104"/>
        <p:cNvGrpSpPr/>
        <p:nvPr/>
      </p:nvGrpSpPr>
      <p:grpSpPr>
        <a:xfrm>
          <a:off x="0" y="0"/>
          <a:ext cx="0" cy="0"/>
          <a:chOff x="0" y="0"/>
          <a:chExt cx="0" cy="0"/>
        </a:xfrm>
      </p:grpSpPr>
      <p:sp>
        <p:nvSpPr>
          <p:cNvPr id="105" name="Google Shape;105;p26"/>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06" name="Google Shape;106;p26"/>
          <p:cNvSpPr>
            <a:spLocks noGrp="1"/>
          </p:cNvSpPr>
          <p:nvPr>
            <p:ph type="pic" idx="2"/>
          </p:nvPr>
        </p:nvSpPr>
        <p:spPr>
          <a:xfrm>
            <a:off x="5183188" y="1107481"/>
            <a:ext cx="5900448" cy="4800705"/>
          </a:xfrm>
          <a:prstGeom prst="rect">
            <a:avLst/>
          </a:prstGeom>
          <a:noFill/>
          <a:ln>
            <a:noFill/>
          </a:ln>
        </p:spPr>
      </p:sp>
      <p:sp>
        <p:nvSpPr>
          <p:cNvPr id="107" name="Google Shape;10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08" name="Google Shape;108;p26"/>
          <p:cNvSpPr txBox="1">
            <a:spLocks noGrp="1"/>
          </p:cNvSpPr>
          <p:nvPr>
            <p:ph type="title"/>
          </p:nvPr>
        </p:nvSpPr>
        <p:spPr>
          <a:xfrm>
            <a:off x="802081" y="886379"/>
            <a:ext cx="3751066" cy="12181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C000"/>
              </a:buClr>
              <a:buSzPts val="3200"/>
              <a:buFont typeface="Twentieth Century"/>
              <a:buNone/>
              <a:defRPr sz="3200">
                <a:solidFill>
                  <a:srgbClr val="FFC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26"/>
          <p:cNvSpPr txBox="1">
            <a:spLocks noGrp="1"/>
          </p:cNvSpPr>
          <p:nvPr>
            <p:ph type="body" idx="1"/>
          </p:nvPr>
        </p:nvSpPr>
        <p:spPr>
          <a:xfrm>
            <a:off x="802081" y="2264241"/>
            <a:ext cx="3751066"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000"/>
              <a:buNone/>
              <a:defRPr sz="2000">
                <a:solidFill>
                  <a:schemeClr val="lt1"/>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110"/>
        <p:cNvGrpSpPr/>
        <p:nvPr/>
      </p:nvGrpSpPr>
      <p:grpSpPr>
        <a:xfrm>
          <a:off x="0" y="0"/>
          <a:ext cx="0" cy="0"/>
          <a:chOff x="0" y="0"/>
          <a:chExt cx="0" cy="0"/>
        </a:xfrm>
      </p:grpSpPr>
      <p:sp>
        <p:nvSpPr>
          <p:cNvPr id="111" name="Google Shape;111;p27"/>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2" name="Google Shape;112;p27"/>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enutup">
  <p:cSld name="Penutup">
    <p:spTree>
      <p:nvGrpSpPr>
        <p:cNvPr id="1" name="Shape 114"/>
        <p:cNvGrpSpPr/>
        <p:nvPr/>
      </p:nvGrpSpPr>
      <p:grpSpPr>
        <a:xfrm>
          <a:off x="0" y="0"/>
          <a:ext cx="0" cy="0"/>
          <a:chOff x="0" y="0"/>
          <a:chExt cx="0" cy="0"/>
        </a:xfrm>
      </p:grpSpPr>
      <p:pic>
        <p:nvPicPr>
          <p:cNvPr id="115" name="Google Shape;115;p28" descr="Business people  clapping their hands at the meeting Premium Photo"/>
          <p:cNvPicPr preferRelativeResize="0"/>
          <p:nvPr/>
        </p:nvPicPr>
        <p:blipFill rotWithShape="1">
          <a:blip r:embed="rId2">
            <a:alphaModFix/>
          </a:blip>
          <a:srcRect r="8529"/>
          <a:stretch/>
        </p:blipFill>
        <p:spPr>
          <a:xfrm>
            <a:off x="2790216" y="-5350"/>
            <a:ext cx="9401784" cy="6863350"/>
          </a:xfrm>
          <a:prstGeom prst="rect">
            <a:avLst/>
          </a:prstGeom>
          <a:noFill/>
          <a:ln>
            <a:noFill/>
          </a:ln>
        </p:spPr>
      </p:pic>
      <p:sp>
        <p:nvSpPr>
          <p:cNvPr id="116" name="Google Shape;116;p28"/>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17" name="Google Shape;117;p28"/>
          <p:cNvSpPr/>
          <p:nvPr/>
        </p:nvSpPr>
        <p:spPr>
          <a:xfrm>
            <a:off x="1500193" y="1347793"/>
            <a:ext cx="4162414" cy="4162414"/>
          </a:xfrm>
          <a:prstGeom prst="ellipse">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18" name="Google Shape;118;p28"/>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Twentieth Centur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19" name="Google Shape;119;p28"/>
          <p:cNvGrpSpPr/>
          <p:nvPr/>
        </p:nvGrpSpPr>
        <p:grpSpPr>
          <a:xfrm>
            <a:off x="159779" y="171572"/>
            <a:ext cx="1971606" cy="729735"/>
            <a:chOff x="648649" y="653143"/>
            <a:chExt cx="2138362" cy="791455"/>
          </a:xfrm>
        </p:grpSpPr>
        <p:sp>
          <p:nvSpPr>
            <p:cNvPr id="120" name="Google Shape;120;p28"/>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21" name="Google Shape;121;p28"/>
            <p:cNvPicPr preferRelativeResize="0"/>
            <p:nvPr/>
          </p:nvPicPr>
          <p:blipFill rotWithShape="1">
            <a:blip r:embed="rId3">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122"/>
        <p:cNvGrpSpPr/>
        <p:nvPr/>
      </p:nvGrpSpPr>
      <p:grpSpPr>
        <a:xfrm>
          <a:off x="0" y="0"/>
          <a:ext cx="0" cy="0"/>
          <a:chOff x="0" y="0"/>
          <a:chExt cx="0" cy="0"/>
        </a:xfrm>
      </p:grpSpPr>
      <p:sp>
        <p:nvSpPr>
          <p:cNvPr id="123" name="Google Shape;123;p29"/>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24" name="Google Shape;124;p29"/>
          <p:cNvSpPr>
            <a:spLocks noGrp="1"/>
          </p:cNvSpPr>
          <p:nvPr>
            <p:ph type="pic" idx="2"/>
          </p:nvPr>
        </p:nvSpPr>
        <p:spPr>
          <a:xfrm>
            <a:off x="0" y="814192"/>
            <a:ext cx="4509370" cy="5235878"/>
          </a:xfrm>
          <a:prstGeom prst="rect">
            <a:avLst/>
          </a:prstGeom>
          <a:noFill/>
          <a:ln>
            <a:noFill/>
          </a:ln>
        </p:spPr>
      </p:sp>
      <p:sp>
        <p:nvSpPr>
          <p:cNvPr id="125" name="Google Shape;12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126" name="Google Shape;126;p29"/>
          <p:cNvSpPr txBox="1">
            <a:spLocks noGrp="1"/>
          </p:cNvSpPr>
          <p:nvPr>
            <p:ph type="title"/>
          </p:nvPr>
        </p:nvSpPr>
        <p:spPr>
          <a:xfrm>
            <a:off x="4968465" y="161031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5400"/>
              <a:buFont typeface="Twentieth Century"/>
              <a:buNone/>
              <a:defRPr sz="5400" b="1">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29"/>
          <p:cNvSpPr txBox="1">
            <a:spLocks noGrp="1"/>
          </p:cNvSpPr>
          <p:nvPr>
            <p:ph type="body" idx="1"/>
          </p:nvPr>
        </p:nvSpPr>
        <p:spPr>
          <a:xfrm>
            <a:off x="4968465" y="453951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400"/>
              <a:buNone/>
              <a:defRPr sz="2400">
                <a:solidFill>
                  <a:srgbClr val="151515"/>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9"/>
          <p:cNvSpPr txBox="1">
            <a:spLocks noGrp="1"/>
          </p:cNvSpPr>
          <p:nvPr>
            <p:ph type="body" idx="3"/>
          </p:nvPr>
        </p:nvSpPr>
        <p:spPr>
          <a:xfrm>
            <a:off x="4968465" y="403445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9" name="Google Shape;129;p29"/>
          <p:cNvSpPr/>
          <p:nvPr/>
        </p:nvSpPr>
        <p:spPr>
          <a:xfrm>
            <a:off x="4968465" y="3811581"/>
            <a:ext cx="1659545" cy="45719"/>
          </a:xfrm>
          <a:prstGeom prst="roundRect">
            <a:avLst>
              <a:gd name="adj" fmla="val 16667"/>
            </a:avLst>
          </a:prstGeom>
          <a:solidFill>
            <a:srgbClr val="EC7C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0" name="Google Shape;130;p29"/>
          <p:cNvSpPr txBox="1">
            <a:spLocks noGrp="1"/>
          </p:cNvSpPr>
          <p:nvPr>
            <p:ph type="body" idx="4"/>
          </p:nvPr>
        </p:nvSpPr>
        <p:spPr>
          <a:xfrm>
            <a:off x="4968464" y="110526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ver 2">
  <p:cSld name="Cover 2">
    <p:spTree>
      <p:nvGrpSpPr>
        <p:cNvPr id="1" name="Shape 131"/>
        <p:cNvGrpSpPr/>
        <p:nvPr/>
      </p:nvGrpSpPr>
      <p:grpSpPr>
        <a:xfrm>
          <a:off x="0" y="0"/>
          <a:ext cx="0" cy="0"/>
          <a:chOff x="0" y="0"/>
          <a:chExt cx="0" cy="0"/>
        </a:xfrm>
      </p:grpSpPr>
      <p:sp>
        <p:nvSpPr>
          <p:cNvPr id="132" name="Google Shape;132;p30"/>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3" name="Google Shape;133;p30"/>
          <p:cNvSpPr>
            <a:spLocks noGrp="1"/>
          </p:cNvSpPr>
          <p:nvPr>
            <p:ph type="pic" idx="2"/>
          </p:nvPr>
        </p:nvSpPr>
        <p:spPr>
          <a:xfrm flipH="1">
            <a:off x="7384744" y="0"/>
            <a:ext cx="4807256" cy="6858000"/>
          </a:xfrm>
          <a:prstGeom prst="flowChartDelay">
            <a:avLst/>
          </a:prstGeom>
          <a:noFill/>
          <a:ln>
            <a:noFill/>
          </a:ln>
        </p:spPr>
      </p:sp>
      <p:grpSp>
        <p:nvGrpSpPr>
          <p:cNvPr id="134" name="Google Shape;134;p30"/>
          <p:cNvGrpSpPr/>
          <p:nvPr/>
        </p:nvGrpSpPr>
        <p:grpSpPr>
          <a:xfrm>
            <a:off x="159779" y="171572"/>
            <a:ext cx="1971606" cy="729735"/>
            <a:chOff x="648649" y="653143"/>
            <a:chExt cx="2138362" cy="791455"/>
          </a:xfrm>
        </p:grpSpPr>
        <p:sp>
          <p:nvSpPr>
            <p:cNvPr id="135" name="Google Shape;135;p30"/>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36" name="Google Shape;136;p30"/>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
        <p:nvSpPr>
          <p:cNvPr id="137" name="Google Shape;137;p30"/>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30"/>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9" name="Google Shape;139;p30"/>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0" name="Google Shape;140;p30"/>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1" name="Google Shape;141;p30"/>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endahuluan">
  <p:cSld name="Pendahuluan">
    <p:bg>
      <p:bgPr>
        <a:solidFill>
          <a:schemeClr val="lt1"/>
        </a:solidFill>
        <a:effectLst/>
      </p:bgPr>
    </p:bg>
    <p:spTree>
      <p:nvGrpSpPr>
        <p:cNvPr id="1" name="Shape 142"/>
        <p:cNvGrpSpPr/>
        <p:nvPr/>
      </p:nvGrpSpPr>
      <p:grpSpPr>
        <a:xfrm>
          <a:off x="0" y="0"/>
          <a:ext cx="0" cy="0"/>
          <a:chOff x="0" y="0"/>
          <a:chExt cx="0" cy="0"/>
        </a:xfrm>
      </p:grpSpPr>
      <p:sp>
        <p:nvSpPr>
          <p:cNvPr id="143" name="Google Shape;143;p31"/>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4" name="Google Shape;144;p31"/>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5" name="Google Shape;145;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46" name="Google Shape;146;p31"/>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7" name="Google Shape;147;p31"/>
          <p:cNvSpPr/>
          <p:nvPr/>
        </p:nvSpPr>
        <p:spPr>
          <a:xfrm>
            <a:off x="1654410" y="569942"/>
            <a:ext cx="3273525"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Pendahuluan</a:t>
            </a:r>
            <a:endParaRPr sz="4400" b="1">
              <a:solidFill>
                <a:schemeClr val="dk1"/>
              </a:solidFill>
              <a:latin typeface="Twentieth Century"/>
              <a:ea typeface="Twentieth Century"/>
              <a:cs typeface="Twentieth Century"/>
              <a:sym typeface="Twentieth Century"/>
            </a:endParaRPr>
          </a:p>
        </p:txBody>
      </p:sp>
      <p:pic>
        <p:nvPicPr>
          <p:cNvPr id="148" name="Google Shape;148;p31"/>
          <p:cNvPicPr preferRelativeResize="0"/>
          <p:nvPr/>
        </p:nvPicPr>
        <p:blipFill rotWithShape="1">
          <a:blip r:embed="rId2">
            <a:alphaModFix/>
          </a:blip>
          <a:srcRect/>
          <a:stretch/>
        </p:blipFill>
        <p:spPr>
          <a:xfrm>
            <a:off x="883077" y="544975"/>
            <a:ext cx="665176" cy="76237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ujuan Pembelajaran">
  <p:cSld name="Tujuan Pembelajaran">
    <p:spTree>
      <p:nvGrpSpPr>
        <p:cNvPr id="1" name="Shape 149"/>
        <p:cNvGrpSpPr/>
        <p:nvPr/>
      </p:nvGrpSpPr>
      <p:grpSpPr>
        <a:xfrm>
          <a:off x="0" y="0"/>
          <a:ext cx="0" cy="0"/>
          <a:chOff x="0" y="0"/>
          <a:chExt cx="0" cy="0"/>
        </a:xfrm>
      </p:grpSpPr>
      <p:sp>
        <p:nvSpPr>
          <p:cNvPr id="150" name="Google Shape;150;p32"/>
          <p:cNvSpPr/>
          <p:nvPr/>
        </p:nvSpPr>
        <p:spPr>
          <a:xfrm>
            <a:off x="1282044" y="716437"/>
            <a:ext cx="5910035"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1" name="Google Shape;151;p32"/>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53" name="Google Shape;153;p32"/>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4" name="Google Shape;154;p32"/>
          <p:cNvSpPr/>
          <p:nvPr/>
        </p:nvSpPr>
        <p:spPr>
          <a:xfrm>
            <a:off x="1654410" y="569942"/>
            <a:ext cx="553767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Capaian Pembelajaran</a:t>
            </a:r>
            <a:endParaRPr sz="4400" b="1">
              <a:solidFill>
                <a:schemeClr val="dk1"/>
              </a:solidFill>
              <a:latin typeface="Twentieth Century"/>
              <a:ea typeface="Twentieth Century"/>
              <a:cs typeface="Twentieth Century"/>
              <a:sym typeface="Twentieth Century"/>
            </a:endParaRPr>
          </a:p>
        </p:txBody>
      </p:sp>
      <p:pic>
        <p:nvPicPr>
          <p:cNvPr id="155" name="Google Shape;155;p32"/>
          <p:cNvPicPr preferRelativeResize="0"/>
          <p:nvPr/>
        </p:nvPicPr>
        <p:blipFill rotWithShape="1">
          <a:blip r:embed="rId2">
            <a:alphaModFix/>
          </a:blip>
          <a:srcRect/>
          <a:stretch/>
        </p:blipFill>
        <p:spPr>
          <a:xfrm>
            <a:off x="753475" y="649446"/>
            <a:ext cx="791900" cy="63282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Komponen Penilaian">
  <p:cSld name="Komponen Penilaian">
    <p:spTree>
      <p:nvGrpSpPr>
        <p:cNvPr id="1" name="Shape 156"/>
        <p:cNvGrpSpPr/>
        <p:nvPr/>
      </p:nvGrpSpPr>
      <p:grpSpPr>
        <a:xfrm>
          <a:off x="0" y="0"/>
          <a:ext cx="0" cy="0"/>
          <a:chOff x="0" y="0"/>
          <a:chExt cx="0" cy="0"/>
        </a:xfrm>
      </p:grpSpPr>
      <p:sp>
        <p:nvSpPr>
          <p:cNvPr id="157" name="Google Shape;157;p33"/>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8" name="Google Shape;158;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59" name="Google Shape;159;p33"/>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0" name="Google Shape;160;p33"/>
          <p:cNvSpPr/>
          <p:nvPr/>
        </p:nvSpPr>
        <p:spPr>
          <a:xfrm>
            <a:off x="1654410" y="569942"/>
            <a:ext cx="50687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Komponen Penilaian</a:t>
            </a:r>
            <a:endParaRPr sz="4400" b="1">
              <a:solidFill>
                <a:schemeClr val="dk1"/>
              </a:solidFill>
              <a:latin typeface="Twentieth Century"/>
              <a:ea typeface="Twentieth Century"/>
              <a:cs typeface="Twentieth Century"/>
              <a:sym typeface="Twentieth Century"/>
            </a:endParaRPr>
          </a:p>
        </p:txBody>
      </p:sp>
      <p:pic>
        <p:nvPicPr>
          <p:cNvPr id="161" name="Google Shape;161;p33"/>
          <p:cNvPicPr preferRelativeResize="0"/>
          <p:nvPr/>
        </p:nvPicPr>
        <p:blipFill rotWithShape="1">
          <a:blip r:embed="rId2">
            <a:alphaModFix/>
          </a:blip>
          <a:srcRect/>
          <a:stretch/>
        </p:blipFill>
        <p:spPr>
          <a:xfrm>
            <a:off x="921012" y="616587"/>
            <a:ext cx="589305" cy="67542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b Topic 1">
  <p:cSld name="Sub Topic 1">
    <p:spTree>
      <p:nvGrpSpPr>
        <p:cNvPr id="1" name="Shape 162"/>
        <p:cNvGrpSpPr/>
        <p:nvPr/>
      </p:nvGrpSpPr>
      <p:grpSpPr>
        <a:xfrm>
          <a:off x="0" y="0"/>
          <a:ext cx="0" cy="0"/>
          <a:chOff x="0" y="0"/>
          <a:chExt cx="0" cy="0"/>
        </a:xfrm>
      </p:grpSpPr>
      <p:sp>
        <p:nvSpPr>
          <p:cNvPr id="163" name="Google Shape;163;p34"/>
          <p:cNvSpPr txBox="1">
            <a:spLocks noGrp="1"/>
          </p:cNvSpPr>
          <p:nvPr>
            <p:ph type="ctrTitle"/>
          </p:nvPr>
        </p:nvSpPr>
        <p:spPr>
          <a:xfrm>
            <a:off x="1524000" y="824826"/>
            <a:ext cx="9144000" cy="176884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4" name="Google Shape;164;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65" name="Google Shape;165;p34"/>
          <p:cNvSpPr>
            <a:spLocks noGrp="1"/>
          </p:cNvSpPr>
          <p:nvPr>
            <p:ph type="pic" idx="2"/>
          </p:nvPr>
        </p:nvSpPr>
        <p:spPr>
          <a:xfrm>
            <a:off x="1524000" y="2843408"/>
            <a:ext cx="9144000" cy="3376417"/>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6"/>
        <p:cNvGrpSpPr/>
        <p:nvPr/>
      </p:nvGrpSpPr>
      <p:grpSpPr>
        <a:xfrm>
          <a:off x="0" y="0"/>
          <a:ext cx="0" cy="0"/>
          <a:chOff x="0" y="0"/>
          <a:chExt cx="0" cy="0"/>
        </a:xfrm>
      </p:grpSpPr>
      <p:sp>
        <p:nvSpPr>
          <p:cNvPr id="167" name="Google Shape;167;p35"/>
          <p:cNvSpPr txBox="1">
            <a:spLocks noGrp="1"/>
          </p:cNvSpPr>
          <p:nvPr>
            <p:ph type="title"/>
          </p:nvPr>
        </p:nvSpPr>
        <p:spPr>
          <a:xfrm>
            <a:off x="831850" y="1389699"/>
            <a:ext cx="10515600" cy="161792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35"/>
          <p:cNvSpPr txBox="1">
            <a:spLocks noGrp="1"/>
          </p:cNvSpPr>
          <p:nvPr>
            <p:ph type="body" idx="1"/>
          </p:nvPr>
        </p:nvSpPr>
        <p:spPr>
          <a:xfrm>
            <a:off x="831850" y="3185341"/>
            <a:ext cx="10515600" cy="1500187"/>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400"/>
              <a:buNone/>
              <a:defRPr sz="2400">
                <a:solidFill>
                  <a:srgbClr val="151515"/>
                </a:solidFill>
              </a:defRPr>
            </a:lvl1pPr>
            <a:lvl2pPr marL="914400" lvl="1" indent="-228600" algn="just">
              <a:lnSpc>
                <a:spcPct val="90000"/>
              </a:lnSpc>
              <a:spcBef>
                <a:spcPts val="500"/>
              </a:spcBef>
              <a:spcAft>
                <a:spcPts val="0"/>
              </a:spcAft>
              <a:buClr>
                <a:srgbClr val="889CC5"/>
              </a:buClr>
              <a:buSzPts val="2000"/>
              <a:buNone/>
              <a:defRPr sz="2000">
                <a:solidFill>
                  <a:srgbClr val="889CC5"/>
                </a:solidFill>
              </a:defRPr>
            </a:lvl2pPr>
            <a:lvl3pPr marL="1371600" lvl="2" indent="-228600" algn="just">
              <a:lnSpc>
                <a:spcPct val="90000"/>
              </a:lnSpc>
              <a:spcBef>
                <a:spcPts val="500"/>
              </a:spcBef>
              <a:spcAft>
                <a:spcPts val="0"/>
              </a:spcAft>
              <a:buClr>
                <a:srgbClr val="889CC5"/>
              </a:buClr>
              <a:buSzPts val="1800"/>
              <a:buNone/>
              <a:defRPr sz="1800">
                <a:solidFill>
                  <a:srgbClr val="889CC5"/>
                </a:solidFill>
              </a:defRPr>
            </a:lvl3pPr>
            <a:lvl4pPr marL="1828800" lvl="3" indent="-228600" algn="just">
              <a:lnSpc>
                <a:spcPct val="90000"/>
              </a:lnSpc>
              <a:spcBef>
                <a:spcPts val="500"/>
              </a:spcBef>
              <a:spcAft>
                <a:spcPts val="0"/>
              </a:spcAft>
              <a:buClr>
                <a:srgbClr val="889CC5"/>
              </a:buClr>
              <a:buSzPts val="1600"/>
              <a:buNone/>
              <a:defRPr sz="1600">
                <a:solidFill>
                  <a:srgbClr val="889CC5"/>
                </a:solidFill>
              </a:defRPr>
            </a:lvl4pPr>
            <a:lvl5pPr marL="2286000" lvl="4" indent="-228600" algn="just">
              <a:lnSpc>
                <a:spcPct val="90000"/>
              </a:lnSpc>
              <a:spcBef>
                <a:spcPts val="500"/>
              </a:spcBef>
              <a:spcAft>
                <a:spcPts val="0"/>
              </a:spcAft>
              <a:buClr>
                <a:srgbClr val="889CC5"/>
              </a:buClr>
              <a:buSzPts val="1600"/>
              <a:buNone/>
              <a:defRPr sz="1600">
                <a:solidFill>
                  <a:srgbClr val="889CC5"/>
                </a:solidFill>
              </a:defRPr>
            </a:lvl5pPr>
            <a:lvl6pPr marL="2743200" lvl="5" indent="-228600" algn="l">
              <a:lnSpc>
                <a:spcPct val="90000"/>
              </a:lnSpc>
              <a:spcBef>
                <a:spcPts val="500"/>
              </a:spcBef>
              <a:spcAft>
                <a:spcPts val="0"/>
              </a:spcAft>
              <a:buClr>
                <a:srgbClr val="889CC5"/>
              </a:buClr>
              <a:buSzPts val="1600"/>
              <a:buNone/>
              <a:defRPr sz="1600">
                <a:solidFill>
                  <a:srgbClr val="889CC5"/>
                </a:solidFill>
              </a:defRPr>
            </a:lvl6pPr>
            <a:lvl7pPr marL="3200400" lvl="6" indent="-228600" algn="l">
              <a:lnSpc>
                <a:spcPct val="90000"/>
              </a:lnSpc>
              <a:spcBef>
                <a:spcPts val="500"/>
              </a:spcBef>
              <a:spcAft>
                <a:spcPts val="0"/>
              </a:spcAft>
              <a:buClr>
                <a:srgbClr val="889CC5"/>
              </a:buClr>
              <a:buSzPts val="1600"/>
              <a:buNone/>
              <a:defRPr sz="1600">
                <a:solidFill>
                  <a:srgbClr val="889CC5"/>
                </a:solidFill>
              </a:defRPr>
            </a:lvl7pPr>
            <a:lvl8pPr marL="3657600" lvl="7" indent="-228600" algn="l">
              <a:lnSpc>
                <a:spcPct val="90000"/>
              </a:lnSpc>
              <a:spcBef>
                <a:spcPts val="500"/>
              </a:spcBef>
              <a:spcAft>
                <a:spcPts val="0"/>
              </a:spcAft>
              <a:buClr>
                <a:srgbClr val="889CC5"/>
              </a:buClr>
              <a:buSzPts val="1600"/>
              <a:buNone/>
              <a:defRPr sz="1600">
                <a:solidFill>
                  <a:srgbClr val="889CC5"/>
                </a:solidFill>
              </a:defRPr>
            </a:lvl8pPr>
            <a:lvl9pPr marL="4114800" lvl="8" indent="-228600" algn="l">
              <a:lnSpc>
                <a:spcPct val="90000"/>
              </a:lnSpc>
              <a:spcBef>
                <a:spcPts val="500"/>
              </a:spcBef>
              <a:spcAft>
                <a:spcPts val="0"/>
              </a:spcAft>
              <a:buClr>
                <a:srgbClr val="889CC5"/>
              </a:buClr>
              <a:buSzPts val="1600"/>
              <a:buNone/>
              <a:defRPr sz="1600">
                <a:solidFill>
                  <a:srgbClr val="889CC5"/>
                </a:solidFill>
              </a:defRPr>
            </a:lvl9pPr>
          </a:lstStyle>
          <a:p>
            <a:endParaRPr/>
          </a:p>
        </p:txBody>
      </p:sp>
      <p:sp>
        <p:nvSpPr>
          <p:cNvPr id="169" name="Google Shape;169;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1pPr>
            <a:lvl2pPr marL="0" lvl="1"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2pPr>
            <a:lvl3pPr marL="0" lvl="2"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3pPr>
            <a:lvl4pPr marL="0" lvl="3"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4pPr>
            <a:lvl5pPr marL="0" lvl="4"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5pPr>
            <a:lvl6pPr marL="0" lvl="5"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6pPr>
            <a:lvl7pPr marL="0" lvl="6"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7pPr>
            <a:lvl8pPr marL="0" lvl="7"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8pPr>
            <a:lvl9pPr marL="0" lvl="8" indent="0" algn="r">
              <a:lnSpc>
                <a:spcPct val="100000"/>
              </a:lnSpc>
              <a:spcBef>
                <a:spcPts val="0"/>
              </a:spcBef>
              <a:spcAft>
                <a:spcPts val="0"/>
              </a:spcAft>
              <a:buClr>
                <a:srgbClr val="889CC5"/>
              </a:buClr>
              <a:buSzPts val="1100"/>
              <a:buFont typeface="Twentieth Century"/>
              <a:buNone/>
              <a:defRPr sz="11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0"/>
        <p:cNvGrpSpPr/>
        <p:nvPr/>
      </p:nvGrpSpPr>
      <p:grpSpPr>
        <a:xfrm>
          <a:off x="0" y="0"/>
          <a:ext cx="0" cy="0"/>
          <a:chOff x="0" y="0"/>
          <a:chExt cx="0" cy="0"/>
        </a:xfrm>
      </p:grpSpPr>
      <p:sp>
        <p:nvSpPr>
          <p:cNvPr id="171" name="Google Shape;171;p36"/>
          <p:cNvSpPr txBox="1">
            <a:spLocks noGrp="1"/>
          </p:cNvSpPr>
          <p:nvPr>
            <p:ph type="title"/>
          </p:nvPr>
        </p:nvSpPr>
        <p:spPr>
          <a:xfrm>
            <a:off x="838200" y="2991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2" name="Google Shape;172;p3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3" name="Google Shape;173;p3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4" name="Google Shape;17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5"/>
        <p:cNvGrpSpPr/>
        <p:nvPr/>
      </p:nvGrpSpPr>
      <p:grpSpPr>
        <a:xfrm>
          <a:off x="0" y="0"/>
          <a:ext cx="0" cy="0"/>
          <a:chOff x="0" y="0"/>
          <a:chExt cx="0" cy="0"/>
        </a:xfrm>
      </p:grpSpPr>
      <p:sp>
        <p:nvSpPr>
          <p:cNvPr id="176" name="Google Shape;176;p3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37"/>
          <p:cNvSpPr txBox="1">
            <a:spLocks noGrp="1"/>
          </p:cNvSpPr>
          <p:nvPr>
            <p:ph type="body" idx="1"/>
          </p:nvPr>
        </p:nvSpPr>
        <p:spPr>
          <a:xfrm>
            <a:off x="839788" y="1772239"/>
            <a:ext cx="5157787"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151515"/>
              </a:buClr>
              <a:buSzPts val="2000"/>
              <a:buNone/>
              <a:defRPr sz="2000" b="1"/>
            </a:lvl2pPr>
            <a:lvl3pPr marL="1371600" lvl="2" indent="-228600" algn="just">
              <a:lnSpc>
                <a:spcPct val="90000"/>
              </a:lnSpc>
              <a:spcBef>
                <a:spcPts val="500"/>
              </a:spcBef>
              <a:spcAft>
                <a:spcPts val="0"/>
              </a:spcAft>
              <a:buClr>
                <a:srgbClr val="151515"/>
              </a:buClr>
              <a:buSzPts val="1800"/>
              <a:buNone/>
              <a:defRPr sz="1800" b="1"/>
            </a:lvl3pPr>
            <a:lvl4pPr marL="1828800" lvl="3" indent="-228600" algn="just">
              <a:lnSpc>
                <a:spcPct val="90000"/>
              </a:lnSpc>
              <a:spcBef>
                <a:spcPts val="500"/>
              </a:spcBef>
              <a:spcAft>
                <a:spcPts val="0"/>
              </a:spcAft>
              <a:buClr>
                <a:srgbClr val="151515"/>
              </a:buClr>
              <a:buSzPts val="1600"/>
              <a:buNone/>
              <a:defRPr sz="1600" b="1"/>
            </a:lvl4pPr>
            <a:lvl5pPr marL="2286000" lvl="4" indent="-228600" algn="just">
              <a:lnSpc>
                <a:spcPct val="90000"/>
              </a:lnSpc>
              <a:spcBef>
                <a:spcPts val="500"/>
              </a:spcBef>
              <a:spcAft>
                <a:spcPts val="0"/>
              </a:spcAft>
              <a:buClr>
                <a:srgbClr val="151515"/>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78" name="Google Shape;178;p3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9" name="Google Shape;179;p37"/>
          <p:cNvSpPr txBox="1">
            <a:spLocks noGrp="1"/>
          </p:cNvSpPr>
          <p:nvPr>
            <p:ph type="body" idx="3"/>
          </p:nvPr>
        </p:nvSpPr>
        <p:spPr>
          <a:xfrm>
            <a:off x="6172200" y="1772239"/>
            <a:ext cx="5183188"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151515"/>
              </a:buClr>
              <a:buSzPts val="2000"/>
              <a:buNone/>
              <a:defRPr sz="2000" b="1"/>
            </a:lvl2pPr>
            <a:lvl3pPr marL="1371600" lvl="2" indent="-228600" algn="just">
              <a:lnSpc>
                <a:spcPct val="90000"/>
              </a:lnSpc>
              <a:spcBef>
                <a:spcPts val="500"/>
              </a:spcBef>
              <a:spcAft>
                <a:spcPts val="0"/>
              </a:spcAft>
              <a:buClr>
                <a:srgbClr val="151515"/>
              </a:buClr>
              <a:buSzPts val="1800"/>
              <a:buNone/>
              <a:defRPr sz="1800" b="1"/>
            </a:lvl3pPr>
            <a:lvl4pPr marL="1828800" lvl="3" indent="-228600" algn="just">
              <a:lnSpc>
                <a:spcPct val="90000"/>
              </a:lnSpc>
              <a:spcBef>
                <a:spcPts val="500"/>
              </a:spcBef>
              <a:spcAft>
                <a:spcPts val="0"/>
              </a:spcAft>
              <a:buClr>
                <a:srgbClr val="151515"/>
              </a:buClr>
              <a:buSzPts val="1600"/>
              <a:buNone/>
              <a:defRPr sz="1600" b="1"/>
            </a:lvl4pPr>
            <a:lvl5pPr marL="2286000" lvl="4" indent="-228600" algn="just">
              <a:lnSpc>
                <a:spcPct val="90000"/>
              </a:lnSpc>
              <a:spcBef>
                <a:spcPts val="500"/>
              </a:spcBef>
              <a:spcAft>
                <a:spcPts val="0"/>
              </a:spcAft>
              <a:buClr>
                <a:srgbClr val="151515"/>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0" name="Google Shape;180;p3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1" name="Google Shape;181;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2"/>
        <p:cNvGrpSpPr/>
        <p:nvPr/>
      </p:nvGrpSpPr>
      <p:grpSpPr>
        <a:xfrm>
          <a:off x="0" y="0"/>
          <a:ext cx="0" cy="0"/>
          <a:chOff x="0" y="0"/>
          <a:chExt cx="0" cy="0"/>
        </a:xfrm>
      </p:grpSpPr>
      <p:sp>
        <p:nvSpPr>
          <p:cNvPr id="183" name="Google Shape;183;p38"/>
          <p:cNvSpPr txBox="1">
            <a:spLocks noGrp="1"/>
          </p:cNvSpPr>
          <p:nvPr>
            <p:ph type="title"/>
          </p:nvPr>
        </p:nvSpPr>
        <p:spPr>
          <a:xfrm>
            <a:off x="838200" y="960120"/>
            <a:ext cx="10515600" cy="19316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4" name="Google Shape;18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2">
  <p:cSld name="Picture with Caption 2">
    <p:spTree>
      <p:nvGrpSpPr>
        <p:cNvPr id="1" name="Shape 185"/>
        <p:cNvGrpSpPr/>
        <p:nvPr/>
      </p:nvGrpSpPr>
      <p:grpSpPr>
        <a:xfrm>
          <a:off x="0" y="0"/>
          <a:ext cx="0" cy="0"/>
          <a:chOff x="0" y="0"/>
          <a:chExt cx="0" cy="0"/>
        </a:xfrm>
      </p:grpSpPr>
      <p:sp>
        <p:nvSpPr>
          <p:cNvPr id="186" name="Google Shape;186;p39"/>
          <p:cNvSpPr/>
          <p:nvPr/>
        </p:nvSpPr>
        <p:spPr>
          <a:xfrm>
            <a:off x="0" y="0"/>
            <a:ext cx="4873658"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87" name="Google Shape;187;p39"/>
          <p:cNvSpPr/>
          <p:nvPr/>
        </p:nvSpPr>
        <p:spPr>
          <a:xfrm>
            <a:off x="1061967" y="466091"/>
            <a:ext cx="4066216" cy="284304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88" name="Google Shape;188;p39"/>
          <p:cNvSpPr>
            <a:spLocks noGrp="1"/>
          </p:cNvSpPr>
          <p:nvPr>
            <p:ph type="pic" idx="2"/>
          </p:nvPr>
        </p:nvSpPr>
        <p:spPr>
          <a:xfrm>
            <a:off x="1135825" y="526915"/>
            <a:ext cx="3918815" cy="2710584"/>
          </a:xfrm>
          <a:prstGeom prst="rect">
            <a:avLst/>
          </a:prstGeom>
          <a:noFill/>
          <a:ln>
            <a:noFill/>
          </a:ln>
        </p:spPr>
      </p:sp>
      <p:sp>
        <p:nvSpPr>
          <p:cNvPr id="189" name="Google Shape;189;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90" name="Google Shape;190;p39"/>
          <p:cNvSpPr txBox="1">
            <a:spLocks noGrp="1"/>
          </p:cNvSpPr>
          <p:nvPr>
            <p:ph type="title"/>
          </p:nvPr>
        </p:nvSpPr>
        <p:spPr>
          <a:xfrm>
            <a:off x="5817139" y="867524"/>
            <a:ext cx="4740881"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39"/>
          <p:cNvSpPr txBox="1">
            <a:spLocks noGrp="1"/>
          </p:cNvSpPr>
          <p:nvPr>
            <p:ph type="body" idx="1"/>
          </p:nvPr>
        </p:nvSpPr>
        <p:spPr>
          <a:xfrm>
            <a:off x="5817139" y="2245386"/>
            <a:ext cx="4740881"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000"/>
              <a:buNone/>
              <a:defRPr sz="2000">
                <a:solidFill>
                  <a:srgbClr val="151515"/>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2" name="Google Shape;192;p39"/>
          <p:cNvSpPr/>
          <p:nvPr/>
        </p:nvSpPr>
        <p:spPr>
          <a:xfrm>
            <a:off x="1061967" y="3560439"/>
            <a:ext cx="4066216" cy="2843046"/>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93" name="Google Shape;193;p39"/>
          <p:cNvSpPr>
            <a:spLocks noGrp="1"/>
          </p:cNvSpPr>
          <p:nvPr>
            <p:ph type="pic" idx="3"/>
          </p:nvPr>
        </p:nvSpPr>
        <p:spPr>
          <a:xfrm>
            <a:off x="1135825" y="3621263"/>
            <a:ext cx="3918815" cy="2710584"/>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5">
  <p:cSld name="Picture with Caption 5">
    <p:spTree>
      <p:nvGrpSpPr>
        <p:cNvPr id="1" name="Shape 194"/>
        <p:cNvGrpSpPr/>
        <p:nvPr/>
      </p:nvGrpSpPr>
      <p:grpSpPr>
        <a:xfrm>
          <a:off x="0" y="0"/>
          <a:ext cx="0" cy="0"/>
          <a:chOff x="0" y="0"/>
          <a:chExt cx="0" cy="0"/>
        </a:xfrm>
      </p:grpSpPr>
      <p:sp>
        <p:nvSpPr>
          <p:cNvPr id="195" name="Google Shape;195;p40"/>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96" name="Google Shape;196;p40"/>
          <p:cNvSpPr>
            <a:spLocks noGrp="1"/>
          </p:cNvSpPr>
          <p:nvPr>
            <p:ph type="pic" idx="2"/>
          </p:nvPr>
        </p:nvSpPr>
        <p:spPr>
          <a:xfrm>
            <a:off x="569929" y="886379"/>
            <a:ext cx="4888191" cy="5021807"/>
          </a:xfrm>
          <a:prstGeom prst="rect">
            <a:avLst/>
          </a:prstGeom>
          <a:noFill/>
          <a:ln>
            <a:noFill/>
          </a:ln>
        </p:spPr>
      </p:sp>
      <p:sp>
        <p:nvSpPr>
          <p:cNvPr id="197" name="Google Shape;197;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98" name="Google Shape;198;p40"/>
          <p:cNvSpPr txBox="1">
            <a:spLocks noGrp="1"/>
          </p:cNvSpPr>
          <p:nvPr>
            <p:ph type="title"/>
          </p:nvPr>
        </p:nvSpPr>
        <p:spPr>
          <a:xfrm>
            <a:off x="5918477" y="886379"/>
            <a:ext cx="5280565"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40"/>
          <p:cNvSpPr txBox="1">
            <a:spLocks noGrp="1"/>
          </p:cNvSpPr>
          <p:nvPr>
            <p:ph type="body" idx="1"/>
          </p:nvPr>
        </p:nvSpPr>
        <p:spPr>
          <a:xfrm>
            <a:off x="5918477" y="2264241"/>
            <a:ext cx="5280565"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363636"/>
              </a:buClr>
              <a:buSzPts val="2000"/>
              <a:buNone/>
              <a:defRPr sz="2000">
                <a:solidFill>
                  <a:srgbClr val="363636"/>
                </a:solidFill>
              </a:defRPr>
            </a:lvl1pPr>
            <a:lvl2pPr marL="914400" lvl="1" indent="-228600" algn="just">
              <a:lnSpc>
                <a:spcPct val="90000"/>
              </a:lnSpc>
              <a:spcBef>
                <a:spcPts val="500"/>
              </a:spcBef>
              <a:spcAft>
                <a:spcPts val="0"/>
              </a:spcAft>
              <a:buClr>
                <a:srgbClr val="151515"/>
              </a:buClr>
              <a:buSzPts val="1400"/>
              <a:buNone/>
              <a:defRPr sz="1400"/>
            </a:lvl2pPr>
            <a:lvl3pPr marL="1371600" lvl="2" indent="-228600" algn="just">
              <a:lnSpc>
                <a:spcPct val="90000"/>
              </a:lnSpc>
              <a:spcBef>
                <a:spcPts val="500"/>
              </a:spcBef>
              <a:spcAft>
                <a:spcPts val="0"/>
              </a:spcAft>
              <a:buClr>
                <a:srgbClr val="151515"/>
              </a:buClr>
              <a:buSzPts val="1200"/>
              <a:buNone/>
              <a:defRPr sz="1200"/>
            </a:lvl3pPr>
            <a:lvl4pPr marL="1828800" lvl="3" indent="-228600" algn="just">
              <a:lnSpc>
                <a:spcPct val="90000"/>
              </a:lnSpc>
              <a:spcBef>
                <a:spcPts val="500"/>
              </a:spcBef>
              <a:spcAft>
                <a:spcPts val="0"/>
              </a:spcAft>
              <a:buClr>
                <a:srgbClr val="151515"/>
              </a:buClr>
              <a:buSzPts val="1000"/>
              <a:buNone/>
              <a:defRPr sz="1000"/>
            </a:lvl4pPr>
            <a:lvl5pPr marL="2286000" lvl="4" indent="-228600" algn="just">
              <a:lnSpc>
                <a:spcPct val="90000"/>
              </a:lnSpc>
              <a:spcBef>
                <a:spcPts val="500"/>
              </a:spcBef>
              <a:spcAft>
                <a:spcPts val="0"/>
              </a:spcAft>
              <a:buClr>
                <a:srgbClr val="151515"/>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Uraian Materi">
  <p:cSld name="Slide Uraian Materi">
    <p:spTree>
      <p:nvGrpSpPr>
        <p:cNvPr id="1" name="Shape 200"/>
        <p:cNvGrpSpPr/>
        <p:nvPr/>
      </p:nvGrpSpPr>
      <p:grpSpPr>
        <a:xfrm>
          <a:off x="0" y="0"/>
          <a:ext cx="0" cy="0"/>
          <a:chOff x="0" y="0"/>
          <a:chExt cx="0" cy="0"/>
        </a:xfrm>
      </p:grpSpPr>
      <p:sp>
        <p:nvSpPr>
          <p:cNvPr id="201" name="Google Shape;201;p41"/>
          <p:cNvSpPr txBox="1">
            <a:spLocks noGrp="1"/>
          </p:cNvSpPr>
          <p:nvPr>
            <p:ph type="title"/>
          </p:nvPr>
        </p:nvSpPr>
        <p:spPr>
          <a:xfrm>
            <a:off x="838200" y="640080"/>
            <a:ext cx="10515600" cy="98462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a:lvl1pPr>
            <a:lvl2pPr marL="0" marR="0" lvl="1" indent="0" algn="r">
              <a:lnSpc>
                <a:spcPct val="100000"/>
              </a:lnSpc>
              <a:spcBef>
                <a:spcPts val="0"/>
              </a:spcBef>
              <a:spcAft>
                <a:spcPts val="0"/>
              </a:spcAft>
              <a:buClr>
                <a:srgbClr val="889CC5"/>
              </a:buClr>
              <a:buSzPts val="1200"/>
              <a:buFont typeface="Twentieth Century"/>
              <a:buNone/>
              <a:defRPr/>
            </a:lvl2pPr>
            <a:lvl3pPr marL="0" marR="0" lvl="2" indent="0" algn="r">
              <a:lnSpc>
                <a:spcPct val="100000"/>
              </a:lnSpc>
              <a:spcBef>
                <a:spcPts val="0"/>
              </a:spcBef>
              <a:spcAft>
                <a:spcPts val="0"/>
              </a:spcAft>
              <a:buClr>
                <a:srgbClr val="889CC5"/>
              </a:buClr>
              <a:buSzPts val="1200"/>
              <a:buFont typeface="Twentieth Century"/>
              <a:buNone/>
              <a:defRPr/>
            </a:lvl3pPr>
            <a:lvl4pPr marL="0" marR="0" lvl="3" indent="0" algn="r">
              <a:lnSpc>
                <a:spcPct val="100000"/>
              </a:lnSpc>
              <a:spcBef>
                <a:spcPts val="0"/>
              </a:spcBef>
              <a:spcAft>
                <a:spcPts val="0"/>
              </a:spcAft>
              <a:buClr>
                <a:srgbClr val="889CC5"/>
              </a:buClr>
              <a:buSzPts val="1200"/>
              <a:buFont typeface="Twentieth Century"/>
              <a:buNone/>
              <a:defRPr/>
            </a:lvl4pPr>
            <a:lvl5pPr marL="0" marR="0" lvl="4" indent="0" algn="r">
              <a:lnSpc>
                <a:spcPct val="100000"/>
              </a:lnSpc>
              <a:spcBef>
                <a:spcPts val="0"/>
              </a:spcBef>
              <a:spcAft>
                <a:spcPts val="0"/>
              </a:spcAft>
              <a:buClr>
                <a:srgbClr val="889CC5"/>
              </a:buClr>
              <a:buSzPts val="1200"/>
              <a:buFont typeface="Twentieth Century"/>
              <a:buNone/>
              <a:defRPr/>
            </a:lvl5pPr>
            <a:lvl6pPr marL="0" marR="0" lvl="5" indent="0" algn="r">
              <a:lnSpc>
                <a:spcPct val="100000"/>
              </a:lnSpc>
              <a:spcBef>
                <a:spcPts val="0"/>
              </a:spcBef>
              <a:spcAft>
                <a:spcPts val="0"/>
              </a:spcAft>
              <a:buClr>
                <a:srgbClr val="889CC5"/>
              </a:buClr>
              <a:buSzPts val="1200"/>
              <a:buFont typeface="Twentieth Century"/>
              <a:buNone/>
              <a:defRPr/>
            </a:lvl6pPr>
            <a:lvl7pPr marL="0" marR="0" lvl="6" indent="0" algn="r">
              <a:lnSpc>
                <a:spcPct val="100000"/>
              </a:lnSpc>
              <a:spcBef>
                <a:spcPts val="0"/>
              </a:spcBef>
              <a:spcAft>
                <a:spcPts val="0"/>
              </a:spcAft>
              <a:buClr>
                <a:srgbClr val="889CC5"/>
              </a:buClr>
              <a:buSzPts val="1200"/>
              <a:buFont typeface="Twentieth Century"/>
              <a:buNone/>
              <a:defRPr/>
            </a:lvl7pPr>
            <a:lvl8pPr marL="0" marR="0" lvl="7" indent="0" algn="r">
              <a:lnSpc>
                <a:spcPct val="100000"/>
              </a:lnSpc>
              <a:spcBef>
                <a:spcPts val="0"/>
              </a:spcBef>
              <a:spcAft>
                <a:spcPts val="0"/>
              </a:spcAft>
              <a:buClr>
                <a:srgbClr val="889CC5"/>
              </a:buClr>
              <a:buSzPts val="1200"/>
              <a:buFont typeface="Twentieth Century"/>
              <a:buNone/>
              <a:defRPr/>
            </a:lvl8pPr>
            <a:lvl9pPr marL="0" marR="0" lvl="8" indent="0" algn="r">
              <a:lnSpc>
                <a:spcPct val="100000"/>
              </a:lnSpc>
              <a:spcBef>
                <a:spcPts val="0"/>
              </a:spcBef>
              <a:spcAft>
                <a:spcPts val="0"/>
              </a:spcAft>
              <a:buClr>
                <a:srgbClr val="889CC5"/>
              </a:buClr>
              <a:buSzPts val="1200"/>
              <a:buFont typeface="Twentieth Century"/>
              <a:buNone/>
              <a:defRPr/>
            </a:lvl9pPr>
          </a:lstStyle>
          <a:p>
            <a:pPr marL="0" lvl="0" indent="0" algn="r" rtl="0">
              <a:spcBef>
                <a:spcPts val="0"/>
              </a:spcBef>
              <a:spcAft>
                <a:spcPts val="0"/>
              </a:spcAft>
              <a:buNone/>
            </a:pPr>
            <a:endParaRPr/>
          </a:p>
        </p:txBody>
      </p:sp>
      <p:sp>
        <p:nvSpPr>
          <p:cNvPr id="203" name="Google Shape;203;p41"/>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3">
  <p:cSld name="Picture with Caption 3">
    <p:spTree>
      <p:nvGrpSpPr>
        <p:cNvPr id="1" name="Shape 204"/>
        <p:cNvGrpSpPr/>
        <p:nvPr/>
      </p:nvGrpSpPr>
      <p:grpSpPr>
        <a:xfrm>
          <a:off x="0" y="0"/>
          <a:ext cx="0" cy="0"/>
          <a:chOff x="0" y="0"/>
          <a:chExt cx="0" cy="0"/>
        </a:xfrm>
      </p:grpSpPr>
      <p:sp>
        <p:nvSpPr>
          <p:cNvPr id="205" name="Google Shape;205;p42"/>
          <p:cNvSpPr>
            <a:spLocks noGrp="1"/>
          </p:cNvSpPr>
          <p:nvPr>
            <p:ph type="pic" idx="2"/>
          </p:nvPr>
        </p:nvSpPr>
        <p:spPr>
          <a:xfrm>
            <a:off x="770701" y="1491242"/>
            <a:ext cx="3356431" cy="3405612"/>
          </a:xfrm>
          <a:prstGeom prst="rect">
            <a:avLst/>
          </a:prstGeom>
          <a:noFill/>
          <a:ln>
            <a:noFill/>
          </a:ln>
        </p:spPr>
      </p:sp>
      <p:sp>
        <p:nvSpPr>
          <p:cNvPr id="206" name="Google Shape;206;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07" name="Google Shape;207;p42"/>
          <p:cNvSpPr txBox="1">
            <a:spLocks noGrp="1"/>
          </p:cNvSpPr>
          <p:nvPr>
            <p:ph type="title"/>
          </p:nvPr>
        </p:nvSpPr>
        <p:spPr>
          <a:xfrm>
            <a:off x="770701" y="605658"/>
            <a:ext cx="10851171" cy="701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rgbClr val="0E60AC"/>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8" name="Google Shape;208;p42"/>
          <p:cNvSpPr>
            <a:spLocks noGrp="1"/>
          </p:cNvSpPr>
          <p:nvPr>
            <p:ph type="pic" idx="3"/>
          </p:nvPr>
        </p:nvSpPr>
        <p:spPr>
          <a:xfrm>
            <a:off x="4518071" y="1491242"/>
            <a:ext cx="3356431" cy="3405612"/>
          </a:xfrm>
          <a:prstGeom prst="rect">
            <a:avLst/>
          </a:prstGeom>
          <a:noFill/>
          <a:ln>
            <a:noFill/>
          </a:ln>
        </p:spPr>
      </p:sp>
      <p:sp>
        <p:nvSpPr>
          <p:cNvPr id="209" name="Google Shape;209;p42"/>
          <p:cNvSpPr>
            <a:spLocks noGrp="1"/>
          </p:cNvSpPr>
          <p:nvPr>
            <p:ph type="pic" idx="4"/>
          </p:nvPr>
        </p:nvSpPr>
        <p:spPr>
          <a:xfrm>
            <a:off x="8265441" y="1491242"/>
            <a:ext cx="3356431" cy="3405612"/>
          </a:xfrm>
          <a:prstGeom prst="rect">
            <a:avLst/>
          </a:prstGeom>
          <a:noFill/>
          <a:ln>
            <a:noFill/>
          </a:ln>
        </p:spPr>
      </p:sp>
      <p:sp>
        <p:nvSpPr>
          <p:cNvPr id="210" name="Google Shape;210;p42"/>
          <p:cNvSpPr txBox="1">
            <a:spLocks noGrp="1"/>
          </p:cNvSpPr>
          <p:nvPr>
            <p:ph type="body" idx="1"/>
          </p:nvPr>
        </p:nvSpPr>
        <p:spPr>
          <a:xfrm>
            <a:off x="770700"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42"/>
          <p:cNvSpPr txBox="1">
            <a:spLocks noGrp="1"/>
          </p:cNvSpPr>
          <p:nvPr>
            <p:ph type="body" idx="5"/>
          </p:nvPr>
        </p:nvSpPr>
        <p:spPr>
          <a:xfrm>
            <a:off x="4518071"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2" name="Google Shape;212;p42"/>
          <p:cNvSpPr txBox="1">
            <a:spLocks noGrp="1"/>
          </p:cNvSpPr>
          <p:nvPr>
            <p:ph type="body" idx="6"/>
          </p:nvPr>
        </p:nvSpPr>
        <p:spPr>
          <a:xfrm>
            <a:off x="8265441" y="5080981"/>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4">
  <p:cSld name="Picture with Caption 4">
    <p:spTree>
      <p:nvGrpSpPr>
        <p:cNvPr id="1" name="Shape 213"/>
        <p:cNvGrpSpPr/>
        <p:nvPr/>
      </p:nvGrpSpPr>
      <p:grpSpPr>
        <a:xfrm>
          <a:off x="0" y="0"/>
          <a:ext cx="0" cy="0"/>
          <a:chOff x="0" y="0"/>
          <a:chExt cx="0" cy="0"/>
        </a:xfrm>
      </p:grpSpPr>
      <p:sp>
        <p:nvSpPr>
          <p:cNvPr id="214" name="Google Shape;214;p43"/>
          <p:cNvSpPr>
            <a:spLocks noGrp="1"/>
          </p:cNvSpPr>
          <p:nvPr>
            <p:ph type="pic" idx="2"/>
          </p:nvPr>
        </p:nvSpPr>
        <p:spPr>
          <a:xfrm>
            <a:off x="1930198" y="688159"/>
            <a:ext cx="8495847" cy="3909440"/>
          </a:xfrm>
          <a:prstGeom prst="rect">
            <a:avLst/>
          </a:prstGeom>
          <a:noFill/>
          <a:ln>
            <a:noFill/>
          </a:ln>
        </p:spPr>
      </p:sp>
      <p:sp>
        <p:nvSpPr>
          <p:cNvPr id="215" name="Google Shape;215;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16" name="Google Shape;216;p43"/>
          <p:cNvSpPr txBox="1">
            <a:spLocks noGrp="1"/>
          </p:cNvSpPr>
          <p:nvPr>
            <p:ph type="body" idx="1"/>
          </p:nvPr>
        </p:nvSpPr>
        <p:spPr>
          <a:xfrm>
            <a:off x="1930197" y="4751111"/>
            <a:ext cx="8495850" cy="145172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151515"/>
              </a:buClr>
              <a:buSzPts val="2000"/>
              <a:buNone/>
              <a:defRPr sz="2000" b="0">
                <a:solidFill>
                  <a:srgbClr val="151515"/>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nsert Video">
  <p:cSld name="Insert Video">
    <p:spTree>
      <p:nvGrpSpPr>
        <p:cNvPr id="1" name="Shape 217"/>
        <p:cNvGrpSpPr/>
        <p:nvPr/>
      </p:nvGrpSpPr>
      <p:grpSpPr>
        <a:xfrm>
          <a:off x="0" y="0"/>
          <a:ext cx="0" cy="0"/>
          <a:chOff x="0" y="0"/>
          <a:chExt cx="0" cy="0"/>
        </a:xfrm>
      </p:grpSpPr>
      <p:sp>
        <p:nvSpPr>
          <p:cNvPr id="218" name="Google Shape;218;p44"/>
          <p:cNvSpPr txBox="1">
            <a:spLocks noGrp="1"/>
          </p:cNvSpPr>
          <p:nvPr>
            <p:ph type="title"/>
          </p:nvPr>
        </p:nvSpPr>
        <p:spPr>
          <a:xfrm>
            <a:off x="1576887" y="404617"/>
            <a:ext cx="9184670" cy="701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rgbClr val="0E60AC"/>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9" name="Google Shape;219;p44"/>
          <p:cNvSpPr>
            <a:spLocks noGrp="1"/>
          </p:cNvSpPr>
          <p:nvPr>
            <p:ph type="media" idx="2"/>
          </p:nvPr>
        </p:nvSpPr>
        <p:spPr>
          <a:xfrm>
            <a:off x="1576887" y="1319017"/>
            <a:ext cx="9184670" cy="5166377"/>
          </a:xfrm>
          <a:prstGeom prst="rect">
            <a:avLst/>
          </a:prstGeom>
          <a:noFill/>
          <a:ln>
            <a:noFill/>
          </a:ln>
        </p:spPr>
        <p:txBody>
          <a:bodyPr spcFirstLastPara="1" wrap="square" lIns="91425" tIns="45700" rIns="91425" bIns="45700" anchor="t" anchorCtr="0">
            <a:normAutofit/>
          </a:bodyPr>
          <a:lstStyle>
            <a:lvl1pPr marR="0" lvl="0" algn="just" rtl="0">
              <a:lnSpc>
                <a:spcPct val="90000"/>
              </a:lnSpc>
              <a:spcBef>
                <a:spcPts val="1000"/>
              </a:spcBef>
              <a:spcAft>
                <a:spcPts val="0"/>
              </a:spcAft>
              <a:buClr>
                <a:srgbClr val="151515"/>
              </a:buClr>
              <a:buSzPts val="2200"/>
              <a:buFont typeface="Twentieth Century"/>
              <a:buNone/>
              <a:defRPr sz="2200" b="0" i="0" u="none" strike="noStrike" cap="none">
                <a:solidFill>
                  <a:srgbClr val="151515"/>
                </a:solidFill>
                <a:latin typeface="Twentieth Century"/>
                <a:ea typeface="Twentieth Century"/>
                <a:cs typeface="Twentieth Century"/>
                <a:sym typeface="Twentieth Century"/>
              </a:defRPr>
            </a:lvl1pPr>
            <a:lvl2pPr marR="0" lvl="1" algn="just" rtl="0">
              <a:lnSpc>
                <a:spcPct val="90000"/>
              </a:lnSpc>
              <a:spcBef>
                <a:spcPts val="500"/>
              </a:spcBef>
              <a:spcAft>
                <a:spcPts val="0"/>
              </a:spcAft>
              <a:buClr>
                <a:srgbClr val="151515"/>
              </a:buClr>
              <a:buSzPts val="2200"/>
              <a:buFont typeface="Twentieth Century"/>
              <a:buAutoNum type="alphaLcPeriod"/>
              <a:defRPr sz="2200" b="0" i="0" u="none" strike="noStrike" cap="none">
                <a:solidFill>
                  <a:srgbClr val="151515"/>
                </a:solidFill>
                <a:latin typeface="Twentieth Century"/>
                <a:ea typeface="Twentieth Century"/>
                <a:cs typeface="Twentieth Century"/>
                <a:sym typeface="Twentieth Century"/>
              </a:defRPr>
            </a:lvl2pPr>
            <a:lvl3pPr marR="0" lvl="2"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3pPr>
            <a:lvl4pPr marR="0" lvl="3"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4pPr>
            <a:lvl5pPr marR="0" lvl="4"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0"/>
        <p:cNvGrpSpPr/>
        <p:nvPr/>
      </p:nvGrpSpPr>
      <p:grpSpPr>
        <a:xfrm>
          <a:off x="0" y="0"/>
          <a:ext cx="0" cy="0"/>
          <a:chOff x="0" y="0"/>
          <a:chExt cx="0" cy="0"/>
        </a:xfrm>
      </p:grpSpPr>
      <p:sp>
        <p:nvSpPr>
          <p:cNvPr id="221" name="Google Shape;221;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atihan">
  <p:cSld name="Latihan">
    <p:spTree>
      <p:nvGrpSpPr>
        <p:cNvPr id="1" name="Shape 222"/>
        <p:cNvGrpSpPr/>
        <p:nvPr/>
      </p:nvGrpSpPr>
      <p:grpSpPr>
        <a:xfrm>
          <a:off x="0" y="0"/>
          <a:ext cx="0" cy="0"/>
          <a:chOff x="0" y="0"/>
          <a:chExt cx="0" cy="0"/>
        </a:xfrm>
      </p:grpSpPr>
      <p:sp>
        <p:nvSpPr>
          <p:cNvPr id="223" name="Google Shape;223;p46"/>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24" name="Google Shape;224;p46"/>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5" name="Google Shape;225;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26" name="Google Shape;226;p46"/>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27" name="Google Shape;227;p46"/>
          <p:cNvSpPr/>
          <p:nvPr/>
        </p:nvSpPr>
        <p:spPr>
          <a:xfrm>
            <a:off x="1654410" y="569942"/>
            <a:ext cx="192398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Latihan</a:t>
            </a:r>
            <a:endParaRPr sz="4400" b="1">
              <a:solidFill>
                <a:schemeClr val="dk1"/>
              </a:solidFill>
              <a:latin typeface="Twentieth Century"/>
              <a:ea typeface="Twentieth Century"/>
              <a:cs typeface="Twentieth Century"/>
              <a:sym typeface="Twentieth Century"/>
            </a:endParaRPr>
          </a:p>
        </p:txBody>
      </p:sp>
      <p:pic>
        <p:nvPicPr>
          <p:cNvPr id="228" name="Google Shape;228;p46"/>
          <p:cNvPicPr preferRelativeResize="0"/>
          <p:nvPr/>
        </p:nvPicPr>
        <p:blipFill rotWithShape="1">
          <a:blip r:embed="rId2">
            <a:alphaModFix/>
          </a:blip>
          <a:srcRect/>
          <a:stretch/>
        </p:blipFill>
        <p:spPr>
          <a:xfrm>
            <a:off x="917419" y="581911"/>
            <a:ext cx="650450" cy="7455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aftar Pustaka">
  <p:cSld name="Daftar Pustaka">
    <p:spTree>
      <p:nvGrpSpPr>
        <p:cNvPr id="1" name="Shape 229"/>
        <p:cNvGrpSpPr/>
        <p:nvPr/>
      </p:nvGrpSpPr>
      <p:grpSpPr>
        <a:xfrm>
          <a:off x="0" y="0"/>
          <a:ext cx="0" cy="0"/>
          <a:chOff x="0" y="0"/>
          <a:chExt cx="0" cy="0"/>
        </a:xfrm>
      </p:grpSpPr>
      <p:sp>
        <p:nvSpPr>
          <p:cNvPr id="230" name="Google Shape;230;p47"/>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31" name="Google Shape;231;p47"/>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151515"/>
              </a:buClr>
              <a:buSzPts val="2200"/>
              <a:buAutoNum type="arabicPeriod"/>
              <a:defRPr>
                <a:solidFill>
                  <a:srgbClr val="151515"/>
                </a:solidFill>
              </a:defRPr>
            </a:lvl1pPr>
            <a:lvl2pPr marL="914400" lvl="1" indent="-368300" algn="just">
              <a:lnSpc>
                <a:spcPct val="90000"/>
              </a:lnSpc>
              <a:spcBef>
                <a:spcPts val="500"/>
              </a:spcBef>
              <a:spcAft>
                <a:spcPts val="0"/>
              </a:spcAft>
              <a:buClr>
                <a:srgbClr val="151515"/>
              </a:buClr>
              <a:buSzPts val="2200"/>
              <a:buAutoNum type="alphaLcPeriod"/>
              <a:defRPr>
                <a:solidFill>
                  <a:srgbClr val="151515"/>
                </a:solidFill>
              </a:defRPr>
            </a:lvl2pPr>
            <a:lvl3pPr marL="1371600" lvl="2" indent="-368300" algn="just">
              <a:lnSpc>
                <a:spcPct val="90000"/>
              </a:lnSpc>
              <a:spcBef>
                <a:spcPts val="500"/>
              </a:spcBef>
              <a:spcAft>
                <a:spcPts val="0"/>
              </a:spcAft>
              <a:buClr>
                <a:srgbClr val="151515"/>
              </a:buClr>
              <a:buSzPts val="2200"/>
              <a:buChar char="•"/>
              <a:defRPr>
                <a:solidFill>
                  <a:srgbClr val="151515"/>
                </a:solidFill>
              </a:defRPr>
            </a:lvl3pPr>
            <a:lvl4pPr marL="1828800" lvl="3" indent="-368300" algn="just">
              <a:lnSpc>
                <a:spcPct val="90000"/>
              </a:lnSpc>
              <a:spcBef>
                <a:spcPts val="500"/>
              </a:spcBef>
              <a:spcAft>
                <a:spcPts val="0"/>
              </a:spcAft>
              <a:buClr>
                <a:srgbClr val="151515"/>
              </a:buClr>
              <a:buSzPts val="2200"/>
              <a:buChar char="•"/>
              <a:defRPr>
                <a:solidFill>
                  <a:srgbClr val="151515"/>
                </a:solidFill>
              </a:defRPr>
            </a:lvl4pPr>
            <a:lvl5pPr marL="2286000" lvl="4" indent="-368300" algn="just">
              <a:lnSpc>
                <a:spcPct val="90000"/>
              </a:lnSpc>
              <a:spcBef>
                <a:spcPts val="500"/>
              </a:spcBef>
              <a:spcAft>
                <a:spcPts val="0"/>
              </a:spcAft>
              <a:buClr>
                <a:srgbClr val="151515"/>
              </a:buClr>
              <a:buSzPts val="2200"/>
              <a:buChar char="•"/>
              <a:defRPr>
                <a:solidFill>
                  <a:srgbClr val="151515"/>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89CC5"/>
              </a:buClr>
              <a:buSzPts val="1200"/>
              <a:buFont typeface="Twentieth Century"/>
              <a:buNone/>
              <a:defRPr sz="1200">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33" name="Google Shape;233;p47"/>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34" name="Google Shape;234;p47"/>
          <p:cNvSpPr/>
          <p:nvPr/>
        </p:nvSpPr>
        <p:spPr>
          <a:xfrm>
            <a:off x="1654410" y="569942"/>
            <a:ext cx="364074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dk1"/>
                </a:solidFill>
                <a:latin typeface="Twentieth Century"/>
                <a:ea typeface="Twentieth Century"/>
                <a:cs typeface="Twentieth Century"/>
                <a:sym typeface="Twentieth Century"/>
              </a:rPr>
              <a:t>Daftar Pustaka</a:t>
            </a:r>
            <a:endParaRPr sz="4400" b="1">
              <a:solidFill>
                <a:schemeClr val="dk1"/>
              </a:solidFill>
              <a:latin typeface="Twentieth Century"/>
              <a:ea typeface="Twentieth Century"/>
              <a:cs typeface="Twentieth Century"/>
              <a:sym typeface="Twentieth Century"/>
            </a:endParaRPr>
          </a:p>
        </p:txBody>
      </p:sp>
      <p:pic>
        <p:nvPicPr>
          <p:cNvPr id="235" name="Google Shape;235;p47"/>
          <p:cNvPicPr preferRelativeResize="0"/>
          <p:nvPr/>
        </p:nvPicPr>
        <p:blipFill rotWithShape="1">
          <a:blip r:embed="rId2">
            <a:alphaModFix/>
          </a:blip>
          <a:srcRect/>
          <a:stretch/>
        </p:blipFill>
        <p:spPr>
          <a:xfrm>
            <a:off x="898017" y="661014"/>
            <a:ext cx="606720" cy="62932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Dosen Pengampu">
    <p:spTree>
      <p:nvGrpSpPr>
        <p:cNvPr id="1" name=""/>
        <p:cNvGrpSpPr/>
        <p:nvPr/>
      </p:nvGrpSpPr>
      <p:grpSpPr>
        <a:xfrm>
          <a:off x="0" y="0"/>
          <a:ext cx="0" cy="0"/>
          <a:chOff x="0" y="0"/>
          <a:chExt cx="0" cy="0"/>
        </a:xfrm>
      </p:grpSpPr>
      <p:sp>
        <p:nvSpPr>
          <p:cNvPr id="7" name="Rectangle 6"/>
          <p:cNvSpPr/>
          <p:nvPr userDrawn="1"/>
        </p:nvSpPr>
        <p:spPr>
          <a:xfrm>
            <a:off x="0" y="0"/>
            <a:ext cx="3641036" cy="6858000"/>
          </a:xfrm>
          <a:prstGeom prst="rect">
            <a:avLst/>
          </a:prstGeom>
          <a:solidFill>
            <a:srgbClr val="EB7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endParaRPr lang="en-US" dirty="0"/>
          </a:p>
        </p:txBody>
      </p:sp>
      <p:sp>
        <p:nvSpPr>
          <p:cNvPr id="9" name="Picture Placeholder 8"/>
          <p:cNvSpPr>
            <a:spLocks noGrp="1"/>
          </p:cNvSpPr>
          <p:nvPr>
            <p:ph type="pic" sz="quarter" idx="13" hasCustomPrompt="1"/>
          </p:nvPr>
        </p:nvSpPr>
        <p:spPr>
          <a:xfrm>
            <a:off x="1745563" y="1842892"/>
            <a:ext cx="3063907" cy="3063908"/>
          </a:xfrm>
          <a:prstGeom prst="ellipse">
            <a:avLst/>
          </a:prstGeom>
        </p:spPr>
        <p:txBody>
          <a:bodyPr>
            <a:normAutofit/>
          </a:bodyPr>
          <a:lstStyle>
            <a:lvl1pPr marL="0" indent="0" algn="ctr">
              <a:buNone/>
              <a:defRPr sz="2800" baseline="0"/>
            </a:lvl1pPr>
          </a:lstStyle>
          <a:p>
            <a:r>
              <a:rPr lang="en-US" dirty="0" err="1"/>
              <a:t>Foto</a:t>
            </a:r>
            <a:r>
              <a:rPr lang="en-US" dirty="0"/>
              <a:t> </a:t>
            </a:r>
            <a:r>
              <a:rPr lang="en-US" dirty="0" err="1"/>
              <a:t>Dosen</a:t>
            </a:r>
            <a:endParaRPr lang="en-US" dirty="0"/>
          </a:p>
        </p:txBody>
      </p:sp>
      <p:sp>
        <p:nvSpPr>
          <p:cNvPr id="13" name="Text Placeholder 12"/>
          <p:cNvSpPr>
            <a:spLocks noGrp="1"/>
          </p:cNvSpPr>
          <p:nvPr>
            <p:ph type="body" sz="quarter" idx="14" hasCustomPrompt="1"/>
          </p:nvPr>
        </p:nvSpPr>
        <p:spPr>
          <a:xfrm>
            <a:off x="5154979" y="2275496"/>
            <a:ext cx="6198821" cy="406777"/>
          </a:xfrm>
        </p:spPr>
        <p:txBody>
          <a:bodyPr/>
          <a:lstStyle>
            <a:lvl1pPr marL="0" indent="0">
              <a:buNone/>
              <a:defRPr b="1" baseline="0">
                <a:solidFill>
                  <a:srgbClr val="0E60AC"/>
                </a:solidFill>
              </a:defRPr>
            </a:lvl1pPr>
          </a:lstStyle>
          <a:p>
            <a:pPr lvl="0"/>
            <a:r>
              <a:rPr lang="en-US" dirty="0"/>
              <a:t>Nama </a:t>
            </a:r>
            <a:r>
              <a:rPr lang="en-US" dirty="0" err="1"/>
              <a:t>dan</a:t>
            </a:r>
            <a:r>
              <a:rPr lang="en-US" dirty="0"/>
              <a:t> </a:t>
            </a:r>
            <a:r>
              <a:rPr lang="en-US" dirty="0" err="1"/>
              <a:t>Gelar</a:t>
            </a:r>
            <a:r>
              <a:rPr lang="en-US" dirty="0"/>
              <a:t> </a:t>
            </a:r>
            <a:r>
              <a:rPr lang="en-US" dirty="0" err="1"/>
              <a:t>Dosen</a:t>
            </a:r>
            <a:endParaRPr lang="en-US" dirty="0"/>
          </a:p>
          <a:p>
            <a:pPr lvl="0"/>
            <a:endParaRPr lang="en-US" dirty="0"/>
          </a:p>
        </p:txBody>
      </p:sp>
      <p:sp>
        <p:nvSpPr>
          <p:cNvPr id="14" name="Title 1"/>
          <p:cNvSpPr txBox="1">
            <a:spLocks/>
          </p:cNvSpPr>
          <p:nvPr userDrawn="1"/>
        </p:nvSpPr>
        <p:spPr>
          <a:xfrm>
            <a:off x="5164108" y="1988095"/>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err="1"/>
              <a:t>Dosen</a:t>
            </a:r>
            <a:r>
              <a:rPr lang="en-US" sz="2000" dirty="0"/>
              <a:t> </a:t>
            </a:r>
            <a:r>
              <a:rPr lang="en-US" sz="2000" dirty="0" err="1"/>
              <a:t>Koordinator</a:t>
            </a:r>
            <a:r>
              <a:rPr lang="en-US" sz="2000" dirty="0"/>
              <a:t>:</a:t>
            </a:r>
          </a:p>
        </p:txBody>
      </p:sp>
      <p:sp>
        <p:nvSpPr>
          <p:cNvPr id="15" name="Text Placeholder 12"/>
          <p:cNvSpPr>
            <a:spLocks noGrp="1"/>
          </p:cNvSpPr>
          <p:nvPr>
            <p:ph type="body" sz="quarter" idx="15" hasCustomPrompt="1"/>
          </p:nvPr>
        </p:nvSpPr>
        <p:spPr>
          <a:xfrm>
            <a:off x="5154979" y="3176643"/>
            <a:ext cx="6198821" cy="406777"/>
          </a:xfrm>
        </p:spPr>
        <p:txBody>
          <a:bodyPr/>
          <a:lstStyle>
            <a:lvl1pPr marL="0" indent="0">
              <a:buNone/>
              <a:defRPr b="1" baseline="0">
                <a:solidFill>
                  <a:srgbClr val="0E60AC"/>
                </a:solidFill>
              </a:defRPr>
            </a:lvl1pPr>
          </a:lstStyle>
          <a:p>
            <a:pPr lvl="0"/>
            <a:r>
              <a:rPr lang="en-US" dirty="0"/>
              <a:t>NID</a:t>
            </a:r>
          </a:p>
        </p:txBody>
      </p:sp>
      <p:sp>
        <p:nvSpPr>
          <p:cNvPr id="16" name="Title 1"/>
          <p:cNvSpPr txBox="1">
            <a:spLocks/>
          </p:cNvSpPr>
          <p:nvPr userDrawn="1"/>
        </p:nvSpPr>
        <p:spPr>
          <a:xfrm>
            <a:off x="5164108" y="2889242"/>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NID:</a:t>
            </a:r>
          </a:p>
        </p:txBody>
      </p:sp>
      <p:sp>
        <p:nvSpPr>
          <p:cNvPr id="17" name="Text Placeholder 12"/>
          <p:cNvSpPr>
            <a:spLocks noGrp="1"/>
          </p:cNvSpPr>
          <p:nvPr>
            <p:ph type="body" sz="quarter" idx="16" hasCustomPrompt="1"/>
          </p:nvPr>
        </p:nvSpPr>
        <p:spPr>
          <a:xfrm>
            <a:off x="5154979" y="4077790"/>
            <a:ext cx="6198821" cy="406777"/>
          </a:xfrm>
        </p:spPr>
        <p:txBody>
          <a:bodyPr/>
          <a:lstStyle>
            <a:lvl1pPr marL="0" indent="0">
              <a:buNone/>
              <a:defRPr b="1" baseline="0">
                <a:solidFill>
                  <a:srgbClr val="0E60AC"/>
                </a:solidFill>
              </a:defRPr>
            </a:lvl1pPr>
          </a:lstStyle>
          <a:p>
            <a:pPr lvl="0"/>
            <a:r>
              <a:rPr lang="en-US" dirty="0"/>
              <a:t>E-mail</a:t>
            </a:r>
          </a:p>
        </p:txBody>
      </p:sp>
      <p:sp>
        <p:nvSpPr>
          <p:cNvPr id="18" name="Title 1"/>
          <p:cNvSpPr txBox="1">
            <a:spLocks/>
          </p:cNvSpPr>
          <p:nvPr userDrawn="1"/>
        </p:nvSpPr>
        <p:spPr>
          <a:xfrm>
            <a:off x="5164108" y="3790389"/>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E-mail:</a:t>
            </a:r>
          </a:p>
        </p:txBody>
      </p:sp>
      <p:grpSp>
        <p:nvGrpSpPr>
          <p:cNvPr id="11" name="Group 10"/>
          <p:cNvGrpSpPr/>
          <p:nvPr userDrawn="1"/>
        </p:nvGrpSpPr>
        <p:grpSpPr>
          <a:xfrm>
            <a:off x="98180" y="96425"/>
            <a:ext cx="1971606" cy="729735"/>
            <a:chOff x="648649" y="653143"/>
            <a:chExt cx="2138362" cy="791455"/>
          </a:xfrm>
        </p:grpSpPr>
        <p:sp>
          <p:nvSpPr>
            <p:cNvPr id="12" name="Rounded Rectangle 11"/>
            <p:cNvSpPr/>
            <p:nvPr userDrawn="1"/>
          </p:nvSpPr>
          <p:spPr>
            <a:xfrm>
              <a:off x="648649" y="653143"/>
              <a:ext cx="2138362" cy="79145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rotWithShape="1">
            <a:blip r:embed="rId2" cstate="print">
              <a:extLst>
                <a:ext uri="{28A0092B-C50C-407E-A947-70E740481C1C}">
                  <a14:useLocalDpi xmlns:a14="http://schemas.microsoft.com/office/drawing/2010/main" val="0"/>
                </a:ext>
              </a:extLst>
            </a:blip>
            <a:srcRect t="16017" b="18101"/>
            <a:stretch/>
          </p:blipFill>
          <p:spPr>
            <a:xfrm>
              <a:off x="702844" y="653143"/>
              <a:ext cx="2029972" cy="753035"/>
            </a:xfrm>
            <a:prstGeom prst="rect">
              <a:avLst/>
            </a:prstGeom>
          </p:spPr>
        </p:pic>
      </p:grpSp>
    </p:spTree>
    <p:extLst>
      <p:ext uri="{BB962C8B-B14F-4D97-AF65-F5344CB8AC3E}">
        <p14:creationId xmlns:p14="http://schemas.microsoft.com/office/powerpoint/2010/main" val="1292101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p:nvPr/>
        </p:nvSpPr>
        <p:spPr>
          <a:xfrm>
            <a:off x="0" y="0"/>
            <a:ext cx="121920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1" name="Google Shape;11;p19"/>
          <p:cNvPicPr preferRelativeResize="0"/>
          <p:nvPr/>
        </p:nvPicPr>
        <p:blipFill rotWithShape="1">
          <a:blip r:embed="rId30">
            <a:alphaModFix/>
          </a:blip>
          <a:srcRect/>
          <a:stretch/>
        </p:blipFill>
        <p:spPr>
          <a:xfrm>
            <a:off x="0" y="5470264"/>
            <a:ext cx="12110720" cy="1400730"/>
          </a:xfrm>
          <a:prstGeom prst="rect">
            <a:avLst/>
          </a:prstGeom>
          <a:noFill/>
          <a:ln>
            <a:noFill/>
          </a:ln>
        </p:spPr>
      </p:pic>
      <p:sp>
        <p:nvSpPr>
          <p:cNvPr id="12" name="Google Shape;12;p19"/>
          <p:cNvSpPr txBox="1">
            <a:spLocks noGrp="1"/>
          </p:cNvSpPr>
          <p:nvPr>
            <p:ph type="title"/>
          </p:nvPr>
        </p:nvSpPr>
        <p:spPr>
          <a:xfrm>
            <a:off x="838200" y="29913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E60AC"/>
              </a:buClr>
              <a:buSzPts val="3600"/>
              <a:buFont typeface="Twentieth Century"/>
              <a:buNone/>
              <a:defRPr sz="3600" b="1" i="0" u="none" strike="noStrike" cap="none">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9"/>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marR="0" lvl="0" indent="-368300" algn="just" rtl="0">
              <a:lnSpc>
                <a:spcPct val="90000"/>
              </a:lnSpc>
              <a:spcBef>
                <a:spcPts val="1000"/>
              </a:spcBef>
              <a:spcAft>
                <a:spcPts val="0"/>
              </a:spcAft>
              <a:buClr>
                <a:srgbClr val="151515"/>
              </a:buClr>
              <a:buSzPts val="2200"/>
              <a:buFont typeface="Twentieth Century"/>
              <a:buAutoNum type="arabicPeriod"/>
              <a:defRPr sz="2200" b="0" i="0" u="none" strike="noStrike" cap="none">
                <a:solidFill>
                  <a:srgbClr val="151515"/>
                </a:solidFill>
                <a:latin typeface="Twentieth Century"/>
                <a:ea typeface="Twentieth Century"/>
                <a:cs typeface="Twentieth Century"/>
                <a:sym typeface="Twentieth Century"/>
              </a:defRPr>
            </a:lvl1pPr>
            <a:lvl2pPr marL="914400" marR="0" lvl="1" indent="-368300" algn="just" rtl="0">
              <a:lnSpc>
                <a:spcPct val="90000"/>
              </a:lnSpc>
              <a:spcBef>
                <a:spcPts val="500"/>
              </a:spcBef>
              <a:spcAft>
                <a:spcPts val="0"/>
              </a:spcAft>
              <a:buClr>
                <a:srgbClr val="151515"/>
              </a:buClr>
              <a:buSzPts val="2200"/>
              <a:buFont typeface="Twentieth Century"/>
              <a:buAutoNum type="alphaLcPeriod"/>
              <a:defRPr sz="2200" b="0" i="0" u="none" strike="noStrike" cap="none">
                <a:solidFill>
                  <a:srgbClr val="151515"/>
                </a:solidFill>
                <a:latin typeface="Twentieth Century"/>
                <a:ea typeface="Twentieth Century"/>
                <a:cs typeface="Twentieth Century"/>
                <a:sym typeface="Twentieth Century"/>
              </a:defRPr>
            </a:lvl2pPr>
            <a:lvl3pPr marL="1371600" marR="0" lvl="2"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3pPr>
            <a:lvl4pPr marL="1828800" marR="0" lvl="3"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4pPr>
            <a:lvl5pPr marL="2286000" marR="0" lvl="4" indent="-368300" algn="just" rtl="0">
              <a:lnSpc>
                <a:spcPct val="90000"/>
              </a:lnSpc>
              <a:spcBef>
                <a:spcPts val="500"/>
              </a:spcBef>
              <a:spcAft>
                <a:spcPts val="0"/>
              </a:spcAft>
              <a:buClr>
                <a:srgbClr val="151515"/>
              </a:buClr>
              <a:buSzPts val="2200"/>
              <a:buFont typeface="Arial"/>
              <a:buChar char="•"/>
              <a:defRPr sz="2200" b="0" i="0" u="none" strike="noStrike" cap="none">
                <a:solidFill>
                  <a:srgbClr val="151515"/>
                </a:solidFill>
                <a:latin typeface="Twentieth Century"/>
                <a:ea typeface="Twentieth Century"/>
                <a:cs typeface="Twentieth Century"/>
                <a:sym typeface="Twentieth Centur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4" name="Google Shape;1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1pPr>
            <a:lvl2pPr marL="0" marR="0" lvl="1"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2pPr>
            <a:lvl3pPr marL="0" marR="0" lvl="2"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3pPr>
            <a:lvl4pPr marL="0" marR="0" lvl="3"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4pPr>
            <a:lvl5pPr marL="0" marR="0" lvl="4"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5pPr>
            <a:lvl6pPr marL="0" marR="0" lvl="5"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6pPr>
            <a:lvl7pPr marL="0" marR="0" lvl="6"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7pPr>
            <a:lvl8pPr marL="0" marR="0" lvl="7"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8pPr>
            <a:lvl9pPr marL="0" marR="0" lvl="8" indent="0" algn="r" rtl="0">
              <a:lnSpc>
                <a:spcPct val="100000"/>
              </a:lnSpc>
              <a:spcBef>
                <a:spcPts val="0"/>
              </a:spcBef>
              <a:spcAft>
                <a:spcPts val="0"/>
              </a:spcAft>
              <a:buClr>
                <a:srgbClr val="889CC5"/>
              </a:buClr>
              <a:buSzPts val="1200"/>
              <a:buFont typeface="Twentieth Century"/>
              <a:buNone/>
              <a:defRPr sz="1200" b="0" i="0" u="none" strike="noStrike" cap="none">
                <a:solidFill>
                  <a:srgbClr val="889CC5"/>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5" name="Google Shape;15;p19"/>
          <p:cNvGrpSpPr/>
          <p:nvPr/>
        </p:nvGrpSpPr>
        <p:grpSpPr>
          <a:xfrm>
            <a:off x="10071739" y="152987"/>
            <a:ext cx="1971606" cy="729735"/>
            <a:chOff x="648649" y="653143"/>
            <a:chExt cx="2138362" cy="791455"/>
          </a:xfrm>
        </p:grpSpPr>
        <p:sp>
          <p:nvSpPr>
            <p:cNvPr id="16" name="Google Shape;16;p19"/>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7" name="Google Shape;17;p19"/>
            <p:cNvPicPr preferRelativeResize="0"/>
            <p:nvPr/>
          </p:nvPicPr>
          <p:blipFill rotWithShape="1">
            <a:blip r:embed="rId31">
              <a:alphaModFix/>
            </a:blip>
            <a:srcRect t="16017" b="18101"/>
            <a:stretch/>
          </p:blipFill>
          <p:spPr>
            <a:xfrm>
              <a:off x="702844" y="653143"/>
              <a:ext cx="2029972" cy="753035"/>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
          <p:cNvSpPr txBox="1">
            <a:spLocks noGrp="1"/>
          </p:cNvSpPr>
          <p:nvPr>
            <p:ph type="title"/>
          </p:nvPr>
        </p:nvSpPr>
        <p:spPr>
          <a:xfrm>
            <a:off x="588970" y="1773946"/>
            <a:ext cx="6869665" cy="202410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5400"/>
              <a:buFont typeface="Twentieth Century"/>
              <a:buNone/>
            </a:pPr>
            <a:r>
              <a:rPr lang="en-US">
                <a:latin typeface="Twentieth Century"/>
                <a:ea typeface="Twentieth Century"/>
                <a:cs typeface="Twentieth Century"/>
                <a:sym typeface="Twentieth Century"/>
              </a:rPr>
              <a:t>Machine</a:t>
            </a:r>
            <a:br>
              <a:rPr lang="en-US">
                <a:latin typeface="Twentieth Century"/>
                <a:ea typeface="Twentieth Century"/>
                <a:cs typeface="Twentieth Century"/>
                <a:sym typeface="Twentieth Century"/>
              </a:rPr>
            </a:br>
            <a:r>
              <a:rPr lang="en-US">
                <a:latin typeface="Twentieth Century"/>
                <a:ea typeface="Twentieth Century"/>
                <a:cs typeface="Twentieth Century"/>
                <a:sym typeface="Twentieth Century"/>
              </a:rPr>
              <a:t>Learning</a:t>
            </a:r>
            <a:endParaRPr i="1">
              <a:latin typeface="Twentieth Century"/>
              <a:ea typeface="Twentieth Century"/>
              <a:cs typeface="Twentieth Century"/>
              <a:sym typeface="Twentieth Century"/>
            </a:endParaRPr>
          </a:p>
        </p:txBody>
      </p:sp>
      <p:sp>
        <p:nvSpPr>
          <p:cNvPr id="241" name="Google Shape;241;p1"/>
          <p:cNvSpPr txBox="1">
            <a:spLocks noGrp="1"/>
          </p:cNvSpPr>
          <p:nvPr>
            <p:ph type="body" idx="1"/>
          </p:nvPr>
        </p:nvSpPr>
        <p:spPr>
          <a:xfrm>
            <a:off x="396465" y="4727205"/>
            <a:ext cx="6822483" cy="1212175"/>
          </a:xfrm>
          <a:prstGeom prst="rect">
            <a:avLst/>
          </a:prstGeom>
          <a:noFill/>
          <a:ln>
            <a:noFill/>
          </a:ln>
        </p:spPr>
        <p:txBody>
          <a:bodyPr spcFirstLastPara="1" wrap="square" lIns="91425" tIns="45700" rIns="91425" bIns="45700" anchor="t" anchorCtr="0">
            <a:normAutofit/>
          </a:bodyPr>
          <a:lstStyle/>
          <a:p>
            <a:pPr marL="168275" lvl="0" indent="0" algn="just" rtl="0">
              <a:lnSpc>
                <a:spcPct val="90000"/>
              </a:lnSpc>
              <a:spcBef>
                <a:spcPts val="1000"/>
              </a:spcBef>
              <a:spcAft>
                <a:spcPts val="0"/>
              </a:spcAft>
              <a:buSzPts val="2400"/>
              <a:buNone/>
            </a:pPr>
            <a:r>
              <a:rPr lang="en-US" b="1"/>
              <a:t>Supervised Machine Learning Algorithm: Support Vector Machine (SVM)</a:t>
            </a:r>
            <a:endParaRPr/>
          </a:p>
          <a:p>
            <a:pPr marL="457200" lvl="0" indent="-228600" algn="just" rtl="0">
              <a:lnSpc>
                <a:spcPct val="90000"/>
              </a:lnSpc>
              <a:spcBef>
                <a:spcPts val="1000"/>
              </a:spcBef>
              <a:spcAft>
                <a:spcPts val="0"/>
              </a:spcAft>
              <a:buClr>
                <a:schemeClr val="lt1"/>
              </a:buClr>
              <a:buSzPts val="2400"/>
              <a:buNone/>
            </a:pPr>
            <a:endParaRPr b="1"/>
          </a:p>
        </p:txBody>
      </p:sp>
      <p:sp>
        <p:nvSpPr>
          <p:cNvPr id="242" name="Google Shape;242;p1"/>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Sesi 7</a:t>
            </a:r>
            <a:endParaRPr/>
          </a:p>
        </p:txBody>
      </p:sp>
      <p:sp>
        <p:nvSpPr>
          <p:cNvPr id="243" name="Google Shape;243;p1"/>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CIE407</a:t>
            </a:r>
            <a:endParaRPr/>
          </a:p>
        </p:txBody>
      </p:sp>
      <p:pic>
        <p:nvPicPr>
          <p:cNvPr id="244" name="Google Shape;244;p1"/>
          <p:cNvPicPr preferRelativeResize="0">
            <a:picLocks noGrp="1"/>
          </p:cNvPicPr>
          <p:nvPr>
            <p:ph type="pic" idx="2"/>
          </p:nvPr>
        </p:nvPicPr>
        <p:blipFill rotWithShape="1">
          <a:blip r:embed="rId3">
            <a:alphaModFix/>
          </a:blip>
          <a:srcRect l="26635" r="26636"/>
          <a:stretch/>
        </p:blipFill>
        <p:spPr>
          <a:xfrm flipH="1">
            <a:off x="7384744" y="0"/>
            <a:ext cx="4807256" cy="685800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5154979" y="2248625"/>
            <a:ext cx="6198821" cy="406777"/>
          </a:xfrm>
        </p:spPr>
        <p:txBody>
          <a:bodyPr>
            <a:normAutofit fontScale="77500" lnSpcReduction="20000"/>
          </a:bodyPr>
          <a:lstStyle/>
          <a:p>
            <a:r>
              <a:rPr lang="en-US" dirty="0"/>
              <a:t>Dr. Rahmat Budiarsa, </a:t>
            </a:r>
            <a:r>
              <a:rPr lang="en-US" dirty="0" err="1"/>
              <a:t>S.Kom</a:t>
            </a:r>
            <a:r>
              <a:rPr lang="en-US" dirty="0"/>
              <a:t>.</a:t>
            </a:r>
          </a:p>
          <a:p>
            <a:endParaRPr lang="en-US" dirty="0"/>
          </a:p>
          <a:p>
            <a:endParaRPr lang="en-US" dirty="0"/>
          </a:p>
        </p:txBody>
      </p:sp>
      <p:sp>
        <p:nvSpPr>
          <p:cNvPr id="10" name="Text Placeholder 9">
            <a:extLst>
              <a:ext uri="{FF2B5EF4-FFF2-40B4-BE49-F238E27FC236}">
                <a16:creationId xmlns:a16="http://schemas.microsoft.com/office/drawing/2014/main" id="{AD49BF15-A3C7-8807-54BE-DD9F243DEA0D}"/>
              </a:ext>
            </a:extLst>
          </p:cNvPr>
          <p:cNvSpPr>
            <a:spLocks noGrp="1"/>
          </p:cNvSpPr>
          <p:nvPr>
            <p:ph type="body" sz="quarter" idx="16"/>
          </p:nvPr>
        </p:nvSpPr>
        <p:spPr/>
        <p:txBody>
          <a:bodyPr>
            <a:normAutofit fontScale="77500" lnSpcReduction="20000"/>
          </a:bodyPr>
          <a:lstStyle/>
          <a:p>
            <a:r>
              <a:rPr lang="en-ID"/>
              <a:t>rahmat.budiarsa@esaunggul.ac.id</a:t>
            </a:r>
          </a:p>
          <a:p>
            <a:endParaRPr lang="en-ID" dirty="0"/>
          </a:p>
        </p:txBody>
      </p:sp>
      <p:sp>
        <p:nvSpPr>
          <p:cNvPr id="12" name="Text Placeholder 11">
            <a:extLst>
              <a:ext uri="{FF2B5EF4-FFF2-40B4-BE49-F238E27FC236}">
                <a16:creationId xmlns:a16="http://schemas.microsoft.com/office/drawing/2014/main" id="{855CCF90-E809-9E7D-836F-C4D3D4F3AFC9}"/>
              </a:ext>
            </a:extLst>
          </p:cNvPr>
          <p:cNvSpPr>
            <a:spLocks noGrp="1"/>
          </p:cNvSpPr>
          <p:nvPr>
            <p:ph type="body" sz="quarter" idx="15"/>
          </p:nvPr>
        </p:nvSpPr>
        <p:spPr/>
        <p:txBody>
          <a:bodyPr>
            <a:normAutofit fontScale="77500" lnSpcReduction="20000"/>
          </a:bodyPr>
          <a:lstStyle/>
          <a:p>
            <a:r>
              <a:rPr lang="en-ID" dirty="0"/>
              <a:t>8482</a:t>
            </a:r>
          </a:p>
          <a:p>
            <a:endParaRPr lang="en-ID" dirty="0"/>
          </a:p>
        </p:txBody>
      </p:sp>
      <p:pic>
        <p:nvPicPr>
          <p:cNvPr id="26" name="Picture Placeholder 25" descr="A person in a suit and tie&#10;&#10;AI-generated content may be incorrect.">
            <a:extLst>
              <a:ext uri="{FF2B5EF4-FFF2-40B4-BE49-F238E27FC236}">
                <a16:creationId xmlns:a16="http://schemas.microsoft.com/office/drawing/2014/main" id="{DE1D53B0-E00D-EA8D-1E4A-F8F7FAC420B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008" b="2008"/>
          <a:stretch>
            <a:fillRect/>
          </a:stretch>
        </p:blipFill>
        <p:spPr/>
      </p:pic>
    </p:spTree>
    <p:extLst>
      <p:ext uri="{BB962C8B-B14F-4D97-AF65-F5344CB8AC3E}">
        <p14:creationId xmlns:p14="http://schemas.microsoft.com/office/powerpoint/2010/main" val="111028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Pengenalan Machine Learning</a:t>
            </a:r>
            <a:endParaRPr/>
          </a:p>
        </p:txBody>
      </p:sp>
      <p:sp>
        <p:nvSpPr>
          <p:cNvPr id="258" name="Google Shape;258;p3"/>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vs Unsupervised Learning</a:t>
            </a:r>
            <a:endParaRPr/>
          </a:p>
        </p:txBody>
      </p:sp>
      <p:sp>
        <p:nvSpPr>
          <p:cNvPr id="259" name="Google Shape;259;p3"/>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Algoritma Supervised Learning</a:t>
            </a:r>
            <a:endParaRPr/>
          </a:p>
        </p:txBody>
      </p:sp>
      <p:sp>
        <p:nvSpPr>
          <p:cNvPr id="260" name="Google Shape;260;p3"/>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b="1"/>
              <a:t>Algoritma Unsupervised Learning</a:t>
            </a:r>
            <a:endParaRPr/>
          </a:p>
        </p:txBody>
      </p:sp>
      <p:sp>
        <p:nvSpPr>
          <p:cNvPr id="261" name="Google Shape;261;p3"/>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dirty="0"/>
              <a:t>Supervised Learning: Classification dan </a:t>
            </a:r>
            <a:r>
              <a:rPr lang="en-US" dirty="0" err="1"/>
              <a:t>Regresi</a:t>
            </a:r>
            <a:endParaRPr dirty="0"/>
          </a:p>
        </p:txBody>
      </p:sp>
      <p:sp>
        <p:nvSpPr>
          <p:cNvPr id="262" name="Google Shape;262;p3"/>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Decision Tree (DT)</a:t>
            </a:r>
            <a:endParaRPr/>
          </a:p>
        </p:txBody>
      </p:sp>
      <p:sp>
        <p:nvSpPr>
          <p:cNvPr id="263" name="Google Shape;263;p3"/>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363636"/>
              </a:buClr>
              <a:buSzPts val="1600"/>
              <a:buNone/>
            </a:pPr>
            <a:r>
              <a:rPr lang="en-US" b="1" dirty="0"/>
              <a:t>Supervised Machine Learning Algorithm: Support Vector Machine (SVM)</a:t>
            </a:r>
            <a:endParaRPr dirty="0"/>
          </a:p>
        </p:txBody>
      </p:sp>
      <p:sp>
        <p:nvSpPr>
          <p:cNvPr id="264" name="Google Shape;264;p3"/>
          <p:cNvSpPr/>
          <p:nvPr/>
        </p:nvSpPr>
        <p:spPr>
          <a:xfrm>
            <a:off x="6225505" y="3758664"/>
            <a:ext cx="2531165" cy="1588168"/>
          </a:xfrm>
          <a:prstGeom prst="rect">
            <a:avLst/>
          </a:prstGeom>
          <a:noFill/>
          <a:ln w="57150" cap="flat" cmpd="sng">
            <a:solidFill>
              <a:srgbClr val="0E60A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Neural Network (Deep Learning)</a:t>
            </a:r>
            <a:endParaRPr/>
          </a:p>
        </p:txBody>
      </p:sp>
      <p:sp>
        <p:nvSpPr>
          <p:cNvPr id="270" name="Google Shape;270;p4"/>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Supervised Learning: K-Nearest Neighbor</a:t>
            </a:r>
            <a:endParaRPr/>
          </a:p>
        </p:txBody>
      </p:sp>
      <p:sp>
        <p:nvSpPr>
          <p:cNvPr id="271" name="Google Shape;271;p4"/>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Unsupervised Learning: Clustering</a:t>
            </a:r>
            <a:endParaRPr/>
          </a:p>
        </p:txBody>
      </p:sp>
      <p:sp>
        <p:nvSpPr>
          <p:cNvPr id="272" name="Google Shape;272;p4"/>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Unsupervised Learning: Principal Component Analysis</a:t>
            </a:r>
            <a:endParaRPr/>
          </a:p>
        </p:txBody>
      </p:sp>
      <p:sp>
        <p:nvSpPr>
          <p:cNvPr id="273" name="Google Shape;273;p4"/>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Fitur Representasi dan Rekayasa Data</a:t>
            </a:r>
            <a:endParaRPr/>
          </a:p>
        </p:txBody>
      </p:sp>
      <p:sp>
        <p:nvSpPr>
          <p:cNvPr id="274" name="Google Shape;274;p4"/>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Evaluasi dan Perbaikan Model</a:t>
            </a:r>
            <a:endParaRPr/>
          </a:p>
        </p:txBody>
      </p:sp>
      <p:sp>
        <p:nvSpPr>
          <p:cNvPr id="275" name="Google Shape;275;p4"/>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63636"/>
              </a:buClr>
              <a:buSzPts val="1600"/>
              <a:buNone/>
            </a:pPr>
            <a:r>
              <a:rPr lang="en-US"/>
              <a:t>Tantangan dalam Machine Learning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5"/>
          <p:cNvSpPr txBox="1">
            <a:spLocks noGrp="1"/>
          </p:cNvSpPr>
          <p:nvPr>
            <p:ph type="body" idx="1"/>
          </p:nvPr>
        </p:nvSpPr>
        <p:spPr>
          <a:xfrm>
            <a:off x="838200" y="2139885"/>
            <a:ext cx="10515600" cy="396066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151515"/>
              </a:buClr>
              <a:buSzPts val="2200"/>
              <a:buNone/>
            </a:pPr>
            <a:r>
              <a:rPr lang="en-US" b="1" dirty="0" err="1"/>
              <a:t>Setelah</a:t>
            </a:r>
            <a:r>
              <a:rPr lang="en-US" b="1" dirty="0"/>
              <a:t> </a:t>
            </a:r>
            <a:r>
              <a:rPr lang="en-US" b="1" dirty="0" err="1"/>
              <a:t>mempelajari</a:t>
            </a:r>
            <a:r>
              <a:rPr lang="en-US" b="1" dirty="0"/>
              <a:t> </a:t>
            </a:r>
            <a:r>
              <a:rPr lang="en-US" b="1" dirty="0" err="1"/>
              <a:t>materi</a:t>
            </a:r>
            <a:r>
              <a:rPr lang="en-US" b="1" dirty="0"/>
              <a:t> pada </a:t>
            </a:r>
            <a:r>
              <a:rPr lang="en-US" b="1" dirty="0" err="1"/>
              <a:t>sesi</a:t>
            </a:r>
            <a:r>
              <a:rPr lang="en-US" b="1" dirty="0"/>
              <a:t> </a:t>
            </a:r>
            <a:r>
              <a:rPr lang="en-US" b="1" dirty="0" err="1"/>
              <a:t>ini</a:t>
            </a:r>
            <a:r>
              <a:rPr lang="en-US" b="1" dirty="0"/>
              <a:t>, </a:t>
            </a:r>
            <a:r>
              <a:rPr lang="en-US" b="1" dirty="0" err="1"/>
              <a:t>diharapkan</a:t>
            </a:r>
            <a:r>
              <a:rPr lang="en-US" b="1" dirty="0"/>
              <a:t> </a:t>
            </a:r>
            <a:r>
              <a:rPr lang="en-US" b="1" dirty="0" err="1"/>
              <a:t>mahasiswa</a:t>
            </a:r>
            <a:r>
              <a:rPr lang="en-US" b="1" dirty="0"/>
              <a:t>:</a:t>
            </a:r>
            <a:endParaRPr dirty="0"/>
          </a:p>
          <a:p>
            <a:pPr marL="342900" lvl="0" indent="-342900" algn="just" rtl="0">
              <a:lnSpc>
                <a:spcPct val="90000"/>
              </a:lnSpc>
              <a:spcBef>
                <a:spcPts val="1000"/>
              </a:spcBef>
              <a:spcAft>
                <a:spcPts val="0"/>
              </a:spcAft>
              <a:buClr>
                <a:srgbClr val="151515"/>
              </a:buClr>
              <a:buSzPts val="2200"/>
              <a:buFont typeface="Arial"/>
              <a:buChar char="•"/>
            </a:pPr>
            <a:r>
              <a:rPr lang="en-US" dirty="0"/>
              <a:t>Mampu </a:t>
            </a:r>
            <a:r>
              <a:rPr lang="en-US" dirty="0" err="1"/>
              <a:t>menguraikan</a:t>
            </a:r>
            <a:r>
              <a:rPr lang="en-US" dirty="0"/>
              <a:t> Algoritma Support Vector Machine (SVM)</a:t>
            </a:r>
          </a:p>
          <a:p>
            <a:pPr marL="342900" lvl="0" indent="-342900" algn="just" rtl="0">
              <a:lnSpc>
                <a:spcPct val="90000"/>
              </a:lnSpc>
              <a:spcBef>
                <a:spcPts val="1000"/>
              </a:spcBef>
              <a:spcAft>
                <a:spcPts val="0"/>
              </a:spcAft>
              <a:buClr>
                <a:srgbClr val="151515"/>
              </a:buClr>
              <a:buSzPts val="2200"/>
              <a:buFont typeface="Arial"/>
              <a:buChar char="•"/>
            </a:pPr>
            <a:r>
              <a:rPr lang="en-US" dirty="0"/>
              <a:t>Mampu </a:t>
            </a:r>
            <a:r>
              <a:rPr lang="en-US" dirty="0" err="1"/>
              <a:t>menguraikan</a:t>
            </a:r>
            <a:r>
              <a:rPr lang="en-US" dirty="0"/>
              <a:t> </a:t>
            </a:r>
            <a:r>
              <a:rPr lang="en-US" dirty="0" err="1"/>
              <a:t>Kelebihan</a:t>
            </a:r>
            <a:r>
              <a:rPr lang="en-US" dirty="0"/>
              <a:t>, </a:t>
            </a:r>
            <a:r>
              <a:rPr lang="en-US" dirty="0" err="1"/>
              <a:t>kekurangan</a:t>
            </a:r>
            <a:r>
              <a:rPr lang="en-US" dirty="0"/>
              <a:t> Algoritma Support Vector Machine (SVM)</a:t>
            </a:r>
          </a:p>
          <a:p>
            <a:pPr marL="342900" lvl="0" indent="-342900" algn="just" rtl="0">
              <a:lnSpc>
                <a:spcPct val="90000"/>
              </a:lnSpc>
              <a:spcBef>
                <a:spcPts val="1000"/>
              </a:spcBef>
              <a:spcAft>
                <a:spcPts val="0"/>
              </a:spcAft>
              <a:buClr>
                <a:srgbClr val="151515"/>
              </a:buClr>
              <a:buSzPts val="2200"/>
              <a:buFont typeface="Arial"/>
              <a:buChar char="•"/>
            </a:pPr>
            <a:r>
              <a:rPr lang="en-US" dirty="0"/>
              <a:t>Mampu </a:t>
            </a:r>
            <a:r>
              <a:rPr lang="en-US" dirty="0" err="1"/>
              <a:t>menjelaskan</a:t>
            </a:r>
            <a:r>
              <a:rPr lang="en-US" dirty="0"/>
              <a:t> parameter Algoritma Support Vector Machine (SVM)</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6"/>
          <p:cNvSpPr txBox="1">
            <a:spLocks noGrp="1"/>
          </p:cNvSpPr>
          <p:nvPr>
            <p:ph type="ctrTitle"/>
          </p:nvPr>
        </p:nvSpPr>
        <p:spPr>
          <a:xfrm>
            <a:off x="5835541" y="2275158"/>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dirty="0"/>
              <a:t>SUPERVISED LEARNING: </a:t>
            </a:r>
            <a:br>
              <a:rPr lang="en-US" sz="5400" dirty="0"/>
            </a:br>
            <a:r>
              <a:rPr lang="en-US" sz="5400" dirty="0"/>
              <a:t>Support Vector Machine</a:t>
            </a:r>
            <a:br>
              <a:rPr lang="en-US" sz="5400" dirty="0"/>
            </a:br>
            <a:endParaRPr sz="5400" dirty="0"/>
          </a:p>
        </p:txBody>
      </p:sp>
      <p:pic>
        <p:nvPicPr>
          <p:cNvPr id="286" name="Google Shape;286;p6"/>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7"/>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92" name="Google Shape;292;p7"/>
          <p:cNvSpPr txBox="1">
            <a:spLocks noGrp="1"/>
          </p:cNvSpPr>
          <p:nvPr>
            <p:ph type="title"/>
          </p:nvPr>
        </p:nvSpPr>
        <p:spPr>
          <a:xfrm>
            <a:off x="337736" y="748759"/>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200"/>
              <a:buFont typeface="Twentieth Century"/>
              <a:buNone/>
            </a:pPr>
            <a:r>
              <a:rPr lang="en-US" sz="3200" dirty="0"/>
              <a:t>Support</a:t>
            </a:r>
            <a:r>
              <a:rPr lang="en-US" sz="3200" dirty="0">
                <a:latin typeface="Twentieth Century"/>
                <a:ea typeface="Twentieth Century"/>
                <a:cs typeface="Twentieth Century"/>
                <a:sym typeface="Twentieth Century"/>
              </a:rPr>
              <a:t> Vector Machine</a:t>
            </a:r>
            <a:endParaRPr dirty="0"/>
          </a:p>
        </p:txBody>
      </p:sp>
      <p:sp>
        <p:nvSpPr>
          <p:cNvPr id="293" name="Google Shape;293;p7"/>
          <p:cNvSpPr txBox="1">
            <a:spLocks noGrp="1"/>
          </p:cNvSpPr>
          <p:nvPr>
            <p:ph type="body" idx="1"/>
          </p:nvPr>
        </p:nvSpPr>
        <p:spPr>
          <a:xfrm>
            <a:off x="446375" y="1898668"/>
            <a:ext cx="5649625" cy="2675652"/>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400"/>
              <a:buNone/>
            </a:pPr>
            <a:r>
              <a:rPr lang="en-US" sz="2400" dirty="0">
                <a:latin typeface="Twentieth Century"/>
                <a:ea typeface="Twentieth Century"/>
                <a:cs typeface="Twentieth Century"/>
                <a:sym typeface="Twentieth Century"/>
              </a:rPr>
              <a:t>	Algoritma </a:t>
            </a:r>
            <a:r>
              <a:rPr lang="en-US" sz="2400" dirty="0"/>
              <a:t>Support</a:t>
            </a:r>
            <a:r>
              <a:rPr lang="en-US" sz="2400" dirty="0">
                <a:latin typeface="Twentieth Century"/>
                <a:ea typeface="Twentieth Century"/>
                <a:cs typeface="Twentieth Century"/>
                <a:sym typeface="Twentieth Century"/>
              </a:rPr>
              <a:t> Vector Machine </a:t>
            </a:r>
            <a:r>
              <a:rPr lang="en-US" sz="2400" dirty="0" err="1">
                <a:latin typeface="Twentieth Century"/>
                <a:ea typeface="Twentieth Century"/>
                <a:cs typeface="Twentieth Century"/>
                <a:sym typeface="Twentieth Century"/>
              </a:rPr>
              <a:t>atau</a:t>
            </a:r>
            <a:r>
              <a:rPr lang="en-US" sz="2400" dirty="0">
                <a:latin typeface="Twentieth Century"/>
                <a:ea typeface="Twentieth Century"/>
                <a:cs typeface="Twentieth Century"/>
                <a:sym typeface="Twentieth Century"/>
              </a:rPr>
              <a:t> SVM </a:t>
            </a:r>
            <a:r>
              <a:rPr lang="en-US" sz="2400" dirty="0" err="1">
                <a:latin typeface="Twentieth Century"/>
                <a:ea typeface="Twentieth Century"/>
                <a:cs typeface="Twentieth Century"/>
                <a:sym typeface="Twentieth Century"/>
              </a:rPr>
              <a:t>adalah</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algortima</a:t>
            </a:r>
            <a:r>
              <a:rPr lang="en-US" sz="2400" dirty="0">
                <a:latin typeface="Twentieth Century"/>
                <a:ea typeface="Twentieth Century"/>
                <a:cs typeface="Twentieth Century"/>
                <a:sym typeface="Twentieth Century"/>
              </a:rPr>
              <a:t> yang </a:t>
            </a:r>
            <a:r>
              <a:rPr lang="en-US" sz="2400" dirty="0" err="1">
                <a:latin typeface="Twentieth Century"/>
                <a:ea typeface="Twentieth Century"/>
                <a:cs typeface="Twentieth Century"/>
                <a:sym typeface="Twentieth Century"/>
              </a:rPr>
              <a:t>mencari</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titik-titik</a:t>
            </a:r>
            <a:r>
              <a:rPr lang="en-US" sz="2400" dirty="0">
                <a:latin typeface="Twentieth Century"/>
                <a:ea typeface="Twentieth Century"/>
                <a:cs typeface="Twentieth Century"/>
                <a:sym typeface="Twentieth Century"/>
              </a:rPr>
              <a:t> yang paling </a:t>
            </a:r>
            <a:r>
              <a:rPr lang="en-US" sz="2400" dirty="0" err="1">
                <a:latin typeface="Twentieth Century"/>
                <a:ea typeface="Twentieth Century"/>
                <a:cs typeface="Twentieth Century"/>
                <a:sym typeface="Twentieth Century"/>
              </a:rPr>
              <a:t>dekat</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dengan</a:t>
            </a:r>
            <a:r>
              <a:rPr lang="en-US" sz="2400" dirty="0">
                <a:latin typeface="Twentieth Century"/>
                <a:ea typeface="Twentieth Century"/>
                <a:cs typeface="Twentieth Century"/>
                <a:sym typeface="Twentieth Century"/>
              </a:rPr>
              <a:t> garis </a:t>
            </a:r>
            <a:r>
              <a:rPr lang="en-US" sz="2400" dirty="0" err="1">
                <a:latin typeface="Twentieth Century"/>
                <a:ea typeface="Twentieth Century"/>
                <a:cs typeface="Twentieth Century"/>
                <a:sym typeface="Twentieth Century"/>
              </a:rPr>
              <a:t>dari</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kedua</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kelas</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Titik-titik</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ini</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disebut</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vektor</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pendukung</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Sedangkan</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jarak</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antara</a:t>
            </a:r>
            <a:r>
              <a:rPr lang="en-US" sz="2400" dirty="0">
                <a:latin typeface="Twentieth Century"/>
                <a:ea typeface="Twentieth Century"/>
                <a:cs typeface="Twentieth Century"/>
                <a:sym typeface="Twentieth Century"/>
              </a:rPr>
              <a:t> garis dan </a:t>
            </a:r>
            <a:r>
              <a:rPr lang="en-US" sz="2400" dirty="0" err="1">
                <a:latin typeface="Twentieth Century"/>
                <a:ea typeface="Twentieth Century"/>
                <a:cs typeface="Twentieth Century"/>
                <a:sym typeface="Twentieth Century"/>
              </a:rPr>
              <a:t>vektor</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pendukung</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disebut</a:t>
            </a:r>
            <a:r>
              <a:rPr lang="en-US" sz="2400" dirty="0">
                <a:latin typeface="Twentieth Century"/>
                <a:ea typeface="Twentieth Century"/>
                <a:cs typeface="Twentieth Century"/>
                <a:sym typeface="Twentieth Century"/>
              </a:rPr>
              <a:t> margin. 	SVM </a:t>
            </a:r>
            <a:r>
              <a:rPr lang="en-US" sz="2400" dirty="0" err="1">
                <a:latin typeface="Twentieth Century"/>
                <a:ea typeface="Twentieth Century"/>
                <a:cs typeface="Twentieth Century"/>
                <a:sym typeface="Twentieth Century"/>
              </a:rPr>
              <a:t>bertujuan</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untuk</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membuat</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batasan</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keputusan</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sedemikian</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rupa</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sehingga</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pemisahan</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antara</a:t>
            </a:r>
            <a:r>
              <a:rPr lang="en-US" sz="2400" dirty="0">
                <a:latin typeface="Twentieth Century"/>
                <a:ea typeface="Twentieth Century"/>
                <a:cs typeface="Twentieth Century"/>
                <a:sym typeface="Twentieth Century"/>
              </a:rPr>
              <a:t> dua </a:t>
            </a:r>
            <a:r>
              <a:rPr lang="en-US" sz="2400" dirty="0" err="1">
                <a:latin typeface="Twentieth Century"/>
                <a:ea typeface="Twentieth Century"/>
                <a:cs typeface="Twentieth Century"/>
                <a:sym typeface="Twentieth Century"/>
              </a:rPr>
              <a:t>kelas</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jalan</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itu</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selebar</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mungkin</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seperti</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contoh</a:t>
            </a:r>
            <a:r>
              <a:rPr lang="en-US" sz="2400" dirty="0">
                <a:latin typeface="Twentieth Century"/>
                <a:ea typeface="Twentieth Century"/>
                <a:cs typeface="Twentieth Century"/>
                <a:sym typeface="Twentieth Century"/>
              </a:rPr>
              <a:t> pada </a:t>
            </a:r>
            <a:r>
              <a:rPr lang="en-US" sz="2400" dirty="0" err="1">
                <a:latin typeface="Twentieth Century"/>
                <a:ea typeface="Twentieth Century"/>
                <a:cs typeface="Twentieth Century"/>
                <a:sym typeface="Twentieth Century"/>
              </a:rPr>
              <a:t>gambar</a:t>
            </a:r>
            <a:r>
              <a:rPr lang="en-US" sz="2400" dirty="0">
                <a:latin typeface="Twentieth Century"/>
                <a:ea typeface="Twentieth Century"/>
                <a:cs typeface="Twentieth Century"/>
                <a:sym typeface="Twentieth Century"/>
              </a:rPr>
              <a:t> </a:t>
            </a:r>
            <a:r>
              <a:rPr lang="en-US" sz="2400" dirty="0" err="1">
                <a:latin typeface="Twentieth Century"/>
                <a:ea typeface="Twentieth Century"/>
                <a:cs typeface="Twentieth Century"/>
                <a:sym typeface="Twentieth Century"/>
              </a:rPr>
              <a:t>berikut</a:t>
            </a:r>
            <a:r>
              <a:rPr lang="en-US" sz="2400" dirty="0">
                <a:latin typeface="Twentieth Century"/>
                <a:ea typeface="Twentieth Century"/>
                <a:cs typeface="Twentieth Century"/>
                <a:sym typeface="Twentieth Century"/>
              </a:rPr>
              <a:t>.</a:t>
            </a:r>
            <a:endParaRPr dirty="0"/>
          </a:p>
        </p:txBody>
      </p:sp>
      <p:pic>
        <p:nvPicPr>
          <p:cNvPr id="294" name="Google Shape;294;p7"/>
          <p:cNvPicPr preferRelativeResize="0">
            <a:picLocks noGrp="1"/>
          </p:cNvPicPr>
          <p:nvPr>
            <p:ph type="pic" idx="2"/>
          </p:nvPr>
        </p:nvPicPr>
        <p:blipFill rotWithShape="1">
          <a:blip r:embed="rId3">
            <a:alphaModFix/>
          </a:blip>
          <a:srcRect l="9032" r="9031"/>
          <a:stretch/>
        </p:blipFill>
        <p:spPr>
          <a:xfrm>
            <a:off x="6163113" y="1260281"/>
            <a:ext cx="5331055" cy="433743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8"/>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E60AC"/>
              </a:buClr>
              <a:buSzPct val="100000"/>
              <a:buFont typeface="Twentieth Century"/>
              <a:buNone/>
            </a:pPr>
            <a:br>
              <a:rPr lang="en-US"/>
            </a:br>
            <a:endParaRPr/>
          </a:p>
        </p:txBody>
      </p:sp>
      <p:pic>
        <p:nvPicPr>
          <p:cNvPr id="300" name="Google Shape;300;p8"/>
          <p:cNvPicPr preferRelativeResize="0"/>
          <p:nvPr/>
        </p:nvPicPr>
        <p:blipFill rotWithShape="1">
          <a:blip r:embed="rId3">
            <a:alphaModFix/>
          </a:blip>
          <a:srcRect/>
          <a:stretch/>
        </p:blipFill>
        <p:spPr>
          <a:xfrm>
            <a:off x="2153920" y="673768"/>
            <a:ext cx="7599076" cy="5697202"/>
          </a:xfrm>
          <a:prstGeom prst="rect">
            <a:avLst/>
          </a:prstGeom>
          <a:noFill/>
          <a:ln>
            <a:noFill/>
          </a:ln>
        </p:spPr>
      </p:pic>
      <p:pic>
        <p:nvPicPr>
          <p:cNvPr id="301" name="Google Shape;301;p8"/>
          <p:cNvPicPr preferRelativeResize="0"/>
          <p:nvPr/>
        </p:nvPicPr>
        <p:blipFill rotWithShape="1">
          <a:blip r:embed="rId3">
            <a:alphaModFix/>
          </a:blip>
          <a:srcRect/>
          <a:stretch/>
        </p:blipFill>
        <p:spPr>
          <a:xfrm>
            <a:off x="2306320" y="826168"/>
            <a:ext cx="7599076" cy="569720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9"/>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E60AC"/>
              </a:buClr>
              <a:buSzPct val="100000"/>
              <a:buFont typeface="Twentieth Century"/>
              <a:buNone/>
            </a:pPr>
            <a:br>
              <a:rPr lang="en-US"/>
            </a:br>
            <a:endParaRPr/>
          </a:p>
        </p:txBody>
      </p:sp>
      <p:sp>
        <p:nvSpPr>
          <p:cNvPr id="307" name="Google Shape;307;p9"/>
          <p:cNvSpPr/>
          <p:nvPr/>
        </p:nvSpPr>
        <p:spPr>
          <a:xfrm>
            <a:off x="433137" y="822603"/>
            <a:ext cx="11213431" cy="332398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a:solidFill>
                  <a:schemeClr val="dk1"/>
                </a:solidFill>
                <a:latin typeface="Twentieth Century"/>
                <a:ea typeface="Twentieth Century"/>
                <a:cs typeface="Twentieth Century"/>
                <a:sym typeface="Twentieth Century"/>
              </a:rPr>
              <a:t>Data pada gambar di bawah jelas tidak dapat dipisahkan secara linier. Kita tidak bisa menarik garis lurus untuk mengklasifikasikan data ini. Namun, data ini dapat diubah menjadi data yang dapat dipisahkan secara linier dalam dimensi yang lebih tinggi. Mari tambahkan satu dimensi lagi dan beri nama sumbu z. Biarkan koordinat pada sumbu z diatur oleh batasan,</a:t>
            </a:r>
            <a:endParaRPr sz="2000">
              <a:solidFill>
                <a:schemeClr val="dk1"/>
              </a:solidFill>
              <a:latin typeface="Twentieth Century"/>
              <a:ea typeface="Twentieth Century"/>
              <a:cs typeface="Twentieth Century"/>
              <a:sym typeface="Twentieth Century"/>
            </a:endParaRPr>
          </a:p>
          <a:p>
            <a:pPr marL="0" marR="0" lvl="0" indent="0" algn="just" rtl="0">
              <a:lnSpc>
                <a:spcPct val="150000"/>
              </a:lnSpc>
              <a:spcBef>
                <a:spcPts val="0"/>
              </a:spcBef>
              <a:spcAft>
                <a:spcPts val="0"/>
              </a:spcAft>
              <a:buNone/>
            </a:pPr>
            <a:r>
              <a:rPr lang="en-US" sz="2000">
                <a:solidFill>
                  <a:schemeClr val="dk1"/>
                </a:solidFill>
                <a:latin typeface="Twentieth Century"/>
                <a:ea typeface="Twentieth Century"/>
                <a:cs typeface="Twentieth Century"/>
                <a:sym typeface="Twentieth Century"/>
              </a:rPr>
              <a:t>     	z = x²+y²</a:t>
            </a:r>
            <a:endParaRPr sz="2000">
              <a:solidFill>
                <a:schemeClr val="dk1"/>
              </a:solidFill>
              <a:latin typeface="Twentieth Century"/>
              <a:ea typeface="Twentieth Century"/>
              <a:cs typeface="Twentieth Century"/>
              <a:sym typeface="Twentieth Century"/>
            </a:endParaRPr>
          </a:p>
          <a:p>
            <a:pPr marL="0" marR="0" lvl="0" indent="0" algn="just" rtl="0">
              <a:lnSpc>
                <a:spcPct val="150000"/>
              </a:lnSpc>
              <a:spcBef>
                <a:spcPts val="0"/>
              </a:spcBef>
              <a:spcAft>
                <a:spcPts val="0"/>
              </a:spcAft>
              <a:buNone/>
            </a:pPr>
            <a:r>
              <a:rPr lang="en-US" sz="2000">
                <a:solidFill>
                  <a:schemeClr val="dk1"/>
                </a:solidFill>
                <a:latin typeface="Twentieth Century"/>
                <a:ea typeface="Twentieth Century"/>
                <a:cs typeface="Twentieth Century"/>
                <a:sym typeface="Twentieth Century"/>
              </a:rPr>
              <a:t>Jadi pada dasarnya koordinat z adalah kuadrat jarak suatu titik dari titik asal. Mari kita plot datanya pada sumbu z.</a:t>
            </a:r>
            <a:endParaRPr sz="2000">
              <a:solidFill>
                <a:schemeClr val="dk1"/>
              </a:solidFill>
              <a:latin typeface="Twentieth Century"/>
              <a:ea typeface="Twentieth Century"/>
              <a:cs typeface="Twentieth Century"/>
              <a:sym typeface="Twentieth Century"/>
            </a:endParaRPr>
          </a:p>
        </p:txBody>
      </p:sp>
      <p:pic>
        <p:nvPicPr>
          <p:cNvPr id="308" name="Google Shape;308;p9"/>
          <p:cNvPicPr preferRelativeResize="0"/>
          <p:nvPr/>
        </p:nvPicPr>
        <p:blipFill rotWithShape="1">
          <a:blip r:embed="rId3">
            <a:alphaModFix/>
          </a:blip>
          <a:srcRect/>
          <a:stretch/>
        </p:blipFill>
        <p:spPr>
          <a:xfrm>
            <a:off x="3828717" y="3713453"/>
            <a:ext cx="3616549" cy="27114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0"/>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0E60AC"/>
              </a:buClr>
              <a:buSzPct val="100000"/>
              <a:buFont typeface="Twentieth Century"/>
              <a:buNone/>
            </a:pPr>
            <a:br>
              <a:rPr lang="en-US"/>
            </a:br>
            <a:endParaRPr/>
          </a:p>
        </p:txBody>
      </p:sp>
      <p:pic>
        <p:nvPicPr>
          <p:cNvPr id="314" name="Google Shape;314;p10"/>
          <p:cNvPicPr preferRelativeResize="0"/>
          <p:nvPr/>
        </p:nvPicPr>
        <p:blipFill rotWithShape="1">
          <a:blip r:embed="rId3">
            <a:alphaModFix/>
          </a:blip>
          <a:srcRect/>
          <a:stretch/>
        </p:blipFill>
        <p:spPr>
          <a:xfrm>
            <a:off x="2656306" y="915844"/>
            <a:ext cx="6879389" cy="515763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1"/>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E60AC"/>
              </a:buClr>
              <a:buSzPts val="3600"/>
              <a:buFont typeface="Twentieth Century"/>
              <a:buNone/>
            </a:pPr>
            <a:r>
              <a:rPr lang="en-US"/>
              <a:t>Perubahan data setelah diberikan nilai Z</a:t>
            </a:r>
            <a:endParaRPr/>
          </a:p>
        </p:txBody>
      </p:sp>
      <p:pic>
        <p:nvPicPr>
          <p:cNvPr id="320" name="Google Shape;320;p11"/>
          <p:cNvPicPr preferRelativeResize="0"/>
          <p:nvPr/>
        </p:nvPicPr>
        <p:blipFill rotWithShape="1">
          <a:blip r:embed="rId3">
            <a:alphaModFix/>
          </a:blip>
          <a:srcRect/>
          <a:stretch/>
        </p:blipFill>
        <p:spPr>
          <a:xfrm>
            <a:off x="1062560" y="1680977"/>
            <a:ext cx="5731510" cy="4297045"/>
          </a:xfrm>
          <a:prstGeom prst="rect">
            <a:avLst/>
          </a:prstGeom>
          <a:noFill/>
          <a:ln>
            <a:noFill/>
          </a:ln>
        </p:spPr>
      </p:pic>
      <p:pic>
        <p:nvPicPr>
          <p:cNvPr id="1026" name="Picture 2" descr="Support vector machine — Machine learning book">
            <a:extLst>
              <a:ext uri="{FF2B5EF4-FFF2-40B4-BE49-F238E27FC236}">
                <a16:creationId xmlns:a16="http://schemas.microsoft.com/office/drawing/2014/main" id="{6360375B-949B-DC5A-7C0E-4C3229F6D6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4070" y="1918812"/>
            <a:ext cx="4196181" cy="3258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12"/>
          <p:cNvSpPr txBox="1">
            <a:spLocks noGrp="1"/>
          </p:cNvSpPr>
          <p:nvPr>
            <p:ph type="title"/>
          </p:nvPr>
        </p:nvSpPr>
        <p:spPr>
          <a:xfrm>
            <a:off x="838200" y="457201"/>
            <a:ext cx="10515600" cy="10570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E60AC"/>
              </a:buClr>
              <a:buSzPts val="3600"/>
              <a:buFont typeface="Twentieth Century"/>
              <a:buNone/>
            </a:pPr>
            <a:r>
              <a:rPr lang="en-US" dirty="0" err="1"/>
              <a:t>Perubahan</a:t>
            </a:r>
            <a:r>
              <a:rPr lang="en-US" dirty="0"/>
              <a:t> data </a:t>
            </a:r>
            <a:r>
              <a:rPr lang="en-US" dirty="0" err="1"/>
              <a:t>setelah</a:t>
            </a:r>
            <a:r>
              <a:rPr lang="en-US" dirty="0"/>
              <a:t> </a:t>
            </a:r>
            <a:r>
              <a:rPr lang="en-US" dirty="0" err="1"/>
              <a:t>diberikan</a:t>
            </a:r>
            <a:r>
              <a:rPr lang="en-US" dirty="0"/>
              <a:t> </a:t>
            </a:r>
            <a:r>
              <a:rPr lang="en-US" dirty="0" err="1"/>
              <a:t>nilai</a:t>
            </a:r>
            <a:r>
              <a:rPr lang="en-US" dirty="0"/>
              <a:t> Z</a:t>
            </a:r>
            <a:endParaRPr dirty="0"/>
          </a:p>
        </p:txBody>
      </p:sp>
      <p:pic>
        <p:nvPicPr>
          <p:cNvPr id="326" name="Google Shape;326;p12"/>
          <p:cNvPicPr preferRelativeResize="0"/>
          <p:nvPr/>
        </p:nvPicPr>
        <p:blipFill rotWithShape="1">
          <a:blip r:embed="rId3">
            <a:alphaModFix/>
          </a:blip>
          <a:srcRect/>
          <a:stretch/>
        </p:blipFill>
        <p:spPr>
          <a:xfrm>
            <a:off x="4482638" y="1086902"/>
            <a:ext cx="3226724" cy="2419150"/>
          </a:xfrm>
          <a:prstGeom prst="rect">
            <a:avLst/>
          </a:prstGeom>
          <a:noFill/>
          <a:ln>
            <a:noFill/>
          </a:ln>
        </p:spPr>
      </p:pic>
      <p:sp>
        <p:nvSpPr>
          <p:cNvPr id="327" name="Google Shape;327;p12"/>
          <p:cNvSpPr/>
          <p:nvPr/>
        </p:nvSpPr>
        <p:spPr>
          <a:xfrm>
            <a:off x="481263" y="3506052"/>
            <a:ext cx="11261558"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Sekarang datanya jelas dapat dipisahkan secara linier. Misalkan garis ungu yang memisahkan data pada dimensi yang lebih tinggi adalah z=k, dengan k adalah sebuah konstanta. Karena z=x²+y² kita peroleh x² + y² = k; yang merupakan persamaan lingkaran. Jadi, kita dapat memproyeksikan pemisah linier ini dalam dimensi yang lebih tinggi kembali ke dimensi aslinya menggunakan transformasi ini.</a:t>
            </a:r>
            <a:endParaRPr/>
          </a:p>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Kesimpulannya adalah kita dapat mengklasifikasikan data dengan menambahkan dimensi ekstra ke dalamnya sehingga dapat dipisahkan secara linier dan kemudian memproyeksikan batas keputusan kembali ke dimensi aslinya menggunakan transformasi matematis. Namun menemukan transformasi yang tepat untuk kumpulan data tertentu tidaklah mudah. Untungnya, kita dapat menggunakan kernel dalam implementasi SVM sklearn untuk melakukan pekerjaan ini.</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3"/>
          <p:cNvSpPr txBox="1">
            <a:spLocks noGrp="1"/>
          </p:cNvSpPr>
          <p:nvPr>
            <p:ph type="ctrTitle"/>
          </p:nvPr>
        </p:nvSpPr>
        <p:spPr>
          <a:xfrm>
            <a:off x="5835541" y="1625452"/>
            <a:ext cx="6356459"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dirty="0"/>
              <a:t>Support Vector Machine : </a:t>
            </a:r>
            <a:r>
              <a:rPr lang="en-US" sz="5400" dirty="0" err="1"/>
              <a:t>Kegunaan</a:t>
            </a:r>
            <a:r>
              <a:rPr lang="en-US" sz="5400" dirty="0"/>
              <a:t> dan Cara </a:t>
            </a:r>
            <a:r>
              <a:rPr lang="en-US" sz="5400" dirty="0" err="1"/>
              <a:t>Kerja</a:t>
            </a:r>
            <a:br>
              <a:rPr lang="en-US" sz="5400" dirty="0"/>
            </a:br>
            <a:endParaRPr sz="5400" dirty="0"/>
          </a:p>
        </p:txBody>
      </p:sp>
      <p:pic>
        <p:nvPicPr>
          <p:cNvPr id="333" name="Google Shape;333;p13"/>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a:extLst>
            <a:ext uri="{FF2B5EF4-FFF2-40B4-BE49-F238E27FC236}">
              <a16:creationId xmlns:a16="http://schemas.microsoft.com/office/drawing/2014/main" id="{4ED01BFB-E27C-CF78-35F2-7349A72E09FA}"/>
            </a:ext>
          </a:extLst>
        </p:cNvPr>
        <p:cNvGrpSpPr/>
        <p:nvPr/>
      </p:nvGrpSpPr>
      <p:grpSpPr>
        <a:xfrm>
          <a:off x="0" y="0"/>
          <a:ext cx="0" cy="0"/>
          <a:chOff x="0" y="0"/>
          <a:chExt cx="0" cy="0"/>
        </a:xfrm>
      </p:grpSpPr>
      <p:sp>
        <p:nvSpPr>
          <p:cNvPr id="338" name="Google Shape;338;p14">
            <a:extLst>
              <a:ext uri="{FF2B5EF4-FFF2-40B4-BE49-F238E27FC236}">
                <a16:creationId xmlns:a16="http://schemas.microsoft.com/office/drawing/2014/main" id="{C33D937C-197A-038E-1ACF-FF6A0E1B0BE1}"/>
              </a:ext>
            </a:extLst>
          </p:cNvPr>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39" name="Google Shape;339;p14">
            <a:extLst>
              <a:ext uri="{FF2B5EF4-FFF2-40B4-BE49-F238E27FC236}">
                <a16:creationId xmlns:a16="http://schemas.microsoft.com/office/drawing/2014/main" id="{1DF4B71E-5BF0-4635-A978-72D9DA739A4D}"/>
              </a:ext>
            </a:extLst>
          </p:cNvPr>
          <p:cNvSpPr txBox="1">
            <a:spLocks noGrp="1"/>
          </p:cNvSpPr>
          <p:nvPr>
            <p:ph type="body" idx="1"/>
          </p:nvPr>
        </p:nvSpPr>
        <p:spPr>
          <a:xfrm>
            <a:off x="344907" y="1184174"/>
            <a:ext cx="5751093" cy="4957011"/>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lt1"/>
              </a:buClr>
              <a:buSzPts val="2000"/>
              <a:buFont typeface="Arial" panose="020B0604020202020204" pitchFamily="34" charset="0"/>
              <a:buChar char="•"/>
            </a:pPr>
            <a:r>
              <a:rPr lang="en-ID" b="1" dirty="0" err="1"/>
              <a:t>Klasifikasi</a:t>
            </a:r>
            <a:r>
              <a:rPr lang="en-ID" b="1" dirty="0"/>
              <a:t>: </a:t>
            </a:r>
            <a:r>
              <a:rPr lang="en-ID" dirty="0"/>
              <a:t>SVM </a:t>
            </a:r>
            <a:r>
              <a:rPr lang="en-ID" dirty="0" err="1"/>
              <a:t>digunakan</a:t>
            </a:r>
            <a:r>
              <a:rPr lang="en-ID" dirty="0"/>
              <a:t> </a:t>
            </a:r>
            <a:r>
              <a:rPr lang="en-ID" dirty="0" err="1"/>
              <a:t>untuk</a:t>
            </a:r>
            <a:r>
              <a:rPr lang="en-ID" dirty="0"/>
              <a:t> </a:t>
            </a:r>
            <a:r>
              <a:rPr lang="en-ID" dirty="0" err="1"/>
              <a:t>memprediksi</a:t>
            </a:r>
            <a:r>
              <a:rPr lang="en-ID" dirty="0"/>
              <a:t> </a:t>
            </a:r>
            <a:r>
              <a:rPr lang="en-ID" dirty="0" err="1"/>
              <a:t>kelas</a:t>
            </a:r>
            <a:r>
              <a:rPr lang="en-ID" dirty="0"/>
              <a:t> </a:t>
            </a:r>
            <a:r>
              <a:rPr lang="en-ID" dirty="0" err="1"/>
              <a:t>sebuah</a:t>
            </a:r>
            <a:r>
              <a:rPr lang="en-ID" dirty="0"/>
              <a:t> data </a:t>
            </a:r>
            <a:r>
              <a:rPr lang="en-ID" dirty="0" err="1"/>
              <a:t>berdasarkan</a:t>
            </a:r>
            <a:r>
              <a:rPr lang="en-ID" dirty="0"/>
              <a:t> data </a:t>
            </a:r>
            <a:r>
              <a:rPr lang="en-ID" dirty="0" err="1"/>
              <a:t>latih</a:t>
            </a:r>
            <a:r>
              <a:rPr lang="en-ID" dirty="0"/>
              <a:t> yang </a:t>
            </a:r>
            <a:r>
              <a:rPr lang="en-ID" dirty="0" err="1"/>
              <a:t>diberikan</a:t>
            </a:r>
            <a:r>
              <a:rPr lang="en-ID" dirty="0"/>
              <a:t>. </a:t>
            </a:r>
            <a:r>
              <a:rPr lang="en-ID" dirty="0" err="1"/>
              <a:t>Misalnya</a:t>
            </a:r>
            <a:r>
              <a:rPr lang="en-ID" dirty="0"/>
              <a:t>, SVM </a:t>
            </a:r>
            <a:r>
              <a:rPr lang="en-ID" dirty="0" err="1"/>
              <a:t>bisa</a:t>
            </a:r>
            <a:r>
              <a:rPr lang="en-ID" dirty="0"/>
              <a:t> </a:t>
            </a:r>
            <a:r>
              <a:rPr lang="en-ID" dirty="0" err="1"/>
              <a:t>digunakan</a:t>
            </a:r>
            <a:r>
              <a:rPr lang="en-ID" dirty="0"/>
              <a:t> </a:t>
            </a:r>
            <a:r>
              <a:rPr lang="en-ID" dirty="0" err="1"/>
              <a:t>untuk</a:t>
            </a:r>
            <a:r>
              <a:rPr lang="en-ID" dirty="0"/>
              <a:t> </a:t>
            </a:r>
            <a:r>
              <a:rPr lang="en-ID" dirty="0" err="1"/>
              <a:t>memprediksi</a:t>
            </a:r>
            <a:r>
              <a:rPr lang="en-ID" dirty="0"/>
              <a:t> </a:t>
            </a:r>
            <a:r>
              <a:rPr lang="en-ID" dirty="0" err="1"/>
              <a:t>apakah</a:t>
            </a:r>
            <a:r>
              <a:rPr lang="en-ID" dirty="0"/>
              <a:t> </a:t>
            </a:r>
            <a:r>
              <a:rPr lang="en-ID" dirty="0" err="1"/>
              <a:t>sebuah</a:t>
            </a:r>
            <a:r>
              <a:rPr lang="en-ID" dirty="0"/>
              <a:t> email </a:t>
            </a:r>
            <a:r>
              <a:rPr lang="en-ID" dirty="0" err="1"/>
              <a:t>adalah</a:t>
            </a:r>
            <a:r>
              <a:rPr lang="en-ID" dirty="0"/>
              <a:t> spam </a:t>
            </a:r>
            <a:r>
              <a:rPr lang="en-ID" dirty="0" err="1"/>
              <a:t>atau</a:t>
            </a:r>
            <a:r>
              <a:rPr lang="en-ID" dirty="0"/>
              <a:t> </a:t>
            </a:r>
            <a:r>
              <a:rPr lang="en-ID" dirty="0" err="1"/>
              <a:t>bukan</a:t>
            </a:r>
            <a:r>
              <a:rPr lang="en-ID" dirty="0"/>
              <a:t> spam. </a:t>
            </a:r>
          </a:p>
          <a:p>
            <a:pPr marL="342900" lvl="0" indent="-342900" algn="just" rtl="0">
              <a:lnSpc>
                <a:spcPct val="150000"/>
              </a:lnSpc>
              <a:spcBef>
                <a:spcPts val="0"/>
              </a:spcBef>
              <a:spcAft>
                <a:spcPts val="0"/>
              </a:spcAft>
              <a:buClr>
                <a:schemeClr val="lt1"/>
              </a:buClr>
              <a:buSzPts val="2000"/>
              <a:buFont typeface="Arial" panose="020B0604020202020204" pitchFamily="34" charset="0"/>
              <a:buChar char="•"/>
            </a:pPr>
            <a:r>
              <a:rPr lang="en-ID" b="1" dirty="0" err="1"/>
              <a:t>Regresi</a:t>
            </a:r>
            <a:r>
              <a:rPr lang="en-ID" b="1" dirty="0"/>
              <a:t>: </a:t>
            </a:r>
            <a:r>
              <a:rPr lang="en-ID" dirty="0"/>
              <a:t>SVM juga </a:t>
            </a:r>
            <a:r>
              <a:rPr lang="en-ID" dirty="0" err="1"/>
              <a:t>dapat</a:t>
            </a:r>
            <a:r>
              <a:rPr lang="en-ID" dirty="0"/>
              <a:t> </a:t>
            </a:r>
            <a:r>
              <a:rPr lang="en-ID" dirty="0" err="1"/>
              <a:t>digunakan</a:t>
            </a:r>
            <a:r>
              <a:rPr lang="en-ID" dirty="0"/>
              <a:t> </a:t>
            </a:r>
            <a:r>
              <a:rPr lang="en-ID" dirty="0" err="1"/>
              <a:t>untuk</a:t>
            </a:r>
            <a:r>
              <a:rPr lang="en-ID" dirty="0"/>
              <a:t> </a:t>
            </a:r>
            <a:r>
              <a:rPr lang="en-ID" dirty="0" err="1"/>
              <a:t>memprediksi</a:t>
            </a:r>
            <a:r>
              <a:rPr lang="en-ID" dirty="0"/>
              <a:t> </a:t>
            </a:r>
            <a:r>
              <a:rPr lang="en-ID" dirty="0" err="1"/>
              <a:t>nilai</a:t>
            </a:r>
            <a:r>
              <a:rPr lang="en-ID" dirty="0"/>
              <a:t> </a:t>
            </a:r>
            <a:r>
              <a:rPr lang="en-ID" dirty="0" err="1"/>
              <a:t>numerik</a:t>
            </a:r>
            <a:r>
              <a:rPr lang="en-ID" dirty="0"/>
              <a:t>. </a:t>
            </a:r>
            <a:r>
              <a:rPr lang="en-ID" dirty="0" err="1"/>
              <a:t>Misalnya</a:t>
            </a:r>
            <a:r>
              <a:rPr lang="en-ID" dirty="0"/>
              <a:t>, SVM </a:t>
            </a:r>
            <a:r>
              <a:rPr lang="en-ID" dirty="0" err="1"/>
              <a:t>bisa</a:t>
            </a:r>
            <a:r>
              <a:rPr lang="en-ID" dirty="0"/>
              <a:t> </a:t>
            </a:r>
            <a:r>
              <a:rPr lang="en-ID" dirty="0" err="1"/>
              <a:t>digunakan</a:t>
            </a:r>
            <a:r>
              <a:rPr lang="en-ID" dirty="0"/>
              <a:t> </a:t>
            </a:r>
            <a:r>
              <a:rPr lang="en-ID" dirty="0" err="1"/>
              <a:t>untuk</a:t>
            </a:r>
            <a:r>
              <a:rPr lang="en-ID" dirty="0"/>
              <a:t> </a:t>
            </a:r>
            <a:r>
              <a:rPr lang="en-ID" dirty="0" err="1"/>
              <a:t>memprediksi</a:t>
            </a:r>
            <a:r>
              <a:rPr lang="en-ID" dirty="0"/>
              <a:t> </a:t>
            </a:r>
            <a:r>
              <a:rPr lang="en-ID" dirty="0" err="1"/>
              <a:t>harga</a:t>
            </a:r>
            <a:r>
              <a:rPr lang="en-ID" dirty="0"/>
              <a:t> </a:t>
            </a:r>
            <a:r>
              <a:rPr lang="en-ID" dirty="0" err="1"/>
              <a:t>rumah</a:t>
            </a:r>
            <a:r>
              <a:rPr lang="en-ID" dirty="0"/>
              <a:t> </a:t>
            </a:r>
            <a:r>
              <a:rPr lang="en-ID" dirty="0" err="1"/>
              <a:t>berdasarkan</a:t>
            </a:r>
            <a:r>
              <a:rPr lang="en-ID" dirty="0"/>
              <a:t> </a:t>
            </a:r>
            <a:r>
              <a:rPr lang="en-ID" dirty="0" err="1"/>
              <a:t>fitur-fitur</a:t>
            </a:r>
            <a:r>
              <a:rPr lang="en-ID" dirty="0"/>
              <a:t> </a:t>
            </a:r>
            <a:r>
              <a:rPr lang="en-ID" dirty="0" err="1"/>
              <a:t>rumah</a:t>
            </a:r>
            <a:r>
              <a:rPr lang="en-ID" dirty="0"/>
              <a:t> </a:t>
            </a:r>
            <a:r>
              <a:rPr lang="en-ID" dirty="0" err="1"/>
              <a:t>tersebut</a:t>
            </a:r>
            <a:r>
              <a:rPr lang="en-ID" dirty="0"/>
              <a:t>. </a:t>
            </a:r>
          </a:p>
          <a:p>
            <a:pPr marL="0" lvl="0" indent="0" algn="just" rtl="0">
              <a:lnSpc>
                <a:spcPct val="150000"/>
              </a:lnSpc>
              <a:spcBef>
                <a:spcPts val="0"/>
              </a:spcBef>
              <a:spcAft>
                <a:spcPts val="0"/>
              </a:spcAft>
              <a:buClr>
                <a:schemeClr val="lt1"/>
              </a:buClr>
              <a:buSzPts val="2000"/>
            </a:pPr>
            <a:endParaRPr lang="en-ID" dirty="0"/>
          </a:p>
        </p:txBody>
      </p:sp>
      <p:pic>
        <p:nvPicPr>
          <p:cNvPr id="2050" name="Picture 2" descr="Penggunaan Teknologi Artificial Intelligence di Kehidupan Sehari-Hari –  Informatika">
            <a:extLst>
              <a:ext uri="{FF2B5EF4-FFF2-40B4-BE49-F238E27FC236}">
                <a16:creationId xmlns:a16="http://schemas.microsoft.com/office/drawing/2014/main" id="{862CE3BE-AF67-135C-22F3-95E424FE9B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575" r="5792"/>
          <a:stretch/>
        </p:blipFill>
        <p:spPr bwMode="auto">
          <a:xfrm>
            <a:off x="6316345" y="1591267"/>
            <a:ext cx="5530748" cy="35910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Google Shape;325;p12">
            <a:extLst>
              <a:ext uri="{FF2B5EF4-FFF2-40B4-BE49-F238E27FC236}">
                <a16:creationId xmlns:a16="http://schemas.microsoft.com/office/drawing/2014/main" id="{FF2DEF91-6298-F354-3B48-7034361CB300}"/>
              </a:ext>
            </a:extLst>
          </p:cNvPr>
          <p:cNvSpPr txBox="1">
            <a:spLocks noGrp="1"/>
          </p:cNvSpPr>
          <p:nvPr>
            <p:ph type="title"/>
          </p:nvPr>
        </p:nvSpPr>
        <p:spPr>
          <a:xfrm>
            <a:off x="553065" y="513900"/>
            <a:ext cx="5542935" cy="670274"/>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E60AC"/>
              </a:buClr>
              <a:buSzPts val="3600"/>
              <a:buFont typeface="Twentieth Century"/>
              <a:buNone/>
            </a:pPr>
            <a:r>
              <a:rPr lang="en-US" dirty="0" err="1">
                <a:solidFill>
                  <a:schemeClr val="bg1"/>
                </a:solidFill>
              </a:rPr>
              <a:t>Kegunaan</a:t>
            </a:r>
            <a:r>
              <a:rPr lang="en-US" dirty="0">
                <a:solidFill>
                  <a:schemeClr val="bg1"/>
                </a:solidFill>
              </a:rPr>
              <a:t> SVM</a:t>
            </a:r>
            <a:endParaRPr dirty="0">
              <a:solidFill>
                <a:schemeClr val="bg1"/>
              </a:solidFill>
            </a:endParaRPr>
          </a:p>
        </p:txBody>
      </p:sp>
    </p:spTree>
    <p:extLst>
      <p:ext uri="{BB962C8B-B14F-4D97-AF65-F5344CB8AC3E}">
        <p14:creationId xmlns:p14="http://schemas.microsoft.com/office/powerpoint/2010/main" val="290484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7">
          <a:extLst>
            <a:ext uri="{FF2B5EF4-FFF2-40B4-BE49-F238E27FC236}">
              <a16:creationId xmlns:a16="http://schemas.microsoft.com/office/drawing/2014/main" id="{B0D5A200-57F9-5DB0-A256-85D91665A2D0}"/>
            </a:ext>
          </a:extLst>
        </p:cNvPr>
        <p:cNvGrpSpPr/>
        <p:nvPr/>
      </p:nvGrpSpPr>
      <p:grpSpPr>
        <a:xfrm>
          <a:off x="0" y="0"/>
          <a:ext cx="0" cy="0"/>
          <a:chOff x="0" y="0"/>
          <a:chExt cx="0" cy="0"/>
        </a:xfrm>
      </p:grpSpPr>
      <p:sp>
        <p:nvSpPr>
          <p:cNvPr id="338" name="Google Shape;338;p14">
            <a:extLst>
              <a:ext uri="{FF2B5EF4-FFF2-40B4-BE49-F238E27FC236}">
                <a16:creationId xmlns:a16="http://schemas.microsoft.com/office/drawing/2014/main" id="{6E88A01A-52F9-A8AF-D37E-2C79BC6A113D}"/>
              </a:ext>
            </a:extLst>
          </p:cNvPr>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39" name="Google Shape;339;p14">
            <a:extLst>
              <a:ext uri="{FF2B5EF4-FFF2-40B4-BE49-F238E27FC236}">
                <a16:creationId xmlns:a16="http://schemas.microsoft.com/office/drawing/2014/main" id="{065DF307-AB39-7022-3D3C-1BCDA45B59C8}"/>
              </a:ext>
            </a:extLst>
          </p:cNvPr>
          <p:cNvSpPr txBox="1">
            <a:spLocks noGrp="1"/>
          </p:cNvSpPr>
          <p:nvPr>
            <p:ph type="body" idx="1"/>
          </p:nvPr>
        </p:nvSpPr>
        <p:spPr>
          <a:xfrm>
            <a:off x="344907" y="950494"/>
            <a:ext cx="5751093" cy="4957011"/>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lt1"/>
              </a:buClr>
              <a:buSzPts val="2000"/>
              <a:buFont typeface="+mj-lt"/>
              <a:buAutoNum type="arabicPeriod"/>
            </a:pPr>
            <a:r>
              <a:rPr lang="en-ID" sz="1600" b="1" dirty="0" err="1"/>
              <a:t>Memulai</a:t>
            </a:r>
            <a:r>
              <a:rPr lang="en-ID" sz="1600" b="1" dirty="0"/>
              <a:t> </a:t>
            </a:r>
            <a:r>
              <a:rPr lang="en-ID" sz="1600" b="1" dirty="0" err="1"/>
              <a:t>dengan</a:t>
            </a:r>
            <a:r>
              <a:rPr lang="en-ID" sz="1600" b="1" dirty="0"/>
              <a:t> Data: </a:t>
            </a:r>
            <a:r>
              <a:rPr lang="en-ID" sz="1600" dirty="0"/>
              <a:t>SVM </a:t>
            </a:r>
            <a:r>
              <a:rPr lang="en-ID" sz="1600" dirty="0" err="1"/>
              <a:t>dimulai</a:t>
            </a:r>
            <a:r>
              <a:rPr lang="en-ID" sz="1600" dirty="0"/>
              <a:t> </a:t>
            </a:r>
            <a:r>
              <a:rPr lang="en-ID" sz="1600" dirty="0" err="1"/>
              <a:t>dengan</a:t>
            </a:r>
            <a:r>
              <a:rPr lang="en-ID" sz="1600" dirty="0"/>
              <a:t> data yang </a:t>
            </a:r>
            <a:r>
              <a:rPr lang="en-ID" sz="1600" dirty="0" err="1"/>
              <a:t>diberikan</a:t>
            </a:r>
            <a:r>
              <a:rPr lang="en-ID" sz="1600" dirty="0"/>
              <a:t>, yang </a:t>
            </a:r>
            <a:r>
              <a:rPr lang="en-ID" sz="1600" dirty="0" err="1"/>
              <a:t>berisi</a:t>
            </a:r>
            <a:r>
              <a:rPr lang="en-ID" sz="1600" dirty="0"/>
              <a:t> </a:t>
            </a:r>
            <a:r>
              <a:rPr lang="en-ID" sz="1600" dirty="0" err="1"/>
              <a:t>informasi</a:t>
            </a:r>
            <a:r>
              <a:rPr lang="en-ID" sz="1600" dirty="0"/>
              <a:t> </a:t>
            </a:r>
            <a:r>
              <a:rPr lang="en-ID" sz="1600" dirty="0" err="1"/>
              <a:t>tentang</a:t>
            </a:r>
            <a:r>
              <a:rPr lang="en-ID" sz="1600" dirty="0"/>
              <a:t> </a:t>
            </a:r>
            <a:r>
              <a:rPr lang="en-ID" sz="1600" dirty="0" err="1"/>
              <a:t>kelas-kelas</a:t>
            </a:r>
            <a:r>
              <a:rPr lang="en-ID" sz="1600" dirty="0"/>
              <a:t> yang </a:t>
            </a:r>
            <a:r>
              <a:rPr lang="en-ID" sz="1600" dirty="0" err="1"/>
              <a:t>berbeda</a:t>
            </a:r>
            <a:r>
              <a:rPr lang="en-ID" sz="1600" dirty="0"/>
              <a:t>. </a:t>
            </a:r>
          </a:p>
          <a:p>
            <a:pPr marL="342900" lvl="0" indent="-342900" algn="just" rtl="0">
              <a:lnSpc>
                <a:spcPct val="150000"/>
              </a:lnSpc>
              <a:spcBef>
                <a:spcPts val="0"/>
              </a:spcBef>
              <a:spcAft>
                <a:spcPts val="0"/>
              </a:spcAft>
              <a:buClr>
                <a:schemeClr val="lt1"/>
              </a:buClr>
              <a:buSzPts val="2000"/>
              <a:buFont typeface="+mj-lt"/>
              <a:buAutoNum type="arabicPeriod"/>
            </a:pPr>
            <a:r>
              <a:rPr lang="en-ID" sz="1600" b="1" dirty="0" err="1"/>
              <a:t>Memetakan</a:t>
            </a:r>
            <a:r>
              <a:rPr lang="en-ID" sz="1600" b="1" dirty="0"/>
              <a:t> Data </a:t>
            </a:r>
            <a:r>
              <a:rPr lang="en-ID" sz="1600" b="1" dirty="0" err="1"/>
              <a:t>ke</a:t>
            </a:r>
            <a:r>
              <a:rPr lang="en-ID" sz="1600" b="1" dirty="0"/>
              <a:t> Ruang yang </a:t>
            </a:r>
            <a:r>
              <a:rPr lang="en-ID" sz="1600" b="1" dirty="0" err="1"/>
              <a:t>Lebih</a:t>
            </a:r>
            <a:r>
              <a:rPr lang="en-ID" sz="1600" b="1" dirty="0"/>
              <a:t> Tinggi: </a:t>
            </a:r>
            <a:r>
              <a:rPr lang="en-ID" sz="1600" dirty="0"/>
              <a:t>SVM </a:t>
            </a:r>
            <a:r>
              <a:rPr lang="en-ID" sz="1600" dirty="0" err="1"/>
              <a:t>mungkin</a:t>
            </a:r>
            <a:r>
              <a:rPr lang="en-ID" sz="1600" dirty="0"/>
              <a:t> </a:t>
            </a:r>
            <a:r>
              <a:rPr lang="en-ID" sz="1600" dirty="0" err="1"/>
              <a:t>melakukan</a:t>
            </a:r>
            <a:r>
              <a:rPr lang="en-ID" sz="1600" dirty="0"/>
              <a:t> </a:t>
            </a:r>
            <a:r>
              <a:rPr lang="en-ID" sz="1600" dirty="0" err="1"/>
              <a:t>pemetaan</a:t>
            </a:r>
            <a:r>
              <a:rPr lang="en-ID" sz="1600" dirty="0"/>
              <a:t> data </a:t>
            </a:r>
            <a:r>
              <a:rPr lang="en-ID" sz="1600" dirty="0" err="1"/>
              <a:t>ke</a:t>
            </a:r>
            <a:r>
              <a:rPr lang="en-ID" sz="1600" dirty="0"/>
              <a:t> </a:t>
            </a:r>
            <a:r>
              <a:rPr lang="en-ID" sz="1600" dirty="0" err="1"/>
              <a:t>ruang</a:t>
            </a:r>
            <a:r>
              <a:rPr lang="en-ID" sz="1600" dirty="0"/>
              <a:t> yang </a:t>
            </a:r>
            <a:r>
              <a:rPr lang="en-ID" sz="1600" dirty="0" err="1"/>
              <a:t>lebih</a:t>
            </a:r>
            <a:r>
              <a:rPr lang="en-ID" sz="1600" dirty="0"/>
              <a:t> </a:t>
            </a:r>
            <a:r>
              <a:rPr lang="en-ID" sz="1600" dirty="0" err="1"/>
              <a:t>tinggi</a:t>
            </a:r>
            <a:r>
              <a:rPr lang="en-ID" sz="1600" dirty="0"/>
              <a:t> </a:t>
            </a:r>
            <a:r>
              <a:rPr lang="en-ID" sz="1600" dirty="0" err="1"/>
              <a:t>untuk</a:t>
            </a:r>
            <a:r>
              <a:rPr lang="en-ID" sz="1600" dirty="0"/>
              <a:t> </a:t>
            </a:r>
            <a:r>
              <a:rPr lang="en-ID" sz="1600" dirty="0" err="1"/>
              <a:t>memudahkan</a:t>
            </a:r>
            <a:r>
              <a:rPr lang="en-ID" sz="1600" dirty="0"/>
              <a:t> </a:t>
            </a:r>
            <a:r>
              <a:rPr lang="en-ID" sz="1600" dirty="0" err="1"/>
              <a:t>pemisahan</a:t>
            </a:r>
            <a:r>
              <a:rPr lang="en-ID" sz="1600" dirty="0"/>
              <a:t>. </a:t>
            </a:r>
          </a:p>
          <a:p>
            <a:pPr marL="342900" lvl="0" indent="-342900" algn="just" rtl="0">
              <a:lnSpc>
                <a:spcPct val="150000"/>
              </a:lnSpc>
              <a:spcBef>
                <a:spcPts val="0"/>
              </a:spcBef>
              <a:spcAft>
                <a:spcPts val="0"/>
              </a:spcAft>
              <a:buClr>
                <a:schemeClr val="lt1"/>
              </a:buClr>
              <a:buSzPts val="2000"/>
              <a:buFont typeface="+mj-lt"/>
              <a:buAutoNum type="arabicPeriod"/>
            </a:pPr>
            <a:r>
              <a:rPr lang="en-ID" sz="1600" b="1" dirty="0" err="1"/>
              <a:t>Mencari</a:t>
            </a:r>
            <a:r>
              <a:rPr lang="en-ID" sz="1600" b="1" dirty="0"/>
              <a:t> Hyperplane Optimal: </a:t>
            </a:r>
            <a:r>
              <a:rPr lang="en-ID" sz="1600" dirty="0"/>
              <a:t>SVM </a:t>
            </a:r>
            <a:r>
              <a:rPr lang="en-ID" sz="1600" dirty="0" err="1"/>
              <a:t>kemudian</a:t>
            </a:r>
            <a:r>
              <a:rPr lang="en-ID" sz="1600" dirty="0"/>
              <a:t> </a:t>
            </a:r>
            <a:r>
              <a:rPr lang="en-ID" sz="1600" dirty="0" err="1"/>
              <a:t>mencari</a:t>
            </a:r>
            <a:r>
              <a:rPr lang="en-ID" sz="1600" dirty="0"/>
              <a:t> hyperplane optimal yang </a:t>
            </a:r>
            <a:r>
              <a:rPr lang="en-ID" sz="1600" dirty="0" err="1"/>
              <a:t>memisahkan</a:t>
            </a:r>
            <a:r>
              <a:rPr lang="en-ID" sz="1600" dirty="0"/>
              <a:t> </a:t>
            </a:r>
            <a:r>
              <a:rPr lang="en-ID" sz="1600" dirty="0" err="1"/>
              <a:t>kelas-kelas</a:t>
            </a:r>
            <a:r>
              <a:rPr lang="en-ID" sz="1600" dirty="0"/>
              <a:t> </a:t>
            </a:r>
            <a:r>
              <a:rPr lang="en-ID" sz="1600" dirty="0" err="1"/>
              <a:t>tersebut</a:t>
            </a:r>
            <a:r>
              <a:rPr lang="en-ID" sz="1600" dirty="0"/>
              <a:t> </a:t>
            </a:r>
            <a:r>
              <a:rPr lang="en-ID" sz="1600" dirty="0" err="1"/>
              <a:t>dengan</a:t>
            </a:r>
            <a:r>
              <a:rPr lang="en-ID" sz="1600" dirty="0"/>
              <a:t> </a:t>
            </a:r>
            <a:r>
              <a:rPr lang="en-ID" sz="1600" dirty="0" err="1"/>
              <a:t>memaksimalkan</a:t>
            </a:r>
            <a:r>
              <a:rPr lang="en-ID" sz="1600" dirty="0"/>
              <a:t> </a:t>
            </a:r>
            <a:r>
              <a:rPr lang="en-ID" sz="1600" dirty="0" err="1"/>
              <a:t>jarak</a:t>
            </a:r>
            <a:r>
              <a:rPr lang="en-ID" sz="1600" dirty="0"/>
              <a:t> </a:t>
            </a:r>
            <a:r>
              <a:rPr lang="en-ID" sz="1600" dirty="0" err="1"/>
              <a:t>antara</a:t>
            </a:r>
            <a:r>
              <a:rPr lang="en-ID" sz="1600" dirty="0"/>
              <a:t> hyperplane dan </a:t>
            </a:r>
            <a:r>
              <a:rPr lang="en-ID" sz="1600" dirty="0" err="1"/>
              <a:t>titik-titik</a:t>
            </a:r>
            <a:r>
              <a:rPr lang="en-ID" sz="1600" dirty="0"/>
              <a:t> data </a:t>
            </a:r>
            <a:r>
              <a:rPr lang="en-ID" sz="1600" dirty="0" err="1"/>
              <a:t>terdekat</a:t>
            </a:r>
            <a:r>
              <a:rPr lang="en-ID" sz="1600" dirty="0"/>
              <a:t> </a:t>
            </a:r>
            <a:r>
              <a:rPr lang="en-ID" sz="1600" dirty="0" err="1"/>
              <a:t>dari</a:t>
            </a:r>
            <a:r>
              <a:rPr lang="en-ID" sz="1600" dirty="0"/>
              <a:t> </a:t>
            </a:r>
            <a:r>
              <a:rPr lang="en-ID" sz="1600" dirty="0" err="1"/>
              <a:t>setiap</a:t>
            </a:r>
            <a:r>
              <a:rPr lang="en-ID" sz="1600" dirty="0"/>
              <a:t> </a:t>
            </a:r>
            <a:r>
              <a:rPr lang="en-ID" sz="1600" dirty="0" err="1"/>
              <a:t>kelas</a:t>
            </a:r>
            <a:r>
              <a:rPr lang="en-ID" sz="1600" dirty="0"/>
              <a:t>, yang </a:t>
            </a:r>
            <a:r>
              <a:rPr lang="en-ID" sz="1600" dirty="0" err="1"/>
              <a:t>disebut</a:t>
            </a:r>
            <a:r>
              <a:rPr lang="en-ID" sz="1600" dirty="0"/>
              <a:t> support vectors. </a:t>
            </a:r>
          </a:p>
          <a:p>
            <a:pPr marL="342900" lvl="0" indent="-342900" algn="just" rtl="0">
              <a:lnSpc>
                <a:spcPct val="150000"/>
              </a:lnSpc>
              <a:spcBef>
                <a:spcPts val="0"/>
              </a:spcBef>
              <a:spcAft>
                <a:spcPts val="0"/>
              </a:spcAft>
              <a:buClr>
                <a:schemeClr val="lt1"/>
              </a:buClr>
              <a:buSzPts val="2000"/>
              <a:buFont typeface="+mj-lt"/>
              <a:buAutoNum type="arabicPeriod"/>
            </a:pPr>
            <a:r>
              <a:rPr lang="en-ID" sz="1600" b="1" dirty="0"/>
              <a:t>Support Vectors: </a:t>
            </a:r>
            <a:r>
              <a:rPr lang="en-ID" sz="1600" dirty="0"/>
              <a:t>Support vectors </a:t>
            </a:r>
            <a:r>
              <a:rPr lang="en-ID" sz="1600" dirty="0" err="1"/>
              <a:t>adalah</a:t>
            </a:r>
            <a:r>
              <a:rPr lang="en-ID" sz="1600" dirty="0"/>
              <a:t> </a:t>
            </a:r>
            <a:r>
              <a:rPr lang="en-ID" sz="1600" dirty="0" err="1"/>
              <a:t>titik-titik</a:t>
            </a:r>
            <a:r>
              <a:rPr lang="en-ID" sz="1600" dirty="0"/>
              <a:t> data yang paling </a:t>
            </a:r>
            <a:r>
              <a:rPr lang="en-ID" sz="1600" dirty="0" err="1"/>
              <a:t>dekat</a:t>
            </a:r>
            <a:r>
              <a:rPr lang="en-ID" sz="1600" dirty="0"/>
              <a:t> </a:t>
            </a:r>
            <a:r>
              <a:rPr lang="en-ID" sz="1600" dirty="0" err="1"/>
              <a:t>dengan</a:t>
            </a:r>
            <a:r>
              <a:rPr lang="en-ID" sz="1600" dirty="0"/>
              <a:t> hyperplane dan sangat </a:t>
            </a:r>
            <a:r>
              <a:rPr lang="en-ID" sz="1600" dirty="0" err="1"/>
              <a:t>penting</a:t>
            </a:r>
            <a:r>
              <a:rPr lang="en-ID" sz="1600" dirty="0"/>
              <a:t> </a:t>
            </a:r>
            <a:r>
              <a:rPr lang="en-ID" sz="1600" dirty="0" err="1"/>
              <a:t>dalam</a:t>
            </a:r>
            <a:r>
              <a:rPr lang="en-ID" sz="1600" dirty="0"/>
              <a:t> </a:t>
            </a:r>
            <a:r>
              <a:rPr lang="en-ID" sz="1600" dirty="0" err="1"/>
              <a:t>menentukan</a:t>
            </a:r>
            <a:r>
              <a:rPr lang="en-ID" sz="1600" dirty="0"/>
              <a:t> hyperplane optimal. </a:t>
            </a:r>
          </a:p>
        </p:txBody>
      </p:sp>
      <p:sp>
        <p:nvSpPr>
          <p:cNvPr id="2" name="Google Shape;325;p12">
            <a:extLst>
              <a:ext uri="{FF2B5EF4-FFF2-40B4-BE49-F238E27FC236}">
                <a16:creationId xmlns:a16="http://schemas.microsoft.com/office/drawing/2014/main" id="{2B7159A7-4479-715A-07FB-8E08D288B759}"/>
              </a:ext>
            </a:extLst>
          </p:cNvPr>
          <p:cNvSpPr txBox="1">
            <a:spLocks noGrp="1"/>
          </p:cNvSpPr>
          <p:nvPr>
            <p:ph type="title"/>
          </p:nvPr>
        </p:nvSpPr>
        <p:spPr>
          <a:xfrm>
            <a:off x="448985" y="280220"/>
            <a:ext cx="5542935" cy="670274"/>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E60AC"/>
              </a:buClr>
              <a:buSzPts val="3600"/>
              <a:buFont typeface="Twentieth Century"/>
              <a:buNone/>
            </a:pPr>
            <a:r>
              <a:rPr lang="en-US" dirty="0">
                <a:solidFill>
                  <a:schemeClr val="bg1"/>
                </a:solidFill>
              </a:rPr>
              <a:t>Cara </a:t>
            </a:r>
            <a:r>
              <a:rPr lang="en-US" dirty="0" err="1">
                <a:solidFill>
                  <a:schemeClr val="bg1"/>
                </a:solidFill>
              </a:rPr>
              <a:t>Kerja</a:t>
            </a:r>
            <a:r>
              <a:rPr lang="en-US" dirty="0">
                <a:solidFill>
                  <a:schemeClr val="bg1"/>
                </a:solidFill>
              </a:rPr>
              <a:t> SVM</a:t>
            </a:r>
            <a:endParaRPr dirty="0">
              <a:solidFill>
                <a:schemeClr val="bg1"/>
              </a:solidFill>
            </a:endParaRPr>
          </a:p>
        </p:txBody>
      </p:sp>
      <p:pic>
        <p:nvPicPr>
          <p:cNvPr id="1028" name="Picture 4" descr="SVM (Support Vector Machines) Unveiled: Understanding, Implementation,  Significance - Part 2">
            <a:extLst>
              <a:ext uri="{FF2B5EF4-FFF2-40B4-BE49-F238E27FC236}">
                <a16:creationId xmlns:a16="http://schemas.microsoft.com/office/drawing/2014/main" id="{6CF48BEE-74D8-3D99-BC6F-6BC313D443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562" t="13417" r="26250" b="8576"/>
          <a:stretch/>
        </p:blipFill>
        <p:spPr bwMode="auto">
          <a:xfrm>
            <a:off x="6286500" y="1394459"/>
            <a:ext cx="5001260" cy="453756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39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7">
          <a:extLst>
            <a:ext uri="{FF2B5EF4-FFF2-40B4-BE49-F238E27FC236}">
              <a16:creationId xmlns:a16="http://schemas.microsoft.com/office/drawing/2014/main" id="{888A9C67-D1A1-FFE4-1DE8-330A99573D7C}"/>
            </a:ext>
          </a:extLst>
        </p:cNvPr>
        <p:cNvGrpSpPr/>
        <p:nvPr/>
      </p:nvGrpSpPr>
      <p:grpSpPr>
        <a:xfrm>
          <a:off x="0" y="0"/>
          <a:ext cx="0" cy="0"/>
          <a:chOff x="0" y="0"/>
          <a:chExt cx="0" cy="0"/>
        </a:xfrm>
      </p:grpSpPr>
      <p:sp>
        <p:nvSpPr>
          <p:cNvPr id="338" name="Google Shape;338;p14">
            <a:extLst>
              <a:ext uri="{FF2B5EF4-FFF2-40B4-BE49-F238E27FC236}">
                <a16:creationId xmlns:a16="http://schemas.microsoft.com/office/drawing/2014/main" id="{C2A17956-8F4E-3CF2-082F-C588FBC61F4C}"/>
              </a:ext>
            </a:extLst>
          </p:cNvPr>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39" name="Google Shape;339;p14">
            <a:extLst>
              <a:ext uri="{FF2B5EF4-FFF2-40B4-BE49-F238E27FC236}">
                <a16:creationId xmlns:a16="http://schemas.microsoft.com/office/drawing/2014/main" id="{CF6C12D4-49DD-184F-C0D6-6616478FA0F6}"/>
              </a:ext>
            </a:extLst>
          </p:cNvPr>
          <p:cNvSpPr txBox="1">
            <a:spLocks noGrp="1"/>
          </p:cNvSpPr>
          <p:nvPr>
            <p:ph type="body" idx="1"/>
          </p:nvPr>
        </p:nvSpPr>
        <p:spPr>
          <a:xfrm>
            <a:off x="344907" y="950494"/>
            <a:ext cx="5751093" cy="4957011"/>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lt1"/>
              </a:buClr>
              <a:buSzPts val="2000"/>
              <a:buFont typeface="+mj-lt"/>
              <a:buAutoNum type="arabicPeriod" startAt="5"/>
            </a:pPr>
            <a:r>
              <a:rPr lang="en-ID" b="1" dirty="0"/>
              <a:t>Margin: </a:t>
            </a:r>
            <a:r>
              <a:rPr lang="en-ID" dirty="0"/>
              <a:t>Jarak </a:t>
            </a:r>
            <a:r>
              <a:rPr lang="en-ID" dirty="0" err="1"/>
              <a:t>antara</a:t>
            </a:r>
            <a:r>
              <a:rPr lang="en-ID" dirty="0"/>
              <a:t> hyperplane dan support vectors </a:t>
            </a:r>
            <a:r>
              <a:rPr lang="en-ID" dirty="0" err="1"/>
              <a:t>disebut</a:t>
            </a:r>
            <a:r>
              <a:rPr lang="en-ID" dirty="0"/>
              <a:t> margin. SVM </a:t>
            </a:r>
            <a:r>
              <a:rPr lang="en-ID" dirty="0" err="1"/>
              <a:t>berusaha</a:t>
            </a:r>
            <a:r>
              <a:rPr lang="en-ID" dirty="0"/>
              <a:t> </a:t>
            </a:r>
            <a:r>
              <a:rPr lang="en-ID" dirty="0" err="1"/>
              <a:t>untuk</a:t>
            </a:r>
            <a:r>
              <a:rPr lang="en-ID" dirty="0"/>
              <a:t> </a:t>
            </a:r>
            <a:r>
              <a:rPr lang="en-ID" dirty="0" err="1"/>
              <a:t>memaksimalkan</a:t>
            </a:r>
            <a:r>
              <a:rPr lang="en-ID" dirty="0"/>
              <a:t> margin </a:t>
            </a:r>
            <a:r>
              <a:rPr lang="en-ID" dirty="0" err="1"/>
              <a:t>untuk</a:t>
            </a:r>
            <a:r>
              <a:rPr lang="en-ID" dirty="0"/>
              <a:t> </a:t>
            </a:r>
            <a:r>
              <a:rPr lang="en-ID" dirty="0" err="1"/>
              <a:t>mendapatkan</a:t>
            </a:r>
            <a:r>
              <a:rPr lang="en-ID" dirty="0"/>
              <a:t> </a:t>
            </a:r>
            <a:r>
              <a:rPr lang="en-ID" dirty="0" err="1"/>
              <a:t>klasifikasi</a:t>
            </a:r>
            <a:r>
              <a:rPr lang="en-ID" dirty="0"/>
              <a:t> yang </a:t>
            </a:r>
            <a:r>
              <a:rPr lang="en-ID" dirty="0" err="1"/>
              <a:t>lebih</a:t>
            </a:r>
            <a:r>
              <a:rPr lang="en-ID" dirty="0"/>
              <a:t> </a:t>
            </a:r>
            <a:r>
              <a:rPr lang="en-ID" dirty="0" err="1"/>
              <a:t>baik</a:t>
            </a:r>
            <a:r>
              <a:rPr lang="en-ID" dirty="0"/>
              <a:t>. </a:t>
            </a:r>
          </a:p>
          <a:p>
            <a:pPr marL="342900" lvl="0" indent="-342900" algn="just" rtl="0">
              <a:lnSpc>
                <a:spcPct val="150000"/>
              </a:lnSpc>
              <a:spcBef>
                <a:spcPts val="0"/>
              </a:spcBef>
              <a:spcAft>
                <a:spcPts val="0"/>
              </a:spcAft>
              <a:buClr>
                <a:schemeClr val="lt1"/>
              </a:buClr>
              <a:buSzPts val="2000"/>
              <a:buFont typeface="+mj-lt"/>
              <a:buAutoNum type="arabicPeriod" startAt="5"/>
            </a:pPr>
            <a:r>
              <a:rPr lang="en-ID" b="1" dirty="0" err="1"/>
              <a:t>Fungsi</a:t>
            </a:r>
            <a:r>
              <a:rPr lang="en-ID" b="1" dirty="0"/>
              <a:t> Kernel: </a:t>
            </a:r>
            <a:r>
              <a:rPr lang="en-ID" dirty="0"/>
              <a:t>SVM </a:t>
            </a:r>
            <a:r>
              <a:rPr lang="en-ID" dirty="0" err="1"/>
              <a:t>menggunakan</a:t>
            </a:r>
            <a:r>
              <a:rPr lang="en-ID" dirty="0"/>
              <a:t> </a:t>
            </a:r>
            <a:r>
              <a:rPr lang="en-ID" dirty="0" err="1"/>
              <a:t>fungsi</a:t>
            </a:r>
            <a:r>
              <a:rPr lang="en-ID" dirty="0"/>
              <a:t> kernel </a:t>
            </a:r>
            <a:r>
              <a:rPr lang="en-ID" dirty="0" err="1"/>
              <a:t>untuk</a:t>
            </a:r>
            <a:r>
              <a:rPr lang="en-ID" dirty="0"/>
              <a:t> </a:t>
            </a:r>
            <a:r>
              <a:rPr lang="en-ID" dirty="0" err="1"/>
              <a:t>melakukan</a:t>
            </a:r>
            <a:r>
              <a:rPr lang="en-ID" dirty="0"/>
              <a:t> </a:t>
            </a:r>
            <a:r>
              <a:rPr lang="en-ID" dirty="0" err="1"/>
              <a:t>pemetaan</a:t>
            </a:r>
            <a:r>
              <a:rPr lang="en-ID" dirty="0"/>
              <a:t> data </a:t>
            </a:r>
            <a:r>
              <a:rPr lang="en-ID" dirty="0" err="1"/>
              <a:t>ke</a:t>
            </a:r>
            <a:r>
              <a:rPr lang="en-ID" dirty="0"/>
              <a:t> </a:t>
            </a:r>
            <a:r>
              <a:rPr lang="en-ID" dirty="0" err="1"/>
              <a:t>ruang</a:t>
            </a:r>
            <a:r>
              <a:rPr lang="en-ID" dirty="0"/>
              <a:t> yang </a:t>
            </a:r>
            <a:r>
              <a:rPr lang="en-ID" dirty="0" err="1"/>
              <a:t>lebih</a:t>
            </a:r>
            <a:r>
              <a:rPr lang="en-ID" dirty="0"/>
              <a:t> </a:t>
            </a:r>
            <a:r>
              <a:rPr lang="en-ID" dirty="0" err="1"/>
              <a:t>tinggi</a:t>
            </a:r>
            <a:r>
              <a:rPr lang="en-ID" dirty="0"/>
              <a:t> dan </a:t>
            </a:r>
            <a:r>
              <a:rPr lang="en-ID" dirty="0" err="1"/>
              <a:t>mempermudah</a:t>
            </a:r>
            <a:r>
              <a:rPr lang="en-ID" dirty="0"/>
              <a:t> </a:t>
            </a:r>
            <a:r>
              <a:rPr lang="en-ID" dirty="0" err="1"/>
              <a:t>pemisahan</a:t>
            </a:r>
            <a:r>
              <a:rPr lang="en-ID" dirty="0"/>
              <a:t> data yang </a:t>
            </a:r>
            <a:r>
              <a:rPr lang="en-ID" dirty="0" err="1"/>
              <a:t>tidak</a:t>
            </a:r>
            <a:r>
              <a:rPr lang="en-ID" dirty="0"/>
              <a:t> </a:t>
            </a:r>
            <a:r>
              <a:rPr lang="en-ID" dirty="0" err="1"/>
              <a:t>dapat</a:t>
            </a:r>
            <a:r>
              <a:rPr lang="en-ID" dirty="0"/>
              <a:t> </a:t>
            </a:r>
            <a:r>
              <a:rPr lang="en-ID" dirty="0" err="1"/>
              <a:t>dipisahkan</a:t>
            </a:r>
            <a:r>
              <a:rPr lang="en-ID" dirty="0"/>
              <a:t> </a:t>
            </a:r>
            <a:r>
              <a:rPr lang="en-ID" dirty="0" err="1"/>
              <a:t>secara</a:t>
            </a:r>
            <a:r>
              <a:rPr lang="en-ID" dirty="0"/>
              <a:t> linear. </a:t>
            </a:r>
          </a:p>
          <a:p>
            <a:pPr marL="342900" lvl="0" indent="-342900" algn="just" rtl="0">
              <a:lnSpc>
                <a:spcPct val="150000"/>
              </a:lnSpc>
              <a:spcBef>
                <a:spcPts val="0"/>
              </a:spcBef>
              <a:spcAft>
                <a:spcPts val="0"/>
              </a:spcAft>
              <a:buClr>
                <a:schemeClr val="lt1"/>
              </a:buClr>
              <a:buSzPts val="2000"/>
              <a:buFont typeface="+mj-lt"/>
              <a:buAutoNum type="arabicPeriod" startAt="5"/>
            </a:pPr>
            <a:r>
              <a:rPr lang="en-ID" b="1" dirty="0" err="1"/>
              <a:t>Klasifikasi</a:t>
            </a:r>
            <a:r>
              <a:rPr lang="en-ID" b="1" dirty="0"/>
              <a:t> dan </a:t>
            </a:r>
            <a:r>
              <a:rPr lang="en-ID" b="1" dirty="0" err="1"/>
              <a:t>Regresi</a:t>
            </a:r>
            <a:r>
              <a:rPr lang="en-ID" b="1" dirty="0"/>
              <a:t>: </a:t>
            </a:r>
            <a:r>
              <a:rPr lang="en-ID" dirty="0"/>
              <a:t>SVM </a:t>
            </a:r>
            <a:r>
              <a:rPr lang="en-ID" dirty="0" err="1"/>
              <a:t>dapat</a:t>
            </a:r>
            <a:r>
              <a:rPr lang="en-ID" dirty="0"/>
              <a:t> </a:t>
            </a:r>
            <a:r>
              <a:rPr lang="en-ID" dirty="0" err="1"/>
              <a:t>digunakan</a:t>
            </a:r>
            <a:r>
              <a:rPr lang="en-ID" dirty="0"/>
              <a:t> </a:t>
            </a:r>
            <a:r>
              <a:rPr lang="en-ID" dirty="0" err="1"/>
              <a:t>untuk</a:t>
            </a:r>
            <a:r>
              <a:rPr lang="en-ID" dirty="0"/>
              <a:t> </a:t>
            </a:r>
            <a:r>
              <a:rPr lang="en-ID" dirty="0" err="1"/>
              <a:t>klasifikasi</a:t>
            </a:r>
            <a:r>
              <a:rPr lang="en-ID" dirty="0"/>
              <a:t> (</a:t>
            </a:r>
            <a:r>
              <a:rPr lang="en-ID" dirty="0" err="1"/>
              <a:t>memprediksi</a:t>
            </a:r>
            <a:r>
              <a:rPr lang="en-ID" dirty="0"/>
              <a:t> </a:t>
            </a:r>
            <a:r>
              <a:rPr lang="en-ID" dirty="0" err="1"/>
              <a:t>kelas</a:t>
            </a:r>
            <a:r>
              <a:rPr lang="en-ID" dirty="0"/>
              <a:t>) dan </a:t>
            </a:r>
            <a:r>
              <a:rPr lang="en-ID" dirty="0" err="1"/>
              <a:t>regresi</a:t>
            </a:r>
            <a:r>
              <a:rPr lang="en-ID" dirty="0"/>
              <a:t> (</a:t>
            </a:r>
            <a:r>
              <a:rPr lang="en-ID" dirty="0" err="1"/>
              <a:t>memprediksi</a:t>
            </a:r>
            <a:r>
              <a:rPr lang="en-ID" dirty="0"/>
              <a:t> </a:t>
            </a:r>
            <a:r>
              <a:rPr lang="en-ID" dirty="0" err="1"/>
              <a:t>nilai</a:t>
            </a:r>
            <a:r>
              <a:rPr lang="en-ID" dirty="0"/>
              <a:t> </a:t>
            </a:r>
            <a:r>
              <a:rPr lang="en-ID" dirty="0" err="1"/>
              <a:t>numerik</a:t>
            </a:r>
            <a:r>
              <a:rPr lang="en-ID" dirty="0"/>
              <a:t>). </a:t>
            </a:r>
          </a:p>
          <a:p>
            <a:pPr marL="571500" indent="-342900">
              <a:buFont typeface="+mj-lt"/>
              <a:buAutoNum type="arabicPeriod" startAt="5"/>
            </a:pPr>
            <a:endParaRPr lang="en-ID" dirty="0"/>
          </a:p>
        </p:txBody>
      </p:sp>
      <p:sp>
        <p:nvSpPr>
          <p:cNvPr id="2" name="Google Shape;325;p12">
            <a:extLst>
              <a:ext uri="{FF2B5EF4-FFF2-40B4-BE49-F238E27FC236}">
                <a16:creationId xmlns:a16="http://schemas.microsoft.com/office/drawing/2014/main" id="{2D7679A7-9A00-1ABC-4A36-47CBC473C903}"/>
              </a:ext>
            </a:extLst>
          </p:cNvPr>
          <p:cNvSpPr txBox="1">
            <a:spLocks noGrp="1"/>
          </p:cNvSpPr>
          <p:nvPr>
            <p:ph type="title"/>
          </p:nvPr>
        </p:nvSpPr>
        <p:spPr>
          <a:xfrm>
            <a:off x="448985" y="280220"/>
            <a:ext cx="5542935" cy="670274"/>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E60AC"/>
              </a:buClr>
              <a:buSzPts val="3600"/>
              <a:buFont typeface="Twentieth Century"/>
              <a:buNone/>
            </a:pPr>
            <a:r>
              <a:rPr lang="en-US" dirty="0">
                <a:solidFill>
                  <a:schemeClr val="bg1"/>
                </a:solidFill>
              </a:rPr>
              <a:t>Cara </a:t>
            </a:r>
            <a:r>
              <a:rPr lang="en-US" dirty="0" err="1">
                <a:solidFill>
                  <a:schemeClr val="bg1"/>
                </a:solidFill>
              </a:rPr>
              <a:t>Kerja</a:t>
            </a:r>
            <a:r>
              <a:rPr lang="en-US" dirty="0">
                <a:solidFill>
                  <a:schemeClr val="bg1"/>
                </a:solidFill>
              </a:rPr>
              <a:t> SVM</a:t>
            </a:r>
            <a:endParaRPr dirty="0">
              <a:solidFill>
                <a:schemeClr val="bg1"/>
              </a:solidFill>
            </a:endParaRPr>
          </a:p>
        </p:txBody>
      </p:sp>
      <p:pic>
        <p:nvPicPr>
          <p:cNvPr id="3074" name="Picture 2" descr="Support Vector Machine (SVM). Memperkenalkan sebuah algoritma… | by Dadan  Dahman W. | Howdy Sysinfo | Medium">
            <a:extLst>
              <a:ext uri="{FF2B5EF4-FFF2-40B4-BE49-F238E27FC236}">
                <a16:creationId xmlns:a16="http://schemas.microsoft.com/office/drawing/2014/main" id="{105A8444-43D2-C0C3-4066-40E0C2F047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1354"/>
          <a:stretch/>
        </p:blipFill>
        <p:spPr bwMode="auto">
          <a:xfrm>
            <a:off x="8520775" y="3657894"/>
            <a:ext cx="2910706" cy="259021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Support Vector Machine (SVM). Memperkenalkan sebuah algoritma… | by Dadan  Dahman W. | Howdy Sysinfo | Medium">
            <a:extLst>
              <a:ext uri="{FF2B5EF4-FFF2-40B4-BE49-F238E27FC236}">
                <a16:creationId xmlns:a16="http://schemas.microsoft.com/office/drawing/2014/main" id="{B5888091-98BF-718F-5672-325412B116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45" r="61613" b="-1126"/>
          <a:stretch/>
        </p:blipFill>
        <p:spPr bwMode="auto">
          <a:xfrm>
            <a:off x="6385451" y="280220"/>
            <a:ext cx="2514710" cy="2846514"/>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325;p12">
            <a:extLst>
              <a:ext uri="{FF2B5EF4-FFF2-40B4-BE49-F238E27FC236}">
                <a16:creationId xmlns:a16="http://schemas.microsoft.com/office/drawing/2014/main" id="{B1A6A936-C415-8FF1-0388-2C85E438589F}"/>
              </a:ext>
            </a:extLst>
          </p:cNvPr>
          <p:cNvSpPr txBox="1">
            <a:spLocks/>
          </p:cNvSpPr>
          <p:nvPr/>
        </p:nvSpPr>
        <p:spPr>
          <a:xfrm>
            <a:off x="9008765" y="1465502"/>
            <a:ext cx="1308695" cy="33513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FFC000"/>
              </a:buClr>
              <a:buSzPts val="3200"/>
              <a:buFont typeface="Twentieth Century"/>
              <a:buNone/>
              <a:defRPr sz="3200" b="1" i="0" u="none" strike="noStrike" cap="none">
                <a:solidFill>
                  <a:srgbClr val="FFC000"/>
                </a:solidFill>
                <a:latin typeface="Twentieth Century"/>
                <a:ea typeface="Twentieth Century"/>
                <a:cs typeface="Twentieth Century"/>
                <a:sym typeface="Twentieth Centur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0E60AC"/>
              </a:buClr>
              <a:buSzPts val="3600"/>
            </a:pPr>
            <a:r>
              <a:rPr lang="en-US" sz="1600" dirty="0">
                <a:solidFill>
                  <a:schemeClr val="bg2"/>
                </a:solidFill>
              </a:rPr>
              <a:t>Kernel</a:t>
            </a:r>
          </a:p>
        </p:txBody>
      </p:sp>
      <p:sp>
        <p:nvSpPr>
          <p:cNvPr id="5" name="Arrow: Bent 4">
            <a:extLst>
              <a:ext uri="{FF2B5EF4-FFF2-40B4-BE49-F238E27FC236}">
                <a16:creationId xmlns:a16="http://schemas.microsoft.com/office/drawing/2014/main" id="{36700E5D-FF4F-7F7F-80A5-303ACD561AF3}"/>
              </a:ext>
            </a:extLst>
          </p:cNvPr>
          <p:cNvSpPr/>
          <p:nvPr/>
        </p:nvSpPr>
        <p:spPr>
          <a:xfrm rot="5400000">
            <a:off x="8989004" y="2063858"/>
            <a:ext cx="1661232" cy="995680"/>
          </a:xfrm>
          <a:prstGeom prst="ben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ID">
              <a:solidFill>
                <a:schemeClr val="tx1"/>
              </a:solidFill>
            </a:endParaRPr>
          </a:p>
        </p:txBody>
      </p:sp>
    </p:spTree>
    <p:extLst>
      <p:ext uri="{BB962C8B-B14F-4D97-AF65-F5344CB8AC3E}">
        <p14:creationId xmlns:p14="http://schemas.microsoft.com/office/powerpoint/2010/main" val="4035836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1">
          <a:extLst>
            <a:ext uri="{FF2B5EF4-FFF2-40B4-BE49-F238E27FC236}">
              <a16:creationId xmlns:a16="http://schemas.microsoft.com/office/drawing/2014/main" id="{82A119AC-803E-7DCD-3EA1-E553565E5BED}"/>
            </a:ext>
          </a:extLst>
        </p:cNvPr>
        <p:cNvGrpSpPr/>
        <p:nvPr/>
      </p:nvGrpSpPr>
      <p:grpSpPr>
        <a:xfrm>
          <a:off x="0" y="0"/>
          <a:ext cx="0" cy="0"/>
          <a:chOff x="0" y="0"/>
          <a:chExt cx="0" cy="0"/>
        </a:xfrm>
      </p:grpSpPr>
      <p:sp>
        <p:nvSpPr>
          <p:cNvPr id="332" name="Google Shape;332;p13">
            <a:extLst>
              <a:ext uri="{FF2B5EF4-FFF2-40B4-BE49-F238E27FC236}">
                <a16:creationId xmlns:a16="http://schemas.microsoft.com/office/drawing/2014/main" id="{A248637D-717C-CE79-B30D-6A1AC6368C87}"/>
              </a:ext>
            </a:extLst>
          </p:cNvPr>
          <p:cNvSpPr txBox="1">
            <a:spLocks noGrp="1"/>
          </p:cNvSpPr>
          <p:nvPr>
            <p:ph type="ctrTitle"/>
          </p:nvPr>
        </p:nvSpPr>
        <p:spPr>
          <a:xfrm>
            <a:off x="5835541" y="1625452"/>
            <a:ext cx="6356459"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dirty="0"/>
              <a:t>Support Vector Machine:</a:t>
            </a:r>
            <a:br>
              <a:rPr lang="en-US" sz="5400" dirty="0"/>
            </a:br>
            <a:r>
              <a:rPr lang="en-US" sz="5400" dirty="0" err="1"/>
              <a:t>Kekuatan</a:t>
            </a:r>
            <a:r>
              <a:rPr lang="en-US" sz="5400" dirty="0"/>
              <a:t>, </a:t>
            </a:r>
            <a:r>
              <a:rPr lang="en-US" sz="5400" dirty="0" err="1"/>
              <a:t>Kelemahan</a:t>
            </a:r>
            <a:r>
              <a:rPr lang="en-US" sz="5400" dirty="0"/>
              <a:t>, Parameter</a:t>
            </a:r>
            <a:br>
              <a:rPr lang="en-US" sz="5400" dirty="0"/>
            </a:br>
            <a:endParaRPr sz="5400" dirty="0"/>
          </a:p>
        </p:txBody>
      </p:sp>
      <p:pic>
        <p:nvPicPr>
          <p:cNvPr id="333" name="Google Shape;333;p13">
            <a:extLst>
              <a:ext uri="{FF2B5EF4-FFF2-40B4-BE49-F238E27FC236}">
                <a16:creationId xmlns:a16="http://schemas.microsoft.com/office/drawing/2014/main" id="{8DEE14C9-25A5-C379-00C8-0B5582A5BB25}"/>
              </a:ext>
            </a:extLst>
          </p:cNvPr>
          <p:cNvPicPr preferRelativeResize="0">
            <a:picLocks noGrp="1"/>
          </p:cNvPicPr>
          <p:nvPr>
            <p:ph type="pic" idx="2"/>
          </p:nvPr>
        </p:nvPicPr>
        <p:blipFill rotWithShape="1">
          <a:blip r:embed="rId3">
            <a:alphaModFix/>
          </a:blip>
          <a:srcRect l="19738" r="19739"/>
          <a:stretch/>
        </p:blipFill>
        <p:spPr>
          <a:xfrm>
            <a:off x="0" y="499621"/>
            <a:ext cx="5316718" cy="5856730"/>
          </a:xfrm>
          <a:prstGeom prst="flowChartDelay">
            <a:avLst/>
          </a:prstGeom>
          <a:noFill/>
          <a:ln>
            <a:noFill/>
          </a:ln>
        </p:spPr>
      </p:pic>
    </p:spTree>
    <p:extLst>
      <p:ext uri="{BB962C8B-B14F-4D97-AF65-F5344CB8AC3E}">
        <p14:creationId xmlns:p14="http://schemas.microsoft.com/office/powerpoint/2010/main" val="1605108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4"/>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39" name="Google Shape;339;p14"/>
          <p:cNvSpPr txBox="1">
            <a:spLocks noGrp="1"/>
          </p:cNvSpPr>
          <p:nvPr>
            <p:ph type="body" idx="1"/>
          </p:nvPr>
        </p:nvSpPr>
        <p:spPr>
          <a:xfrm>
            <a:off x="360949" y="601579"/>
            <a:ext cx="5751093" cy="4957011"/>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lt1"/>
              </a:buClr>
              <a:buSzPts val="2000"/>
              <a:buNone/>
            </a:pPr>
            <a:r>
              <a:rPr lang="en-US">
                <a:latin typeface="Calibri"/>
                <a:ea typeface="Calibri"/>
                <a:cs typeface="Calibri"/>
                <a:sym typeface="Calibri"/>
              </a:rPr>
              <a:t>Mesin vektor pendukung yang dikernelisasi adalah model yang kuat dan berkinerja baik pada berbagai macam set data. SVM memungkinkan batasan keputusan yang kompleks, meskipun data hanya memiliki sedikit fitur. SVM bekerja dengan baik pada data berdimensi rendah dan berdimensi tinggi (yaitu, sedikit dan banyak fitur), tetapi tidak berskala dengan baik dengan jumlah sampel. Menjalankan SVM pada data dengan hingga 10.000 sampel mungkin dapat bekerja dengan baik, tetapi bekerja dengan dataset dengan ukuran 100.000 atau lebih dapat menjadi tantangan dalam hal waktu proses dan penggunaan memori.</a:t>
            </a:r>
            <a:endParaRPr/>
          </a:p>
        </p:txBody>
      </p:sp>
      <p:pic>
        <p:nvPicPr>
          <p:cNvPr id="340" name="Google Shape;340;p14"/>
          <p:cNvPicPr preferRelativeResize="0">
            <a:picLocks noGrp="1"/>
          </p:cNvPicPr>
          <p:nvPr>
            <p:ph type="pic" idx="2"/>
          </p:nvPr>
        </p:nvPicPr>
        <p:blipFill rotWithShape="1">
          <a:blip r:embed="rId3">
            <a:alphaModFix/>
          </a:blip>
          <a:srcRect l="6090" r="6091"/>
          <a:stretch/>
        </p:blipFill>
        <p:spPr>
          <a:xfrm>
            <a:off x="6239877" y="1065578"/>
            <a:ext cx="5671386" cy="42455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5"/>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46" name="Google Shape;346;p15"/>
          <p:cNvSpPr txBox="1">
            <a:spLocks noGrp="1"/>
          </p:cNvSpPr>
          <p:nvPr>
            <p:ph type="body" idx="1"/>
          </p:nvPr>
        </p:nvSpPr>
        <p:spPr>
          <a:xfrm>
            <a:off x="360949" y="601579"/>
            <a:ext cx="5751093" cy="4957011"/>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lt1"/>
              </a:buClr>
              <a:buSzPts val="2000"/>
              <a:buNone/>
            </a:pPr>
            <a:r>
              <a:rPr lang="en-US">
                <a:latin typeface="Calibri"/>
                <a:ea typeface="Calibri"/>
                <a:cs typeface="Calibri"/>
                <a:sym typeface="Calibri"/>
              </a:rPr>
              <a:t>Kelemahan lain dari SVM adalah bahwa mereka membutuhkan prapemrosesan data dan penyetelan parameter yang cermat. Inilah sebabnya, saat ini, kebanyakan orang lebih memilih menggunakan model berbasis pohon seperti random forest atau gradient boosting (yang membutuhkan sedikit atau tanpa pemrosesan awal) dalam banyak aplikasi. Selain itu, model SVM sulit untuk diperiksa; mungkin sulit untuk memahami mengapa prediksi tertentu dibuat, dan mungkin sulit untuk menjelaskan model tersebut kepada orang yang tidak ahli.</a:t>
            </a:r>
            <a:endParaRPr/>
          </a:p>
        </p:txBody>
      </p:sp>
      <p:pic>
        <p:nvPicPr>
          <p:cNvPr id="347" name="Google Shape;347;p15"/>
          <p:cNvPicPr preferRelativeResize="0">
            <a:picLocks noGrp="1"/>
          </p:cNvPicPr>
          <p:nvPr>
            <p:ph type="pic" idx="2"/>
          </p:nvPr>
        </p:nvPicPr>
        <p:blipFill rotWithShape="1">
          <a:blip r:embed="rId3">
            <a:alphaModFix/>
          </a:blip>
          <a:srcRect l="6090" r="6091"/>
          <a:stretch/>
        </p:blipFill>
        <p:spPr>
          <a:xfrm>
            <a:off x="6239877" y="1065578"/>
            <a:ext cx="5671386" cy="42455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6"/>
          <p:cNvSpPr txBox="1">
            <a:spLocks noGrp="1"/>
          </p:cNvSpPr>
          <p:nvPr>
            <p:ph type="title"/>
          </p:nvPr>
        </p:nvSpPr>
        <p:spPr>
          <a:xfrm>
            <a:off x="5690563" y="750583"/>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E60AC"/>
              </a:buClr>
              <a:buSzPts val="3200"/>
              <a:buFont typeface="Twentieth Century"/>
              <a:buNone/>
            </a:pPr>
            <a:r>
              <a:rPr lang="en-US">
                <a:solidFill>
                  <a:srgbClr val="0E60AC"/>
                </a:solidFill>
              </a:rPr>
              <a:t>Keuntungan SVM</a:t>
            </a:r>
            <a:endParaRPr>
              <a:solidFill>
                <a:srgbClr val="0E60AC"/>
              </a:solidFill>
            </a:endParaRPr>
          </a:p>
        </p:txBody>
      </p:sp>
      <p:sp>
        <p:nvSpPr>
          <p:cNvPr id="353" name="Google Shape;353;p16"/>
          <p:cNvSpPr txBox="1">
            <a:spLocks noGrp="1"/>
          </p:cNvSpPr>
          <p:nvPr>
            <p:ph type="body" idx="1"/>
          </p:nvPr>
        </p:nvSpPr>
        <p:spPr>
          <a:xfrm>
            <a:off x="5654843" y="1837678"/>
            <a:ext cx="6187868" cy="3432154"/>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rgbClr val="0E60AC"/>
              </a:buClr>
              <a:buSzPts val="2400"/>
              <a:buFont typeface="Arial"/>
              <a:buChar char="•"/>
            </a:pPr>
            <a:r>
              <a:rPr lang="en-US" sz="2400">
                <a:solidFill>
                  <a:srgbClr val="0E60AC"/>
                </a:solidFill>
                <a:latin typeface="Twentieth Century"/>
                <a:ea typeface="Twentieth Century"/>
                <a:cs typeface="Twentieth Century"/>
                <a:sym typeface="Twentieth Century"/>
              </a:rPr>
              <a:t>SVM bekerja relatif baik ketika terdapat margin pemisahan yang jelas antar kelas.</a:t>
            </a:r>
            <a:endParaRPr/>
          </a:p>
          <a:p>
            <a:pPr marL="342900" lvl="0" indent="-342900" algn="just" rtl="0">
              <a:lnSpc>
                <a:spcPct val="100000"/>
              </a:lnSpc>
              <a:spcBef>
                <a:spcPts val="0"/>
              </a:spcBef>
              <a:spcAft>
                <a:spcPts val="0"/>
              </a:spcAft>
              <a:buClr>
                <a:srgbClr val="0E60AC"/>
              </a:buClr>
              <a:buSzPts val="2400"/>
              <a:buFont typeface="Arial"/>
              <a:buChar char="•"/>
            </a:pPr>
            <a:r>
              <a:rPr lang="en-US" sz="2400">
                <a:solidFill>
                  <a:srgbClr val="0E60AC"/>
                </a:solidFill>
                <a:latin typeface="Twentieth Century"/>
                <a:ea typeface="Twentieth Century"/>
                <a:cs typeface="Twentieth Century"/>
                <a:sym typeface="Twentieth Century"/>
              </a:rPr>
              <a:t>SVM lebih efektif pada ruang berdimensi tinggi.</a:t>
            </a:r>
            <a:endParaRPr/>
          </a:p>
          <a:p>
            <a:pPr marL="342900" lvl="0" indent="-342900" algn="just" rtl="0">
              <a:lnSpc>
                <a:spcPct val="100000"/>
              </a:lnSpc>
              <a:spcBef>
                <a:spcPts val="0"/>
              </a:spcBef>
              <a:spcAft>
                <a:spcPts val="0"/>
              </a:spcAft>
              <a:buClr>
                <a:srgbClr val="0E60AC"/>
              </a:buClr>
              <a:buSzPts val="2400"/>
              <a:buFont typeface="Arial"/>
              <a:buChar char="•"/>
            </a:pPr>
            <a:r>
              <a:rPr lang="en-US" sz="2400">
                <a:solidFill>
                  <a:srgbClr val="0E60AC"/>
                </a:solidFill>
                <a:latin typeface="Twentieth Century"/>
                <a:ea typeface="Twentieth Century"/>
                <a:cs typeface="Twentieth Century"/>
                <a:sym typeface="Twentieth Century"/>
              </a:rPr>
              <a:t>SVM efektif jika jumlah dimensi lebih besar daripada jumlah sampel.</a:t>
            </a:r>
            <a:endParaRPr/>
          </a:p>
          <a:p>
            <a:pPr marL="342900" lvl="0" indent="-342900" algn="just" rtl="0">
              <a:lnSpc>
                <a:spcPct val="100000"/>
              </a:lnSpc>
              <a:spcBef>
                <a:spcPts val="0"/>
              </a:spcBef>
              <a:spcAft>
                <a:spcPts val="0"/>
              </a:spcAft>
              <a:buClr>
                <a:srgbClr val="0E60AC"/>
              </a:buClr>
              <a:buSzPts val="2400"/>
              <a:buFont typeface="Arial"/>
              <a:buChar char="•"/>
            </a:pPr>
            <a:r>
              <a:rPr lang="en-US" sz="2400">
                <a:solidFill>
                  <a:srgbClr val="0E60AC"/>
                </a:solidFill>
                <a:latin typeface="Twentieth Century"/>
                <a:ea typeface="Twentieth Century"/>
                <a:cs typeface="Twentieth Century"/>
                <a:sym typeface="Twentieth Century"/>
              </a:rPr>
              <a:t>SVM relatif hemat memori</a:t>
            </a:r>
            <a:endParaRPr/>
          </a:p>
          <a:p>
            <a:pPr marL="0" lvl="0" indent="0" algn="just" rtl="0">
              <a:lnSpc>
                <a:spcPct val="100000"/>
              </a:lnSpc>
              <a:spcBef>
                <a:spcPts val="0"/>
              </a:spcBef>
              <a:spcAft>
                <a:spcPts val="0"/>
              </a:spcAft>
              <a:buClr>
                <a:schemeClr val="lt1"/>
              </a:buClr>
              <a:buSzPts val="2000"/>
              <a:buNone/>
            </a:pPr>
            <a:endParaRPr>
              <a:solidFill>
                <a:srgbClr val="0E60AC"/>
              </a:solidFill>
              <a:latin typeface="Twentieth Century"/>
              <a:ea typeface="Twentieth Century"/>
              <a:cs typeface="Twentieth Century"/>
              <a:sym typeface="Twentieth Century"/>
            </a:endParaRPr>
          </a:p>
        </p:txBody>
      </p:sp>
      <p:pic>
        <p:nvPicPr>
          <p:cNvPr id="354" name="Google Shape;354;p16"/>
          <p:cNvPicPr preferRelativeResize="0">
            <a:picLocks noGrp="1"/>
          </p:cNvPicPr>
          <p:nvPr>
            <p:ph type="pic" idx="2"/>
          </p:nvPr>
        </p:nvPicPr>
        <p:blipFill rotWithShape="1">
          <a:blip r:embed="rId3">
            <a:alphaModFix/>
          </a:blip>
          <a:srcRect l="14621" r="3435"/>
          <a:stretch/>
        </p:blipFill>
        <p:spPr>
          <a:xfrm flipH="1">
            <a:off x="215900" y="1300163"/>
            <a:ext cx="5150184" cy="48006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7"/>
          <p:cNvSpPr txBox="1">
            <a:spLocks noGrp="1"/>
          </p:cNvSpPr>
          <p:nvPr>
            <p:ph type="title"/>
          </p:nvPr>
        </p:nvSpPr>
        <p:spPr>
          <a:xfrm>
            <a:off x="5690563" y="750583"/>
            <a:ext cx="5127233" cy="7968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E60AC"/>
              </a:buClr>
              <a:buSzPts val="3200"/>
              <a:buFont typeface="Twentieth Century"/>
              <a:buNone/>
            </a:pPr>
            <a:r>
              <a:rPr lang="en-US">
                <a:solidFill>
                  <a:srgbClr val="0E60AC"/>
                </a:solidFill>
              </a:rPr>
              <a:t>Kekurangan SVM</a:t>
            </a:r>
            <a:endParaRPr>
              <a:solidFill>
                <a:srgbClr val="0E60AC"/>
              </a:solidFill>
            </a:endParaRPr>
          </a:p>
        </p:txBody>
      </p:sp>
      <p:sp>
        <p:nvSpPr>
          <p:cNvPr id="360" name="Google Shape;360;p17"/>
          <p:cNvSpPr txBox="1">
            <a:spLocks noGrp="1"/>
          </p:cNvSpPr>
          <p:nvPr>
            <p:ph type="body" idx="1"/>
          </p:nvPr>
        </p:nvSpPr>
        <p:spPr>
          <a:xfrm>
            <a:off x="5702969" y="1693299"/>
            <a:ext cx="6187868" cy="3432154"/>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rgbClr val="0E60AC"/>
              </a:buClr>
              <a:buSzPts val="2400"/>
              <a:buFont typeface="Arial"/>
              <a:buChar char="•"/>
            </a:pPr>
            <a:r>
              <a:rPr lang="en-US" sz="2400" dirty="0">
                <a:solidFill>
                  <a:srgbClr val="0E60AC"/>
                </a:solidFill>
                <a:latin typeface="Twentieth Century"/>
                <a:ea typeface="Twentieth Century"/>
                <a:cs typeface="Twentieth Century"/>
                <a:sym typeface="Twentieth Century"/>
              </a:rPr>
              <a:t>Algoritma SVM </a:t>
            </a:r>
            <a:r>
              <a:rPr lang="en-US" sz="2400" dirty="0" err="1">
                <a:solidFill>
                  <a:srgbClr val="0E60AC"/>
                </a:solidFill>
                <a:latin typeface="Twentieth Century"/>
                <a:ea typeface="Twentieth Century"/>
                <a:cs typeface="Twentieth Century"/>
                <a:sym typeface="Twentieth Century"/>
              </a:rPr>
              <a:t>tidak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cocok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untuk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kumpulan</a:t>
            </a:r>
            <a:r>
              <a:rPr lang="en-US" sz="2400" dirty="0">
                <a:solidFill>
                  <a:srgbClr val="0E60AC"/>
                </a:solidFill>
                <a:latin typeface="Twentieth Century"/>
                <a:ea typeface="Twentieth Century"/>
                <a:cs typeface="Twentieth Century"/>
                <a:sym typeface="Twentieth Century"/>
              </a:rPr>
              <a:t> data yang </a:t>
            </a:r>
            <a:r>
              <a:rPr lang="en-US" sz="2400" dirty="0" err="1">
                <a:solidFill>
                  <a:srgbClr val="0E60AC"/>
                </a:solidFill>
                <a:latin typeface="Twentieth Century"/>
                <a:ea typeface="Twentieth Century"/>
                <a:cs typeface="Twentieth Century"/>
                <a:sym typeface="Twentieth Century"/>
              </a:rPr>
              <a:t>besar</a:t>
            </a:r>
            <a:r>
              <a:rPr lang="en-US" sz="2400" dirty="0">
                <a:solidFill>
                  <a:srgbClr val="0E60AC"/>
                </a:solidFill>
                <a:latin typeface="Twentieth Century"/>
                <a:ea typeface="Twentieth Century"/>
                <a:cs typeface="Twentieth Century"/>
                <a:sym typeface="Twentieth Century"/>
              </a:rPr>
              <a:t>.</a:t>
            </a:r>
            <a:endParaRPr dirty="0"/>
          </a:p>
          <a:p>
            <a:pPr marL="342900" lvl="0" indent="-342900" algn="just" rtl="0">
              <a:lnSpc>
                <a:spcPct val="100000"/>
              </a:lnSpc>
              <a:spcBef>
                <a:spcPts val="0"/>
              </a:spcBef>
              <a:spcAft>
                <a:spcPts val="0"/>
              </a:spcAft>
              <a:buClr>
                <a:srgbClr val="0E60AC"/>
              </a:buClr>
              <a:buSzPts val="2400"/>
              <a:buFont typeface="Arial"/>
              <a:buChar char="•"/>
            </a:pPr>
            <a:r>
              <a:rPr lang="en-US" sz="2400" dirty="0">
                <a:solidFill>
                  <a:srgbClr val="0E60AC"/>
                </a:solidFill>
                <a:latin typeface="Twentieth Century"/>
                <a:ea typeface="Twentieth Century"/>
                <a:cs typeface="Twentieth Century"/>
                <a:sym typeface="Twentieth Century"/>
              </a:rPr>
              <a:t>SVM </a:t>
            </a:r>
            <a:r>
              <a:rPr lang="en-US" sz="2400" dirty="0" err="1">
                <a:solidFill>
                  <a:srgbClr val="0E60AC"/>
                </a:solidFill>
                <a:latin typeface="Twentieth Century"/>
                <a:ea typeface="Twentieth Century"/>
                <a:cs typeface="Twentieth Century"/>
                <a:sym typeface="Twentieth Century"/>
              </a:rPr>
              <a:t>tidak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bekerja</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dengan</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baik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ketika</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kumpulan</a:t>
            </a:r>
            <a:r>
              <a:rPr lang="en-US" sz="2400" dirty="0">
                <a:solidFill>
                  <a:srgbClr val="0E60AC"/>
                </a:solidFill>
                <a:latin typeface="Twentieth Century"/>
                <a:ea typeface="Twentieth Century"/>
                <a:cs typeface="Twentieth Century"/>
                <a:sym typeface="Twentieth Century"/>
              </a:rPr>
              <a:t> data </a:t>
            </a:r>
            <a:r>
              <a:rPr lang="en-US" sz="2400" dirty="0" err="1">
                <a:solidFill>
                  <a:srgbClr val="0E60AC"/>
                </a:solidFill>
                <a:latin typeface="Twentieth Century"/>
                <a:ea typeface="Twentieth Century"/>
                <a:cs typeface="Twentieth Century"/>
                <a:sym typeface="Twentieth Century"/>
              </a:rPr>
              <a:t>memiliki</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lebih</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banyak</a:t>
            </a:r>
            <a:r>
              <a:rPr lang="en-US" sz="2400" dirty="0">
                <a:solidFill>
                  <a:srgbClr val="0E60AC"/>
                </a:solidFill>
                <a:latin typeface="Twentieth Century"/>
                <a:ea typeface="Twentieth Century"/>
                <a:cs typeface="Twentieth Century"/>
                <a:sym typeface="Twentieth Century"/>
              </a:rPr>
              <a:t> noise, </a:t>
            </a:r>
            <a:r>
              <a:rPr lang="en-US" sz="2400" dirty="0" err="1">
                <a:solidFill>
                  <a:srgbClr val="0E60AC"/>
                </a:solidFill>
                <a:latin typeface="Twentieth Century"/>
                <a:ea typeface="Twentieth Century"/>
                <a:cs typeface="Twentieth Century"/>
                <a:sym typeface="Twentieth Century"/>
              </a:rPr>
              <a:t>yaitu</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kelas</a:t>
            </a:r>
            <a:r>
              <a:rPr lang="en-US" sz="2400" dirty="0">
                <a:solidFill>
                  <a:srgbClr val="0E60AC"/>
                </a:solidFill>
                <a:latin typeface="Twentieth Century"/>
                <a:ea typeface="Twentieth Century"/>
                <a:cs typeface="Twentieth Century"/>
                <a:sym typeface="Twentieth Century"/>
              </a:rPr>
              <a:t> target </a:t>
            </a:r>
            <a:r>
              <a:rPr lang="en-US" sz="2400" dirty="0" err="1">
                <a:solidFill>
                  <a:srgbClr val="0E60AC"/>
                </a:solidFill>
                <a:latin typeface="Twentieth Century"/>
                <a:ea typeface="Twentieth Century"/>
                <a:cs typeface="Twentieth Century"/>
                <a:sym typeface="Twentieth Century"/>
              </a:rPr>
              <a:t>tumpang</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tindih</a:t>
            </a:r>
            <a:r>
              <a:rPr lang="en-US" sz="2400" dirty="0">
                <a:solidFill>
                  <a:srgbClr val="0E60AC"/>
                </a:solidFill>
                <a:latin typeface="Twentieth Century"/>
                <a:ea typeface="Twentieth Century"/>
                <a:cs typeface="Twentieth Century"/>
                <a:sym typeface="Twentieth Century"/>
              </a:rPr>
              <a:t>.</a:t>
            </a:r>
            <a:endParaRPr dirty="0"/>
          </a:p>
          <a:p>
            <a:pPr marL="342900" lvl="0" indent="-342900" algn="just" rtl="0">
              <a:lnSpc>
                <a:spcPct val="100000"/>
              </a:lnSpc>
              <a:spcBef>
                <a:spcPts val="0"/>
              </a:spcBef>
              <a:spcAft>
                <a:spcPts val="0"/>
              </a:spcAft>
              <a:buClr>
                <a:srgbClr val="0E60AC"/>
              </a:buClr>
              <a:buSzPts val="2400"/>
              <a:buFont typeface="Arial"/>
              <a:buChar char="•"/>
            </a:pPr>
            <a:r>
              <a:rPr lang="en-US" sz="2400" dirty="0">
                <a:solidFill>
                  <a:srgbClr val="0E60AC"/>
                </a:solidFill>
                <a:latin typeface="Twentieth Century"/>
                <a:ea typeface="Twentieth Century"/>
                <a:cs typeface="Twentieth Century"/>
                <a:sym typeface="Twentieth Century"/>
              </a:rPr>
              <a:t>Jika </a:t>
            </a:r>
            <a:r>
              <a:rPr lang="en-US" sz="2400" dirty="0" err="1">
                <a:solidFill>
                  <a:srgbClr val="0E60AC"/>
                </a:solidFill>
                <a:latin typeface="Twentieth Century"/>
                <a:ea typeface="Twentieth Century"/>
                <a:cs typeface="Twentieth Century"/>
                <a:sym typeface="Twentieth Century"/>
              </a:rPr>
              <a:t>jumlah</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fitur</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untuk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setiap</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titik</a:t>
            </a:r>
            <a:r>
              <a:rPr lang="en-US" sz="2400" dirty="0">
                <a:solidFill>
                  <a:srgbClr val="0E60AC"/>
                </a:solidFill>
                <a:latin typeface="Twentieth Century"/>
                <a:ea typeface="Twentieth Century"/>
                <a:cs typeface="Twentieth Century"/>
                <a:sym typeface="Twentieth Century"/>
              </a:rPr>
              <a:t> data </a:t>
            </a:r>
            <a:r>
              <a:rPr lang="en-US" sz="2400" dirty="0" err="1">
                <a:solidFill>
                  <a:srgbClr val="0E60AC"/>
                </a:solidFill>
                <a:latin typeface="Twentieth Century"/>
                <a:ea typeface="Twentieth Century"/>
                <a:cs typeface="Twentieth Century"/>
                <a:sym typeface="Twentieth Century"/>
              </a:rPr>
              <a:t>melebihi</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jumlah</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sampel</a:t>
            </a:r>
            <a:r>
              <a:rPr lang="en-US" sz="2400" dirty="0">
                <a:solidFill>
                  <a:srgbClr val="0E60AC"/>
                </a:solidFill>
                <a:latin typeface="Twentieth Century"/>
                <a:ea typeface="Twentieth Century"/>
                <a:cs typeface="Twentieth Century"/>
                <a:sym typeface="Twentieth Century"/>
              </a:rPr>
              <a:t> data </a:t>
            </a:r>
            <a:r>
              <a:rPr lang="en-US" sz="2400" dirty="0" err="1">
                <a:solidFill>
                  <a:srgbClr val="0E60AC"/>
                </a:solidFill>
                <a:latin typeface="Twentieth Century"/>
                <a:ea typeface="Twentieth Century"/>
                <a:cs typeface="Twentieth Century"/>
                <a:sym typeface="Twentieth Century"/>
              </a:rPr>
              <a:t>pelatihan</a:t>
            </a:r>
            <a:r>
              <a:rPr lang="en-US" sz="2400" dirty="0">
                <a:solidFill>
                  <a:srgbClr val="0E60AC"/>
                </a:solidFill>
                <a:latin typeface="Twentieth Century"/>
                <a:ea typeface="Twentieth Century"/>
                <a:cs typeface="Twentieth Century"/>
                <a:sym typeface="Twentieth Century"/>
              </a:rPr>
              <a:t>, SVM </a:t>
            </a:r>
            <a:r>
              <a:rPr lang="en-US" sz="2400" dirty="0" err="1">
                <a:solidFill>
                  <a:srgbClr val="0E60AC"/>
                </a:solidFill>
                <a:latin typeface="Twentieth Century"/>
                <a:ea typeface="Twentieth Century"/>
                <a:cs typeface="Twentieth Century"/>
                <a:sym typeface="Twentieth Century"/>
              </a:rPr>
              <a:t>akan</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berkinerja</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buruk</a:t>
            </a:r>
            <a:r>
              <a:rPr lang="en-US" sz="2400" dirty="0">
                <a:solidFill>
                  <a:srgbClr val="0E60AC"/>
                </a:solidFill>
                <a:latin typeface="Twentieth Century"/>
                <a:ea typeface="Twentieth Century"/>
                <a:cs typeface="Twentieth Century"/>
                <a:sym typeface="Twentieth Century"/>
              </a:rPr>
              <a:t>.</a:t>
            </a:r>
            <a:endParaRPr dirty="0"/>
          </a:p>
          <a:p>
            <a:pPr marL="342900" lvl="0" indent="-342900" algn="just" rtl="0">
              <a:lnSpc>
                <a:spcPct val="100000"/>
              </a:lnSpc>
              <a:spcBef>
                <a:spcPts val="0"/>
              </a:spcBef>
              <a:spcAft>
                <a:spcPts val="0"/>
              </a:spcAft>
              <a:buClr>
                <a:srgbClr val="0E60AC"/>
              </a:buClr>
              <a:buSzPts val="2400"/>
              <a:buFont typeface="Arial"/>
              <a:buChar char="•"/>
            </a:pPr>
            <a:r>
              <a:rPr lang="en-US" sz="2400" dirty="0">
                <a:solidFill>
                  <a:srgbClr val="0E60AC"/>
                </a:solidFill>
                <a:latin typeface="Twentieth Century"/>
                <a:ea typeface="Twentieth Century"/>
                <a:cs typeface="Twentieth Century"/>
                <a:sym typeface="Twentieth Century"/>
              </a:rPr>
              <a:t>Karena </a:t>
            </a:r>
            <a:r>
              <a:rPr lang="en-US" sz="2400" dirty="0" err="1">
                <a:solidFill>
                  <a:srgbClr val="0E60AC"/>
                </a:solidFill>
                <a:latin typeface="Twentieth Century"/>
                <a:ea typeface="Twentieth Century"/>
                <a:cs typeface="Twentieth Century"/>
                <a:sym typeface="Twentieth Century"/>
              </a:rPr>
              <a:t>pengklasifikasi</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vektor</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pendukung</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bekerja</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dengan</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meletakkan</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titik</a:t>
            </a:r>
            <a:r>
              <a:rPr lang="en-US" sz="2400" dirty="0">
                <a:solidFill>
                  <a:srgbClr val="0E60AC"/>
                </a:solidFill>
                <a:latin typeface="Twentieth Century"/>
                <a:ea typeface="Twentieth Century"/>
                <a:cs typeface="Twentieth Century"/>
                <a:sym typeface="Twentieth Century"/>
              </a:rPr>
              <a:t> data, di </a:t>
            </a:r>
            <a:r>
              <a:rPr lang="en-US" sz="2400" dirty="0" err="1">
                <a:solidFill>
                  <a:srgbClr val="0E60AC"/>
                </a:solidFill>
                <a:latin typeface="Twentieth Century"/>
                <a:ea typeface="Twentieth Century"/>
                <a:cs typeface="Twentieth Century"/>
                <a:sym typeface="Twentieth Century"/>
              </a:rPr>
              <a:t>atas</a:t>
            </a:r>
            <a:r>
              <a:rPr lang="en-US" sz="2400" dirty="0">
                <a:solidFill>
                  <a:srgbClr val="0E60AC"/>
                </a:solidFill>
                <a:latin typeface="Twentieth Century"/>
                <a:ea typeface="Twentieth Century"/>
                <a:cs typeface="Twentieth Century"/>
                <a:sym typeface="Twentieth Century"/>
              </a:rPr>
              <a:t> dan di </a:t>
            </a:r>
            <a:r>
              <a:rPr lang="en-US" sz="2400" dirty="0" err="1">
                <a:solidFill>
                  <a:srgbClr val="0E60AC"/>
                </a:solidFill>
                <a:latin typeface="Twentieth Century"/>
                <a:ea typeface="Twentieth Century"/>
                <a:cs typeface="Twentieth Century"/>
                <a:sym typeface="Twentieth Century"/>
              </a:rPr>
              <a:t>bawah</a:t>
            </a:r>
            <a:r>
              <a:rPr lang="en-US" sz="2400" dirty="0">
                <a:solidFill>
                  <a:srgbClr val="0E60AC"/>
                </a:solidFill>
                <a:latin typeface="Twentieth Century"/>
                <a:ea typeface="Twentieth Century"/>
                <a:cs typeface="Twentieth Century"/>
                <a:sym typeface="Twentieth Century"/>
              </a:rPr>
              <a:t> hyperplane </a:t>
            </a:r>
            <a:r>
              <a:rPr lang="en-US" sz="2400" dirty="0" err="1">
                <a:solidFill>
                  <a:srgbClr val="0E60AC"/>
                </a:solidFill>
                <a:latin typeface="Twentieth Century"/>
                <a:ea typeface="Twentieth Century"/>
                <a:cs typeface="Twentieth Century"/>
                <a:sym typeface="Twentieth Century"/>
              </a:rPr>
              <a:t>pengklasifikasian</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tidak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ada</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penjelasan</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probabilistik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untuk</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klasifikasi</a:t>
            </a:r>
            <a:r>
              <a:rPr lang="en-US" sz="2400" dirty="0">
                <a:solidFill>
                  <a:srgbClr val="0E60AC"/>
                </a:solidFill>
                <a:latin typeface="Twentieth Century"/>
                <a:ea typeface="Twentieth Century"/>
                <a:cs typeface="Twentieth Century"/>
                <a:sym typeface="Twentieth Century"/>
              </a:rPr>
              <a:t> </a:t>
            </a:r>
            <a:r>
              <a:rPr lang="en-US" sz="2400" dirty="0" err="1">
                <a:solidFill>
                  <a:srgbClr val="0E60AC"/>
                </a:solidFill>
                <a:latin typeface="Twentieth Century"/>
                <a:ea typeface="Twentieth Century"/>
                <a:cs typeface="Twentieth Century"/>
                <a:sym typeface="Twentieth Century"/>
              </a:rPr>
              <a:t>tersebut</a:t>
            </a:r>
            <a:r>
              <a:rPr lang="en-US" sz="2400" dirty="0">
                <a:solidFill>
                  <a:srgbClr val="0E60AC"/>
                </a:solidFill>
                <a:latin typeface="Twentieth Century"/>
                <a:ea typeface="Twentieth Century"/>
                <a:cs typeface="Twentieth Century"/>
                <a:sym typeface="Twentieth Century"/>
              </a:rPr>
              <a:t>.</a:t>
            </a:r>
            <a:endParaRPr dirty="0"/>
          </a:p>
        </p:txBody>
      </p:sp>
      <p:pic>
        <p:nvPicPr>
          <p:cNvPr id="361" name="Google Shape;361;p17"/>
          <p:cNvPicPr preferRelativeResize="0">
            <a:picLocks noGrp="1"/>
          </p:cNvPicPr>
          <p:nvPr>
            <p:ph type="pic" idx="2"/>
          </p:nvPr>
        </p:nvPicPr>
        <p:blipFill rotWithShape="1">
          <a:blip r:embed="rId3">
            <a:alphaModFix/>
          </a:blip>
          <a:srcRect t="20937" b="20938"/>
          <a:stretch/>
        </p:blipFill>
        <p:spPr>
          <a:xfrm>
            <a:off x="298450" y="1130968"/>
            <a:ext cx="5304317" cy="49221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8">
          <a:extLst>
            <a:ext uri="{FF2B5EF4-FFF2-40B4-BE49-F238E27FC236}">
              <a16:creationId xmlns:a16="http://schemas.microsoft.com/office/drawing/2014/main" id="{1C328CA5-D198-51DB-D55E-5418C1764E37}"/>
            </a:ext>
          </a:extLst>
        </p:cNvPr>
        <p:cNvGrpSpPr/>
        <p:nvPr/>
      </p:nvGrpSpPr>
      <p:grpSpPr>
        <a:xfrm>
          <a:off x="0" y="0"/>
          <a:ext cx="0" cy="0"/>
          <a:chOff x="0" y="0"/>
          <a:chExt cx="0" cy="0"/>
        </a:xfrm>
      </p:grpSpPr>
      <p:sp>
        <p:nvSpPr>
          <p:cNvPr id="359" name="Google Shape;359;p17">
            <a:extLst>
              <a:ext uri="{FF2B5EF4-FFF2-40B4-BE49-F238E27FC236}">
                <a16:creationId xmlns:a16="http://schemas.microsoft.com/office/drawing/2014/main" id="{26289328-58F1-5170-08D1-60FD6F982105}"/>
              </a:ext>
            </a:extLst>
          </p:cNvPr>
          <p:cNvSpPr txBox="1">
            <a:spLocks noGrp="1"/>
          </p:cNvSpPr>
          <p:nvPr>
            <p:ph type="title"/>
          </p:nvPr>
        </p:nvSpPr>
        <p:spPr>
          <a:xfrm>
            <a:off x="5918477" y="886379"/>
            <a:ext cx="5280565" cy="688421"/>
          </a:xfrm>
          <a:prstGeom prst="rect">
            <a:avLst/>
          </a:prstGeom>
          <a:noFill/>
          <a:ln>
            <a:noFill/>
          </a:ln>
        </p:spPr>
        <p:txBody>
          <a:bodyPr spcFirstLastPara="1" wrap="square" lIns="91425" tIns="45700" rIns="91425" bIns="45700" anchor="b" anchorCtr="0">
            <a:normAutofit/>
          </a:bodyPr>
          <a:lstStyle/>
          <a:p>
            <a:r>
              <a:rPr lang="en-ID" dirty="0" err="1"/>
              <a:t>Contoh</a:t>
            </a:r>
            <a:r>
              <a:rPr lang="en-ID" dirty="0"/>
              <a:t> </a:t>
            </a:r>
            <a:r>
              <a:rPr lang="en-ID" dirty="0" err="1"/>
              <a:t>Penerapan</a:t>
            </a:r>
            <a:r>
              <a:rPr lang="en-US" dirty="0">
                <a:solidFill>
                  <a:srgbClr val="0E60AC"/>
                </a:solidFill>
              </a:rPr>
              <a:t> SVM</a:t>
            </a:r>
            <a:endParaRPr dirty="0">
              <a:solidFill>
                <a:srgbClr val="0E60AC"/>
              </a:solidFill>
            </a:endParaRPr>
          </a:p>
        </p:txBody>
      </p:sp>
      <p:sp>
        <p:nvSpPr>
          <p:cNvPr id="10" name="Text Placeholder 9">
            <a:extLst>
              <a:ext uri="{FF2B5EF4-FFF2-40B4-BE49-F238E27FC236}">
                <a16:creationId xmlns:a16="http://schemas.microsoft.com/office/drawing/2014/main" id="{57B086E9-0D52-3642-D3F5-1C483543ABD1}"/>
              </a:ext>
            </a:extLst>
          </p:cNvPr>
          <p:cNvSpPr>
            <a:spLocks noGrp="1"/>
          </p:cNvSpPr>
          <p:nvPr>
            <p:ph type="body" idx="1"/>
          </p:nvPr>
        </p:nvSpPr>
        <p:spPr>
          <a:xfrm>
            <a:off x="5720080" y="1656081"/>
            <a:ext cx="5628639" cy="4252106"/>
          </a:xfrm>
        </p:spPr>
        <p:txBody>
          <a:bodyPr>
            <a:normAutofit/>
          </a:bodyPr>
          <a:lstStyle/>
          <a:p>
            <a:pPr marL="685800" indent="-457200">
              <a:buFont typeface="+mj-lt"/>
              <a:buAutoNum type="arabicPeriod"/>
            </a:pPr>
            <a:r>
              <a:rPr lang="en-ID" b="1" dirty="0" err="1"/>
              <a:t>Analisis</a:t>
            </a:r>
            <a:r>
              <a:rPr lang="en-ID" b="1" dirty="0"/>
              <a:t> </a:t>
            </a:r>
            <a:r>
              <a:rPr lang="en-ID" b="1" dirty="0" err="1"/>
              <a:t>Sentimen</a:t>
            </a:r>
            <a:r>
              <a:rPr lang="en-ID" b="1" dirty="0"/>
              <a:t>: </a:t>
            </a:r>
            <a:r>
              <a:rPr lang="en-ID" dirty="0"/>
              <a:t>SVM </a:t>
            </a:r>
            <a:r>
              <a:rPr lang="en-ID" dirty="0" err="1"/>
              <a:t>dapat</a:t>
            </a:r>
            <a:r>
              <a:rPr lang="en-ID" dirty="0"/>
              <a:t> </a:t>
            </a:r>
            <a:r>
              <a:rPr lang="en-ID" dirty="0" err="1"/>
              <a:t>digunakan</a:t>
            </a:r>
            <a:r>
              <a:rPr lang="en-ID" dirty="0"/>
              <a:t> </a:t>
            </a:r>
            <a:r>
              <a:rPr lang="en-ID" dirty="0" err="1"/>
              <a:t>untuk</a:t>
            </a:r>
            <a:r>
              <a:rPr lang="en-ID" dirty="0"/>
              <a:t> </a:t>
            </a:r>
            <a:r>
              <a:rPr lang="en-ID" dirty="0" err="1"/>
              <a:t>menentukan</a:t>
            </a:r>
            <a:r>
              <a:rPr lang="en-ID" dirty="0"/>
              <a:t> </a:t>
            </a:r>
            <a:r>
              <a:rPr lang="en-ID" dirty="0" err="1"/>
              <a:t>apakah</a:t>
            </a:r>
            <a:r>
              <a:rPr lang="en-ID" dirty="0"/>
              <a:t> </a:t>
            </a:r>
            <a:r>
              <a:rPr lang="en-ID" dirty="0" err="1"/>
              <a:t>ulasan</a:t>
            </a:r>
            <a:r>
              <a:rPr lang="en-ID" dirty="0"/>
              <a:t> </a:t>
            </a:r>
            <a:r>
              <a:rPr lang="en-ID" dirty="0" err="1"/>
              <a:t>pelanggan</a:t>
            </a:r>
            <a:r>
              <a:rPr lang="en-ID" dirty="0"/>
              <a:t> </a:t>
            </a:r>
            <a:r>
              <a:rPr lang="en-ID" dirty="0" err="1"/>
              <a:t>positif</a:t>
            </a:r>
            <a:r>
              <a:rPr lang="en-ID" dirty="0"/>
              <a:t> </a:t>
            </a:r>
            <a:r>
              <a:rPr lang="en-ID" dirty="0" err="1"/>
              <a:t>atau</a:t>
            </a:r>
            <a:r>
              <a:rPr lang="en-ID" dirty="0"/>
              <a:t> </a:t>
            </a:r>
            <a:r>
              <a:rPr lang="en-ID" dirty="0" err="1"/>
              <a:t>negatif</a:t>
            </a:r>
            <a:r>
              <a:rPr lang="en-ID" dirty="0"/>
              <a:t>. </a:t>
            </a:r>
          </a:p>
          <a:p>
            <a:pPr marL="685800" indent="-457200">
              <a:buFont typeface="+mj-lt"/>
              <a:buAutoNum type="arabicPeriod"/>
            </a:pPr>
            <a:r>
              <a:rPr lang="en-ID" b="1" dirty="0" err="1"/>
              <a:t>Deteksi</a:t>
            </a:r>
            <a:r>
              <a:rPr lang="en-ID" b="1" dirty="0"/>
              <a:t> </a:t>
            </a:r>
            <a:r>
              <a:rPr lang="en-ID" b="1" dirty="0" err="1"/>
              <a:t>Penipuan</a:t>
            </a:r>
            <a:r>
              <a:rPr lang="en-ID" b="1" dirty="0"/>
              <a:t>: </a:t>
            </a:r>
            <a:r>
              <a:rPr lang="en-ID" dirty="0"/>
              <a:t>SVM </a:t>
            </a:r>
            <a:r>
              <a:rPr lang="en-ID" dirty="0" err="1"/>
              <a:t>dapat</a:t>
            </a:r>
            <a:r>
              <a:rPr lang="en-ID" dirty="0"/>
              <a:t> </a:t>
            </a:r>
            <a:r>
              <a:rPr lang="en-ID" dirty="0" err="1"/>
              <a:t>digunakan</a:t>
            </a:r>
            <a:r>
              <a:rPr lang="en-ID" dirty="0"/>
              <a:t> </a:t>
            </a:r>
            <a:r>
              <a:rPr lang="en-ID" dirty="0" err="1"/>
              <a:t>untuk</a:t>
            </a:r>
            <a:r>
              <a:rPr lang="en-ID" dirty="0"/>
              <a:t> </a:t>
            </a:r>
            <a:r>
              <a:rPr lang="en-ID" dirty="0" err="1"/>
              <a:t>mendeteksi</a:t>
            </a:r>
            <a:r>
              <a:rPr lang="en-ID" dirty="0"/>
              <a:t> </a:t>
            </a:r>
            <a:r>
              <a:rPr lang="en-ID" dirty="0" err="1"/>
              <a:t>aktivitas</a:t>
            </a:r>
            <a:r>
              <a:rPr lang="en-ID" dirty="0"/>
              <a:t> </a:t>
            </a:r>
            <a:r>
              <a:rPr lang="en-ID" dirty="0" err="1"/>
              <a:t>penipuan</a:t>
            </a:r>
            <a:r>
              <a:rPr lang="en-ID" dirty="0"/>
              <a:t> yang </a:t>
            </a:r>
            <a:r>
              <a:rPr lang="en-ID" dirty="0" err="1"/>
              <a:t>mencurigakan</a:t>
            </a:r>
            <a:r>
              <a:rPr lang="en-ID" dirty="0"/>
              <a:t>. </a:t>
            </a:r>
          </a:p>
          <a:p>
            <a:pPr marL="685800" indent="-457200">
              <a:buFont typeface="+mj-lt"/>
              <a:buAutoNum type="arabicPeriod"/>
            </a:pPr>
            <a:r>
              <a:rPr lang="en-ID" b="1" dirty="0" err="1"/>
              <a:t>Pengenalan</a:t>
            </a:r>
            <a:r>
              <a:rPr lang="en-ID" b="1" dirty="0"/>
              <a:t> Wajah: </a:t>
            </a:r>
            <a:r>
              <a:rPr lang="en-ID" dirty="0"/>
              <a:t>SVM </a:t>
            </a:r>
            <a:r>
              <a:rPr lang="en-ID" dirty="0" err="1"/>
              <a:t>dapat</a:t>
            </a:r>
            <a:r>
              <a:rPr lang="en-ID" dirty="0"/>
              <a:t> </a:t>
            </a:r>
            <a:r>
              <a:rPr lang="en-ID" dirty="0" err="1"/>
              <a:t>digunakan</a:t>
            </a:r>
            <a:r>
              <a:rPr lang="en-ID" dirty="0"/>
              <a:t> </a:t>
            </a:r>
            <a:r>
              <a:rPr lang="en-ID" dirty="0" err="1"/>
              <a:t>untuk</a:t>
            </a:r>
            <a:r>
              <a:rPr lang="en-ID" dirty="0"/>
              <a:t> </a:t>
            </a:r>
            <a:r>
              <a:rPr lang="en-ID" dirty="0" err="1"/>
              <a:t>mengenali</a:t>
            </a:r>
            <a:r>
              <a:rPr lang="en-ID" dirty="0"/>
              <a:t> dan </a:t>
            </a:r>
            <a:r>
              <a:rPr lang="en-ID" dirty="0" err="1"/>
              <a:t>memverifikasi</a:t>
            </a:r>
            <a:r>
              <a:rPr lang="en-ID" dirty="0"/>
              <a:t> </a:t>
            </a:r>
            <a:r>
              <a:rPr lang="en-ID" dirty="0" err="1"/>
              <a:t>wajah</a:t>
            </a:r>
            <a:r>
              <a:rPr lang="en-ID" dirty="0"/>
              <a:t> </a:t>
            </a:r>
            <a:r>
              <a:rPr lang="en-ID" dirty="0" err="1"/>
              <a:t>dalam</a:t>
            </a:r>
            <a:r>
              <a:rPr lang="en-ID" dirty="0"/>
              <a:t> </a:t>
            </a:r>
            <a:r>
              <a:rPr lang="en-ID" dirty="0" err="1"/>
              <a:t>gambar</a:t>
            </a:r>
            <a:r>
              <a:rPr lang="en-ID" dirty="0"/>
              <a:t>. </a:t>
            </a:r>
          </a:p>
          <a:p>
            <a:pPr marL="685800" indent="-457200">
              <a:buFont typeface="+mj-lt"/>
              <a:buAutoNum type="arabicPeriod"/>
            </a:pPr>
            <a:r>
              <a:rPr lang="en-ID" b="1" dirty="0"/>
              <a:t>Diagnosis </a:t>
            </a:r>
            <a:r>
              <a:rPr lang="en-ID" b="1" dirty="0" err="1"/>
              <a:t>Medis</a:t>
            </a:r>
            <a:r>
              <a:rPr lang="en-ID" b="1" dirty="0"/>
              <a:t>: </a:t>
            </a:r>
            <a:r>
              <a:rPr lang="en-ID" dirty="0"/>
              <a:t>SVM </a:t>
            </a:r>
            <a:r>
              <a:rPr lang="en-ID" dirty="0" err="1"/>
              <a:t>dapat</a:t>
            </a:r>
            <a:r>
              <a:rPr lang="en-ID" dirty="0"/>
              <a:t> </a:t>
            </a:r>
            <a:r>
              <a:rPr lang="en-ID" dirty="0" err="1"/>
              <a:t>digunakan</a:t>
            </a:r>
            <a:r>
              <a:rPr lang="en-ID" dirty="0"/>
              <a:t> </a:t>
            </a:r>
            <a:r>
              <a:rPr lang="en-ID" dirty="0" err="1"/>
              <a:t>untuk</a:t>
            </a:r>
            <a:r>
              <a:rPr lang="en-ID" dirty="0"/>
              <a:t> </a:t>
            </a:r>
            <a:r>
              <a:rPr lang="en-ID" dirty="0" err="1"/>
              <a:t>mendeteksi</a:t>
            </a:r>
            <a:r>
              <a:rPr lang="en-ID" dirty="0"/>
              <a:t> </a:t>
            </a:r>
            <a:r>
              <a:rPr lang="en-ID" dirty="0" err="1"/>
              <a:t>penyakit</a:t>
            </a:r>
            <a:r>
              <a:rPr lang="en-ID" dirty="0"/>
              <a:t> </a:t>
            </a:r>
            <a:r>
              <a:rPr lang="en-ID" dirty="0" err="1"/>
              <a:t>berdasarkan</a:t>
            </a:r>
            <a:r>
              <a:rPr lang="en-ID" dirty="0"/>
              <a:t> </a:t>
            </a:r>
            <a:r>
              <a:rPr lang="en-ID" dirty="0" err="1"/>
              <a:t>hasil</a:t>
            </a:r>
            <a:r>
              <a:rPr lang="en-ID" dirty="0"/>
              <a:t> </a:t>
            </a:r>
            <a:r>
              <a:rPr lang="en-ID" dirty="0" err="1"/>
              <a:t>pemeriksaan</a:t>
            </a:r>
            <a:r>
              <a:rPr lang="en-ID" dirty="0"/>
              <a:t> </a:t>
            </a:r>
            <a:r>
              <a:rPr lang="en-ID" dirty="0" err="1"/>
              <a:t>medis</a:t>
            </a:r>
            <a:r>
              <a:rPr lang="en-ID" dirty="0"/>
              <a:t>. </a:t>
            </a:r>
          </a:p>
        </p:txBody>
      </p:sp>
      <p:pic>
        <p:nvPicPr>
          <p:cNvPr id="4098" name="Picture 2" descr="Svm Images – Browse 1,114 Stock Photos, Vectors, and Video | Adobe Stock">
            <a:extLst>
              <a:ext uri="{FF2B5EF4-FFF2-40B4-BE49-F238E27FC236}">
                <a16:creationId xmlns:a16="http://schemas.microsoft.com/office/drawing/2014/main" id="{EA827783-9FE8-34D2-3A96-1AD8D000FA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580" r="15230"/>
          <a:stretch/>
        </p:blipFill>
        <p:spPr bwMode="auto">
          <a:xfrm>
            <a:off x="545918" y="1656081"/>
            <a:ext cx="4559966" cy="363728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632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8"/>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Twentieth Century"/>
              <a:buNone/>
            </a:pPr>
            <a:r>
              <a:rPr lang="en-US"/>
              <a:t>Terima</a:t>
            </a:r>
            <a:br>
              <a:rPr lang="en-US"/>
            </a:br>
            <a:r>
              <a:rPr lang="en-US"/>
              <a:t>Kasih</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Office Theme">
  <a:themeElements>
    <a:clrScheme name="UEU Color">
      <a:dk1>
        <a:srgbClr val="0E60AC"/>
      </a:dk1>
      <a:lt1>
        <a:srgbClr val="FFFFFF"/>
      </a:lt1>
      <a:dk2>
        <a:srgbClr val="0E60AC"/>
      </a:dk2>
      <a:lt2>
        <a:srgbClr val="FFFFFF"/>
      </a:lt2>
      <a:accent1>
        <a:srgbClr val="0B4E8B"/>
      </a:accent1>
      <a:accent2>
        <a:srgbClr val="EF7220"/>
      </a:accent2>
      <a:accent3>
        <a:srgbClr val="0F68B9"/>
      </a:accent3>
      <a:accent4>
        <a:srgbClr val="DA6210"/>
      </a:accent4>
      <a:accent5>
        <a:srgbClr val="D8D8D8"/>
      </a:accent5>
      <a:accent6>
        <a:srgbClr val="0B4E8B"/>
      </a:accent6>
      <a:hlink>
        <a:srgbClr val="DA6210"/>
      </a:hlink>
      <a:folHlink>
        <a:srgbClr val="EF722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1058</Words>
  <Application>Microsoft Office PowerPoint</Application>
  <PresentationFormat>Widescreen</PresentationFormat>
  <Paragraphs>71</Paragraphs>
  <Slides>23</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Twentieth Century</vt:lpstr>
      <vt:lpstr>Office Theme</vt:lpstr>
      <vt:lpstr>Machine Learning</vt:lpstr>
      <vt:lpstr>PowerPoint Presentation</vt:lpstr>
      <vt:lpstr>PowerPoint Presentation</vt:lpstr>
      <vt:lpstr>PowerPoint Presentation</vt:lpstr>
      <vt:lpstr>PowerPoint Presentation</vt:lpstr>
      <vt:lpstr>SUPERVISED LEARNING:  Support Vector Machine </vt:lpstr>
      <vt:lpstr>Support Vector Machine</vt:lpstr>
      <vt:lpstr> </vt:lpstr>
      <vt:lpstr> </vt:lpstr>
      <vt:lpstr> </vt:lpstr>
      <vt:lpstr>Perubahan data setelah diberikan nilai Z</vt:lpstr>
      <vt:lpstr>Perubahan data setelah diberikan nilai Z</vt:lpstr>
      <vt:lpstr>Support Vector Machine : Kegunaan dan Cara Kerja </vt:lpstr>
      <vt:lpstr>Kegunaan SVM</vt:lpstr>
      <vt:lpstr>Cara Kerja SVM</vt:lpstr>
      <vt:lpstr>Cara Kerja SVM</vt:lpstr>
      <vt:lpstr>Support Vector Machine: Kekuatan, Kelemahan, Parameter </vt:lpstr>
      <vt:lpstr>PowerPoint Presentation</vt:lpstr>
      <vt:lpstr>PowerPoint Presentation</vt:lpstr>
      <vt:lpstr>Keuntungan SVM</vt:lpstr>
      <vt:lpstr>Kekurangan SVM</vt:lpstr>
      <vt:lpstr>Contoh Penerapan SVM</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 Candra</dc:creator>
  <cp:lastModifiedBy>Rahmat Budiarsa</cp:lastModifiedBy>
  <cp:revision>16</cp:revision>
  <dcterms:created xsi:type="dcterms:W3CDTF">2023-08-22T04:51:45Z</dcterms:created>
  <dcterms:modified xsi:type="dcterms:W3CDTF">2025-05-17T05:39:20Z</dcterms:modified>
</cp:coreProperties>
</file>