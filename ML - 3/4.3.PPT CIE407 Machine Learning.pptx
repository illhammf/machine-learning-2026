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sldIdLst>
    <p:sldId id="256" r:id="rId2"/>
    <p:sldId id="2061"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062" r:id="rId24"/>
    <p:sldId id="2063"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g0VTIeb2mzLXusjqwPRZDv3XtRM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634" autoAdjust="0"/>
  </p:normalViewPr>
  <p:slideViewPr>
    <p:cSldViewPr snapToGrid="0">
      <p:cViewPr varScale="1">
        <p:scale>
          <a:sx n="64" d="100"/>
          <a:sy n="64" d="100"/>
        </p:scale>
        <p:origin x="90" y="12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253" name="Google Shape;25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2" name="Google Shape;29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3" name="Google Shape;30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err="1"/>
              <a:t>Tetangga</a:t>
            </a:r>
            <a:r>
              <a:rPr lang="en-US" dirty="0"/>
              <a:t> K=3 </a:t>
            </a:r>
            <a:r>
              <a:rPr lang="en-US" dirty="0" err="1"/>
              <a:t>tiga</a:t>
            </a:r>
            <a:r>
              <a:rPr lang="en-US" dirty="0"/>
              <a:t> </a:t>
            </a:r>
            <a:r>
              <a:rPr lang="en-US" dirty="0" err="1"/>
              <a:t>tetangga</a:t>
            </a:r>
            <a:r>
              <a:rPr lang="en-US" dirty="0"/>
              <a:t> </a:t>
            </a:r>
            <a:r>
              <a:rPr lang="en-US" dirty="0" err="1"/>
              <a:t>terdeket</a:t>
            </a:r>
            <a:endParaRPr dirty="0"/>
          </a:p>
        </p:txBody>
      </p:sp>
      <p:sp>
        <p:nvSpPr>
          <p:cNvPr id="324" name="Google Shape;32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err="1"/>
              <a:t>Probabilitas</a:t>
            </a:r>
            <a:endParaRPr lang="en-US" dirty="0"/>
          </a:p>
          <a:p>
            <a:pPr marL="0" lvl="0" indent="0" algn="l" rtl="0">
              <a:spcBef>
                <a:spcPts val="0"/>
              </a:spcBef>
              <a:spcAft>
                <a:spcPts val="0"/>
              </a:spcAft>
              <a:buNone/>
            </a:pPr>
            <a:r>
              <a:rPr lang="en-US" b="1" dirty="0" err="1"/>
              <a:t>Cuaca</a:t>
            </a:r>
            <a:r>
              <a:rPr lang="en-US" b="1" dirty="0"/>
              <a:t> </a:t>
            </a:r>
            <a:r>
              <a:rPr lang="en-US" dirty="0"/>
              <a:t/>
            </a:r>
            <a:br>
              <a:rPr lang="en-US" dirty="0"/>
            </a:br>
            <a:r>
              <a:rPr lang="en-US" dirty="0" err="1"/>
              <a:t>suhu</a:t>
            </a:r>
            <a:endParaRPr lang="en-US" dirty="0"/>
          </a:p>
          <a:p>
            <a:pPr marL="0" lvl="0" indent="0" algn="l" rtl="0">
              <a:spcBef>
                <a:spcPts val="0"/>
              </a:spcBef>
              <a:spcAft>
                <a:spcPts val="0"/>
              </a:spcAft>
              <a:buNone/>
            </a:pPr>
            <a:r>
              <a:rPr lang="en-US" dirty="0" err="1"/>
              <a:t>Tekanan</a:t>
            </a:r>
            <a:endParaRPr lang="en-US" dirty="0"/>
          </a:p>
          <a:p>
            <a:pPr marL="0" lvl="0" indent="0" algn="l" rtl="0">
              <a:spcBef>
                <a:spcPts val="0"/>
              </a:spcBef>
              <a:spcAft>
                <a:spcPts val="0"/>
              </a:spcAft>
              <a:buNone/>
            </a:pPr>
            <a:r>
              <a:rPr lang="en-US" dirty="0" err="1"/>
              <a:t>Kelembapan</a:t>
            </a:r>
            <a:r>
              <a:rPr lang="en-US" dirty="0"/>
              <a:t/>
            </a:r>
            <a:br>
              <a:rPr lang="en-US" dirty="0"/>
            </a:br>
            <a:r>
              <a:rPr lang="en-US" dirty="0"/>
              <a:t/>
            </a:r>
            <a:br>
              <a:rPr lang="en-US" dirty="0"/>
            </a:br>
            <a:r>
              <a:rPr lang="en-US" dirty="0" err="1"/>
              <a:t>menampilkan</a:t>
            </a:r>
            <a:r>
              <a:rPr lang="en-US" dirty="0"/>
              <a:t> </a:t>
            </a:r>
            <a:r>
              <a:rPr lang="en-US" dirty="0" err="1"/>
              <a:t>konten</a:t>
            </a:r>
            <a:r>
              <a:rPr lang="en-US" dirty="0"/>
              <a:t> yang </a:t>
            </a:r>
            <a:r>
              <a:rPr lang="en-US" dirty="0" err="1"/>
              <a:t>mungkin</a:t>
            </a:r>
            <a:r>
              <a:rPr lang="en-US" dirty="0"/>
              <a:t> </a:t>
            </a:r>
            <a:r>
              <a:rPr lang="en-US" dirty="0" err="1"/>
              <a:t>kita</a:t>
            </a:r>
            <a:r>
              <a:rPr lang="en-US" dirty="0"/>
              <a:t> </a:t>
            </a:r>
            <a:r>
              <a:rPr lang="en-US" dirty="0" err="1"/>
              <a:t>sukai</a:t>
            </a:r>
            <a:endParaRPr lang="en-US" dirty="0"/>
          </a:p>
        </p:txBody>
      </p:sp>
      <p:sp>
        <p:nvSpPr>
          <p:cNvPr id="338" name="Google Shape;338;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6" name="Google Shape;346;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9" name="Google Shape;35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6" name="Google Shape;36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Support Vektor</a:t>
            </a:r>
          </a:p>
          <a:p>
            <a:pPr marL="0" lvl="0" indent="0" algn="l" rtl="0">
              <a:spcBef>
                <a:spcPts val="0"/>
              </a:spcBef>
              <a:spcAft>
                <a:spcPts val="0"/>
              </a:spcAft>
              <a:buNone/>
            </a:pPr>
            <a:r>
              <a:rPr lang="en-US" dirty="0"/>
              <a:t>Hyperplane</a:t>
            </a:r>
          </a:p>
          <a:p>
            <a:pPr marL="0" lvl="0" indent="0" algn="l" rtl="0">
              <a:spcBef>
                <a:spcPts val="0"/>
              </a:spcBef>
              <a:spcAft>
                <a:spcPts val="0"/>
              </a:spcAft>
              <a:buNone/>
            </a:pPr>
            <a:r>
              <a:rPr lang="en-US"/>
              <a:t>Max(Margin)</a:t>
            </a:r>
            <a:endParaRPr dirty="0"/>
          </a:p>
        </p:txBody>
      </p:sp>
      <p:sp>
        <p:nvSpPr>
          <p:cNvPr id="384" name="Google Shape;38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4" name="Google Shape;39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
        <p:cNvGrpSpPr/>
        <p:nvPr/>
      </p:nvGrpSpPr>
      <p:grpSpPr>
        <a:xfrm>
          <a:off x="0" y="0"/>
          <a:ext cx="0" cy="0"/>
          <a:chOff x="0" y="0"/>
          <a:chExt cx="0" cy="0"/>
        </a:xfrm>
      </p:grpSpPr>
      <p:sp>
        <p:nvSpPr>
          <p:cNvPr id="403" name="Google Shape;403;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4" name="Google Shape;404;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1" name="Google Shape;41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8" name="Google Shape;41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5" name="Google Shape;42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3" name="Google Shape;433;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2">
  <p:cSld name="1_Cover 2">
    <p:spTree>
      <p:nvGrpSpPr>
        <p:cNvPr id="1" name="Shape 18"/>
        <p:cNvGrpSpPr/>
        <p:nvPr/>
      </p:nvGrpSpPr>
      <p:grpSpPr>
        <a:xfrm>
          <a:off x="0" y="0"/>
          <a:ext cx="0" cy="0"/>
          <a:chOff x="0" y="0"/>
          <a:chExt cx="0" cy="0"/>
        </a:xfrm>
      </p:grpSpPr>
      <p:sp>
        <p:nvSpPr>
          <p:cNvPr id="19" name="Google Shape;19;p24"/>
          <p:cNvSpPr/>
          <p:nvPr/>
        </p:nvSpPr>
        <p:spPr>
          <a:xfrm>
            <a:off x="0" y="0"/>
            <a:ext cx="12192000"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Twentieth Century"/>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0" name="Google Shape;20;p24"/>
          <p:cNvSpPr>
            <a:spLocks noGrp="1"/>
          </p:cNvSpPr>
          <p:nvPr>
            <p:ph type="pic" idx="2"/>
          </p:nvPr>
        </p:nvSpPr>
        <p:spPr>
          <a:xfrm flipH="1">
            <a:off x="7384744" y="0"/>
            <a:ext cx="4807256" cy="6858000"/>
          </a:xfrm>
          <a:prstGeom prst="flowChartDelay">
            <a:avLst/>
          </a:prstGeom>
          <a:noFill/>
          <a:ln>
            <a:noFill/>
          </a:ln>
        </p:spPr>
        <p:txBody>
          <a:bodyPr/>
          <a:lstStyle/>
          <a:p>
            <a:endParaRPr lang="en-ID"/>
          </a:p>
        </p:txBody>
      </p:sp>
      <p:grpSp>
        <p:nvGrpSpPr>
          <p:cNvPr id="21" name="Google Shape;21;p24"/>
          <p:cNvGrpSpPr/>
          <p:nvPr/>
        </p:nvGrpSpPr>
        <p:grpSpPr>
          <a:xfrm>
            <a:off x="159779" y="171572"/>
            <a:ext cx="1971606" cy="729735"/>
            <a:chOff x="648649" y="653143"/>
            <a:chExt cx="2138362" cy="791455"/>
          </a:xfrm>
        </p:grpSpPr>
        <p:sp>
          <p:nvSpPr>
            <p:cNvPr id="22" name="Google Shape;22;p24"/>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Twentieth Century"/>
                <a:buNone/>
              </a:pPr>
              <a:endParaRPr sz="1800" b="0" i="0" u="none" strike="noStrike" cap="none">
                <a:solidFill>
                  <a:schemeClr val="lt1"/>
                </a:solidFill>
                <a:latin typeface="Twentieth Century"/>
                <a:ea typeface="Twentieth Century"/>
                <a:cs typeface="Twentieth Century"/>
                <a:sym typeface="Twentieth Century"/>
              </a:endParaRPr>
            </a:p>
          </p:txBody>
        </p:sp>
        <p:pic>
          <p:nvPicPr>
            <p:cNvPr id="23" name="Google Shape;23;p24"/>
            <p:cNvPicPr preferRelativeResize="0"/>
            <p:nvPr/>
          </p:nvPicPr>
          <p:blipFill rotWithShape="1">
            <a:blip r:embed="rId2">
              <a:alphaModFix/>
            </a:blip>
            <a:srcRect t="16017" b="18101"/>
            <a:stretch/>
          </p:blipFill>
          <p:spPr>
            <a:xfrm>
              <a:off x="702844" y="653143"/>
              <a:ext cx="2029972" cy="753035"/>
            </a:xfrm>
            <a:prstGeom prst="rect">
              <a:avLst/>
            </a:prstGeom>
            <a:noFill/>
            <a:ln>
              <a:noFill/>
            </a:ln>
          </p:spPr>
        </p:pic>
      </p:grpSp>
      <p:sp>
        <p:nvSpPr>
          <p:cNvPr id="24" name="Google Shape;24;p24"/>
          <p:cNvSpPr txBox="1">
            <a:spLocks noGrp="1"/>
          </p:cNvSpPr>
          <p:nvPr>
            <p:ph type="title"/>
          </p:nvPr>
        </p:nvSpPr>
        <p:spPr>
          <a:xfrm>
            <a:off x="588970" y="1773946"/>
            <a:ext cx="6385335" cy="202410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lt1"/>
              </a:buClr>
              <a:buSzPts val="5400"/>
              <a:buFont typeface="Twentieth Century"/>
              <a:buNone/>
              <a:defRPr sz="5400" b="1">
                <a:solidFill>
                  <a:schemeClr val="lt1"/>
                </a:solidFill>
                <a:latin typeface="Twentieth Century"/>
                <a:ea typeface="Twentieth Century"/>
                <a:cs typeface="Twentieth Century"/>
                <a:sym typeface="Twentieth Centur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588970" y="4703142"/>
            <a:ext cx="6385335" cy="121217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chemeClr val="lt1"/>
              </a:buClr>
              <a:buSzPts val="2400"/>
              <a:buNone/>
              <a:defRPr sz="2400">
                <a:solidFill>
                  <a:schemeClr val="lt1"/>
                </a:solidFill>
                <a:latin typeface="Twentieth Century"/>
                <a:ea typeface="Twentieth Century"/>
                <a:cs typeface="Twentieth Century"/>
                <a:sym typeface="Twentieth Century"/>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4"/>
          <p:cNvSpPr txBox="1">
            <a:spLocks noGrp="1"/>
          </p:cNvSpPr>
          <p:nvPr>
            <p:ph type="body" idx="3"/>
          </p:nvPr>
        </p:nvSpPr>
        <p:spPr>
          <a:xfrm>
            <a:off x="588970" y="4198087"/>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FFC000"/>
              </a:buClr>
              <a:buSzPts val="2800"/>
              <a:buNone/>
              <a:defRPr sz="2800" b="1">
                <a:solidFill>
                  <a:srgbClr val="FFC000"/>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4"/>
          <p:cNvSpPr/>
          <p:nvPr/>
        </p:nvSpPr>
        <p:spPr>
          <a:xfrm>
            <a:off x="588970" y="3975211"/>
            <a:ext cx="1659545" cy="45719"/>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Twentieth Century"/>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28" name="Google Shape;28;p24"/>
          <p:cNvSpPr txBox="1">
            <a:spLocks noGrp="1"/>
          </p:cNvSpPr>
          <p:nvPr>
            <p:ph type="body" idx="4"/>
          </p:nvPr>
        </p:nvSpPr>
        <p:spPr>
          <a:xfrm>
            <a:off x="588969" y="1268891"/>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FFC000"/>
              </a:buClr>
              <a:buSzPts val="2800"/>
              <a:buNone/>
              <a:defRPr sz="2800" b="1">
                <a:solidFill>
                  <a:srgbClr val="FFC000"/>
                </a:solidFill>
              </a:defRPr>
            </a:lvl1pPr>
            <a:lvl2pPr marL="914400" lvl="1" indent="-342900" algn="just">
              <a:lnSpc>
                <a:spcPct val="90000"/>
              </a:lnSpc>
              <a:spcBef>
                <a:spcPts val="500"/>
              </a:spcBef>
              <a:spcAft>
                <a:spcPts val="0"/>
              </a:spcAft>
              <a:buClr>
                <a:srgbClr val="151515"/>
              </a:buClr>
              <a:buSzPts val="1800"/>
              <a:buAutoNum type="alphaLcPeriod"/>
              <a:defRPr/>
            </a:lvl2pPr>
            <a:lvl3pPr marL="1371600" lvl="2" indent="-342900" algn="just">
              <a:lnSpc>
                <a:spcPct val="90000"/>
              </a:lnSpc>
              <a:spcBef>
                <a:spcPts val="500"/>
              </a:spcBef>
              <a:spcAft>
                <a:spcPts val="0"/>
              </a:spcAft>
              <a:buClr>
                <a:srgbClr val="151515"/>
              </a:buClr>
              <a:buSzPts val="1800"/>
              <a:buChar char="•"/>
              <a:defRPr/>
            </a:lvl3pPr>
            <a:lvl4pPr marL="1828800" lvl="3" indent="-342900" algn="just">
              <a:lnSpc>
                <a:spcPct val="90000"/>
              </a:lnSpc>
              <a:spcBef>
                <a:spcPts val="500"/>
              </a:spcBef>
              <a:spcAft>
                <a:spcPts val="0"/>
              </a:spcAft>
              <a:buClr>
                <a:srgbClr val="151515"/>
              </a:buClr>
              <a:buSzPts val="1800"/>
              <a:buChar char="•"/>
              <a:defRPr/>
            </a:lvl4pPr>
            <a:lvl5pPr marL="2286000" lvl="4" indent="-342900" algn="just">
              <a:lnSpc>
                <a:spcPct val="90000"/>
              </a:lnSpc>
              <a:spcBef>
                <a:spcPts val="500"/>
              </a:spcBef>
              <a:spcAft>
                <a:spcPts val="0"/>
              </a:spcAft>
              <a:buClr>
                <a:srgbClr val="151515"/>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opik (Sebelum UTS)">
  <p:cSld name="Topik (Sebelum UTS)">
    <p:spTree>
      <p:nvGrpSpPr>
        <p:cNvPr id="1" name="Shape 42"/>
        <p:cNvGrpSpPr/>
        <p:nvPr/>
      </p:nvGrpSpPr>
      <p:grpSpPr>
        <a:xfrm>
          <a:off x="0" y="0"/>
          <a:ext cx="0" cy="0"/>
          <a:chOff x="0" y="0"/>
          <a:chExt cx="0" cy="0"/>
        </a:xfrm>
      </p:grpSpPr>
      <p:sp>
        <p:nvSpPr>
          <p:cNvPr id="43" name="Google Shape;43;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a:lvl1pPr>
            <a:lvl2pPr marL="0" marR="0" lvl="1" indent="0" algn="r">
              <a:lnSpc>
                <a:spcPct val="100000"/>
              </a:lnSpc>
              <a:spcBef>
                <a:spcPts val="0"/>
              </a:spcBef>
              <a:spcAft>
                <a:spcPts val="0"/>
              </a:spcAft>
              <a:buClr>
                <a:srgbClr val="8E8E8E"/>
              </a:buClr>
              <a:buSzPts val="1200"/>
              <a:buFont typeface="Twentieth Century"/>
              <a:buNone/>
              <a:defRPr/>
            </a:lvl2pPr>
            <a:lvl3pPr marL="0" marR="0" lvl="2" indent="0" algn="r">
              <a:lnSpc>
                <a:spcPct val="100000"/>
              </a:lnSpc>
              <a:spcBef>
                <a:spcPts val="0"/>
              </a:spcBef>
              <a:spcAft>
                <a:spcPts val="0"/>
              </a:spcAft>
              <a:buClr>
                <a:srgbClr val="8E8E8E"/>
              </a:buClr>
              <a:buSzPts val="1200"/>
              <a:buFont typeface="Twentieth Century"/>
              <a:buNone/>
              <a:defRPr/>
            </a:lvl3pPr>
            <a:lvl4pPr marL="0" marR="0" lvl="3" indent="0" algn="r">
              <a:lnSpc>
                <a:spcPct val="100000"/>
              </a:lnSpc>
              <a:spcBef>
                <a:spcPts val="0"/>
              </a:spcBef>
              <a:spcAft>
                <a:spcPts val="0"/>
              </a:spcAft>
              <a:buClr>
                <a:srgbClr val="8E8E8E"/>
              </a:buClr>
              <a:buSzPts val="1200"/>
              <a:buFont typeface="Twentieth Century"/>
              <a:buNone/>
              <a:defRPr/>
            </a:lvl4pPr>
            <a:lvl5pPr marL="0" marR="0" lvl="4" indent="0" algn="r">
              <a:lnSpc>
                <a:spcPct val="100000"/>
              </a:lnSpc>
              <a:spcBef>
                <a:spcPts val="0"/>
              </a:spcBef>
              <a:spcAft>
                <a:spcPts val="0"/>
              </a:spcAft>
              <a:buClr>
                <a:srgbClr val="8E8E8E"/>
              </a:buClr>
              <a:buSzPts val="1200"/>
              <a:buFont typeface="Twentieth Century"/>
              <a:buNone/>
              <a:defRPr/>
            </a:lvl5pPr>
            <a:lvl6pPr marL="0" marR="0" lvl="5" indent="0" algn="r">
              <a:lnSpc>
                <a:spcPct val="100000"/>
              </a:lnSpc>
              <a:spcBef>
                <a:spcPts val="0"/>
              </a:spcBef>
              <a:spcAft>
                <a:spcPts val="0"/>
              </a:spcAft>
              <a:buClr>
                <a:srgbClr val="8E8E8E"/>
              </a:buClr>
              <a:buSzPts val="1200"/>
              <a:buFont typeface="Twentieth Century"/>
              <a:buNone/>
              <a:defRPr/>
            </a:lvl6pPr>
            <a:lvl7pPr marL="0" marR="0" lvl="6" indent="0" algn="r">
              <a:lnSpc>
                <a:spcPct val="100000"/>
              </a:lnSpc>
              <a:spcBef>
                <a:spcPts val="0"/>
              </a:spcBef>
              <a:spcAft>
                <a:spcPts val="0"/>
              </a:spcAft>
              <a:buClr>
                <a:srgbClr val="8E8E8E"/>
              </a:buClr>
              <a:buSzPts val="1200"/>
              <a:buFont typeface="Twentieth Century"/>
              <a:buNone/>
              <a:defRPr/>
            </a:lvl7pPr>
            <a:lvl8pPr marL="0" marR="0" lvl="7" indent="0" algn="r">
              <a:lnSpc>
                <a:spcPct val="100000"/>
              </a:lnSpc>
              <a:spcBef>
                <a:spcPts val="0"/>
              </a:spcBef>
              <a:spcAft>
                <a:spcPts val="0"/>
              </a:spcAft>
              <a:buClr>
                <a:srgbClr val="8E8E8E"/>
              </a:buClr>
              <a:buSzPts val="1200"/>
              <a:buFont typeface="Twentieth Century"/>
              <a:buNone/>
              <a:defRPr/>
            </a:lvl8pPr>
            <a:lvl9pPr marL="0" marR="0" lvl="8" indent="0" algn="r">
              <a:lnSpc>
                <a:spcPct val="100000"/>
              </a:lnSpc>
              <a:spcBef>
                <a:spcPts val="0"/>
              </a:spcBef>
              <a:spcAft>
                <a:spcPts val="0"/>
              </a:spcAft>
              <a:buClr>
                <a:srgbClr val="8E8E8E"/>
              </a:buClr>
              <a:buSzPts val="1200"/>
              <a:buFont typeface="Twentieth Century"/>
              <a:buNone/>
              <a:defRPr/>
            </a:lvl9pPr>
          </a:lstStyle>
          <a:p>
            <a:pPr marL="0" lvl="0" indent="0" algn="r" rtl="0">
              <a:spcBef>
                <a:spcPts val="0"/>
              </a:spcBef>
              <a:spcAft>
                <a:spcPts val="0"/>
              </a:spcAft>
              <a:buNone/>
            </a:pPr>
            <a:endParaRPr/>
          </a:p>
        </p:txBody>
      </p:sp>
      <p:sp>
        <p:nvSpPr>
          <p:cNvPr id="44" name="Google Shape;44;p26"/>
          <p:cNvSpPr/>
          <p:nvPr/>
        </p:nvSpPr>
        <p:spPr>
          <a:xfrm>
            <a:off x="640237"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sp>
        <p:nvSpPr>
          <p:cNvPr id="45" name="Google Shape;45;p26"/>
          <p:cNvSpPr txBox="1">
            <a:spLocks noGrp="1"/>
          </p:cNvSpPr>
          <p:nvPr>
            <p:ph type="body" idx="1"/>
          </p:nvPr>
        </p:nvSpPr>
        <p:spPr>
          <a:xfrm>
            <a:off x="801277"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6"/>
          <p:cNvSpPr txBox="1"/>
          <p:nvPr/>
        </p:nvSpPr>
        <p:spPr>
          <a:xfrm>
            <a:off x="801277"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rgbClr val="EB7020"/>
                </a:solidFill>
                <a:latin typeface="Twentieth Century"/>
                <a:ea typeface="Twentieth Century"/>
                <a:cs typeface="Twentieth Century"/>
                <a:sym typeface="Twentieth Century"/>
              </a:rPr>
              <a:t>Sesi 1</a:t>
            </a:r>
            <a:endParaRPr/>
          </a:p>
        </p:txBody>
      </p:sp>
      <p:sp>
        <p:nvSpPr>
          <p:cNvPr id="47" name="Google Shape;47;p26"/>
          <p:cNvSpPr/>
          <p:nvPr/>
        </p:nvSpPr>
        <p:spPr>
          <a:xfrm>
            <a:off x="3432142"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48" name="Google Shape;48;p26"/>
          <p:cNvSpPr txBox="1">
            <a:spLocks noGrp="1"/>
          </p:cNvSpPr>
          <p:nvPr>
            <p:ph type="body" idx="2"/>
          </p:nvPr>
        </p:nvSpPr>
        <p:spPr>
          <a:xfrm>
            <a:off x="3593182"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26"/>
          <p:cNvSpPr txBox="1"/>
          <p:nvPr/>
        </p:nvSpPr>
        <p:spPr>
          <a:xfrm>
            <a:off x="3593182"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2</a:t>
            </a:r>
            <a:endParaRPr/>
          </a:p>
        </p:txBody>
      </p:sp>
      <p:sp>
        <p:nvSpPr>
          <p:cNvPr id="50" name="Google Shape;50;p26"/>
          <p:cNvSpPr/>
          <p:nvPr/>
        </p:nvSpPr>
        <p:spPr>
          <a:xfrm>
            <a:off x="6226616" y="1899390"/>
            <a:ext cx="2542295" cy="1567543"/>
          </a:xfrm>
          <a:prstGeom prst="rect">
            <a:avLst/>
          </a:prstGeom>
          <a:solidFill>
            <a:srgbClr val="FCE2D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51" name="Google Shape;51;p26"/>
          <p:cNvSpPr txBox="1">
            <a:spLocks noGrp="1"/>
          </p:cNvSpPr>
          <p:nvPr>
            <p:ph type="body" idx="3"/>
          </p:nvPr>
        </p:nvSpPr>
        <p:spPr>
          <a:xfrm>
            <a:off x="6387656"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26"/>
          <p:cNvSpPr txBox="1"/>
          <p:nvPr/>
        </p:nvSpPr>
        <p:spPr>
          <a:xfrm>
            <a:off x="6387656"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3</a:t>
            </a:r>
            <a:endParaRPr/>
          </a:p>
        </p:txBody>
      </p:sp>
      <p:sp>
        <p:nvSpPr>
          <p:cNvPr id="53" name="Google Shape;53;p26"/>
          <p:cNvSpPr/>
          <p:nvPr/>
        </p:nvSpPr>
        <p:spPr>
          <a:xfrm>
            <a:off x="9018521"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54" name="Google Shape;54;p26"/>
          <p:cNvSpPr txBox="1">
            <a:spLocks noGrp="1"/>
          </p:cNvSpPr>
          <p:nvPr>
            <p:ph type="body" idx="4"/>
          </p:nvPr>
        </p:nvSpPr>
        <p:spPr>
          <a:xfrm>
            <a:off x="9179561"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26"/>
          <p:cNvSpPr txBox="1"/>
          <p:nvPr/>
        </p:nvSpPr>
        <p:spPr>
          <a:xfrm>
            <a:off x="9179561"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4</a:t>
            </a:r>
            <a:endParaRPr/>
          </a:p>
        </p:txBody>
      </p:sp>
      <p:sp>
        <p:nvSpPr>
          <p:cNvPr id="56" name="Google Shape;56;p26"/>
          <p:cNvSpPr/>
          <p:nvPr/>
        </p:nvSpPr>
        <p:spPr>
          <a:xfrm>
            <a:off x="640237"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57" name="Google Shape;57;p26"/>
          <p:cNvSpPr txBox="1">
            <a:spLocks noGrp="1"/>
          </p:cNvSpPr>
          <p:nvPr>
            <p:ph type="body" idx="5"/>
          </p:nvPr>
        </p:nvSpPr>
        <p:spPr>
          <a:xfrm>
            <a:off x="801277"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26"/>
          <p:cNvSpPr txBox="1"/>
          <p:nvPr/>
        </p:nvSpPr>
        <p:spPr>
          <a:xfrm>
            <a:off x="801277" y="3834197"/>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5</a:t>
            </a:r>
            <a:endParaRPr/>
          </a:p>
        </p:txBody>
      </p:sp>
      <p:sp>
        <p:nvSpPr>
          <p:cNvPr id="59" name="Google Shape;59;p26"/>
          <p:cNvSpPr/>
          <p:nvPr/>
        </p:nvSpPr>
        <p:spPr>
          <a:xfrm>
            <a:off x="3432142"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60" name="Google Shape;60;p26"/>
          <p:cNvSpPr txBox="1">
            <a:spLocks noGrp="1"/>
          </p:cNvSpPr>
          <p:nvPr>
            <p:ph type="body" idx="6"/>
          </p:nvPr>
        </p:nvSpPr>
        <p:spPr>
          <a:xfrm>
            <a:off x="3593182"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26"/>
          <p:cNvSpPr txBox="1"/>
          <p:nvPr/>
        </p:nvSpPr>
        <p:spPr>
          <a:xfrm>
            <a:off x="3593182" y="3834197"/>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6</a:t>
            </a:r>
            <a:endParaRPr/>
          </a:p>
        </p:txBody>
      </p:sp>
      <p:sp>
        <p:nvSpPr>
          <p:cNvPr id="62" name="Google Shape;62;p26"/>
          <p:cNvSpPr/>
          <p:nvPr/>
        </p:nvSpPr>
        <p:spPr>
          <a:xfrm>
            <a:off x="6226616"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63" name="Google Shape;63;p26"/>
          <p:cNvSpPr txBox="1">
            <a:spLocks noGrp="1"/>
          </p:cNvSpPr>
          <p:nvPr>
            <p:ph type="body" idx="7"/>
          </p:nvPr>
        </p:nvSpPr>
        <p:spPr>
          <a:xfrm>
            <a:off x="6387656"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26"/>
          <p:cNvSpPr txBox="1"/>
          <p:nvPr/>
        </p:nvSpPr>
        <p:spPr>
          <a:xfrm>
            <a:off x="6387656" y="3834197"/>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7</a:t>
            </a:r>
            <a:endParaRPr/>
          </a:p>
        </p:txBody>
      </p:sp>
      <p:sp>
        <p:nvSpPr>
          <p:cNvPr id="65" name="Google Shape;65;p26"/>
          <p:cNvSpPr/>
          <p:nvPr/>
        </p:nvSpPr>
        <p:spPr>
          <a:xfrm>
            <a:off x="9018521" y="3771083"/>
            <a:ext cx="2542295" cy="1567543"/>
          </a:xfrm>
          <a:prstGeom prst="rect">
            <a:avLst/>
          </a:prstGeom>
          <a:solidFill>
            <a:srgbClr val="EB70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66" name="Google Shape;66;p26"/>
          <p:cNvSpPr txBox="1"/>
          <p:nvPr/>
        </p:nvSpPr>
        <p:spPr>
          <a:xfrm>
            <a:off x="9179561" y="4139355"/>
            <a:ext cx="188276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lt1"/>
                </a:solidFill>
                <a:latin typeface="Twentieth Century"/>
                <a:ea typeface="Twentieth Century"/>
                <a:cs typeface="Twentieth Century"/>
                <a:sym typeface="Twentieth Century"/>
              </a:rPr>
              <a:t>Ujian Tengah</a:t>
            </a:r>
            <a:endParaRPr/>
          </a:p>
          <a:p>
            <a:pPr marL="0" marR="0" lvl="0" indent="0" algn="l" rtl="0">
              <a:spcBef>
                <a:spcPts val="0"/>
              </a:spcBef>
              <a:spcAft>
                <a:spcPts val="0"/>
              </a:spcAft>
              <a:buNone/>
            </a:pPr>
            <a:r>
              <a:rPr lang="en-US" sz="2400" b="1">
                <a:solidFill>
                  <a:schemeClr val="lt1"/>
                </a:solidFill>
                <a:latin typeface="Twentieth Century"/>
                <a:ea typeface="Twentieth Century"/>
                <a:cs typeface="Twentieth Century"/>
                <a:sym typeface="Twentieth Century"/>
              </a:rPr>
              <a:t>Semester</a:t>
            </a:r>
            <a:endParaRPr/>
          </a:p>
        </p:txBody>
      </p:sp>
      <p:sp>
        <p:nvSpPr>
          <p:cNvPr id="67" name="Google Shape;67;p26"/>
          <p:cNvSpPr/>
          <p:nvPr/>
        </p:nvSpPr>
        <p:spPr>
          <a:xfrm>
            <a:off x="571756" y="1068393"/>
            <a:ext cx="3824893"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dk2"/>
                </a:solidFill>
                <a:latin typeface="Twentieth Century"/>
                <a:ea typeface="Twentieth Century"/>
                <a:cs typeface="Twentieth Century"/>
                <a:sym typeface="Twentieth Century"/>
              </a:rPr>
              <a:t>Topik Sebelum UTS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opik (Sebelum UAS)">
  <p:cSld name="Topik (Sebelum UAS)">
    <p:spTree>
      <p:nvGrpSpPr>
        <p:cNvPr id="1" name="Shape 68"/>
        <p:cNvGrpSpPr/>
        <p:nvPr/>
      </p:nvGrpSpPr>
      <p:grpSpPr>
        <a:xfrm>
          <a:off x="0" y="0"/>
          <a:ext cx="0" cy="0"/>
          <a:chOff x="0" y="0"/>
          <a:chExt cx="0" cy="0"/>
        </a:xfrm>
      </p:grpSpPr>
      <p:sp>
        <p:nvSpPr>
          <p:cNvPr id="69" name="Google Shape;6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a:lvl1pPr>
            <a:lvl2pPr marL="0" marR="0" lvl="1" indent="0" algn="r">
              <a:lnSpc>
                <a:spcPct val="100000"/>
              </a:lnSpc>
              <a:spcBef>
                <a:spcPts val="0"/>
              </a:spcBef>
              <a:spcAft>
                <a:spcPts val="0"/>
              </a:spcAft>
              <a:buClr>
                <a:srgbClr val="8E8E8E"/>
              </a:buClr>
              <a:buSzPts val="1200"/>
              <a:buFont typeface="Twentieth Century"/>
              <a:buNone/>
              <a:defRPr/>
            </a:lvl2pPr>
            <a:lvl3pPr marL="0" marR="0" lvl="2" indent="0" algn="r">
              <a:lnSpc>
                <a:spcPct val="100000"/>
              </a:lnSpc>
              <a:spcBef>
                <a:spcPts val="0"/>
              </a:spcBef>
              <a:spcAft>
                <a:spcPts val="0"/>
              </a:spcAft>
              <a:buClr>
                <a:srgbClr val="8E8E8E"/>
              </a:buClr>
              <a:buSzPts val="1200"/>
              <a:buFont typeface="Twentieth Century"/>
              <a:buNone/>
              <a:defRPr/>
            </a:lvl3pPr>
            <a:lvl4pPr marL="0" marR="0" lvl="3" indent="0" algn="r">
              <a:lnSpc>
                <a:spcPct val="100000"/>
              </a:lnSpc>
              <a:spcBef>
                <a:spcPts val="0"/>
              </a:spcBef>
              <a:spcAft>
                <a:spcPts val="0"/>
              </a:spcAft>
              <a:buClr>
                <a:srgbClr val="8E8E8E"/>
              </a:buClr>
              <a:buSzPts val="1200"/>
              <a:buFont typeface="Twentieth Century"/>
              <a:buNone/>
              <a:defRPr/>
            </a:lvl4pPr>
            <a:lvl5pPr marL="0" marR="0" lvl="4" indent="0" algn="r">
              <a:lnSpc>
                <a:spcPct val="100000"/>
              </a:lnSpc>
              <a:spcBef>
                <a:spcPts val="0"/>
              </a:spcBef>
              <a:spcAft>
                <a:spcPts val="0"/>
              </a:spcAft>
              <a:buClr>
                <a:srgbClr val="8E8E8E"/>
              </a:buClr>
              <a:buSzPts val="1200"/>
              <a:buFont typeface="Twentieth Century"/>
              <a:buNone/>
              <a:defRPr/>
            </a:lvl5pPr>
            <a:lvl6pPr marL="0" marR="0" lvl="5" indent="0" algn="r">
              <a:lnSpc>
                <a:spcPct val="100000"/>
              </a:lnSpc>
              <a:spcBef>
                <a:spcPts val="0"/>
              </a:spcBef>
              <a:spcAft>
                <a:spcPts val="0"/>
              </a:spcAft>
              <a:buClr>
                <a:srgbClr val="8E8E8E"/>
              </a:buClr>
              <a:buSzPts val="1200"/>
              <a:buFont typeface="Twentieth Century"/>
              <a:buNone/>
              <a:defRPr/>
            </a:lvl6pPr>
            <a:lvl7pPr marL="0" marR="0" lvl="6" indent="0" algn="r">
              <a:lnSpc>
                <a:spcPct val="100000"/>
              </a:lnSpc>
              <a:spcBef>
                <a:spcPts val="0"/>
              </a:spcBef>
              <a:spcAft>
                <a:spcPts val="0"/>
              </a:spcAft>
              <a:buClr>
                <a:srgbClr val="8E8E8E"/>
              </a:buClr>
              <a:buSzPts val="1200"/>
              <a:buFont typeface="Twentieth Century"/>
              <a:buNone/>
              <a:defRPr/>
            </a:lvl7pPr>
            <a:lvl8pPr marL="0" marR="0" lvl="7" indent="0" algn="r">
              <a:lnSpc>
                <a:spcPct val="100000"/>
              </a:lnSpc>
              <a:spcBef>
                <a:spcPts val="0"/>
              </a:spcBef>
              <a:spcAft>
                <a:spcPts val="0"/>
              </a:spcAft>
              <a:buClr>
                <a:srgbClr val="8E8E8E"/>
              </a:buClr>
              <a:buSzPts val="1200"/>
              <a:buFont typeface="Twentieth Century"/>
              <a:buNone/>
              <a:defRPr/>
            </a:lvl8pPr>
            <a:lvl9pPr marL="0" marR="0" lvl="8" indent="0" algn="r">
              <a:lnSpc>
                <a:spcPct val="100000"/>
              </a:lnSpc>
              <a:spcBef>
                <a:spcPts val="0"/>
              </a:spcBef>
              <a:spcAft>
                <a:spcPts val="0"/>
              </a:spcAft>
              <a:buClr>
                <a:srgbClr val="8E8E8E"/>
              </a:buClr>
              <a:buSzPts val="1200"/>
              <a:buFont typeface="Twentieth Century"/>
              <a:buNone/>
              <a:defRPr/>
            </a:lvl9pPr>
          </a:lstStyle>
          <a:p>
            <a:pPr marL="0" lvl="0" indent="0" algn="r" rtl="0">
              <a:spcBef>
                <a:spcPts val="0"/>
              </a:spcBef>
              <a:spcAft>
                <a:spcPts val="0"/>
              </a:spcAft>
              <a:buNone/>
            </a:pPr>
            <a:endParaRPr/>
          </a:p>
        </p:txBody>
      </p:sp>
      <p:sp>
        <p:nvSpPr>
          <p:cNvPr id="70" name="Google Shape;70;p27"/>
          <p:cNvSpPr/>
          <p:nvPr/>
        </p:nvSpPr>
        <p:spPr>
          <a:xfrm>
            <a:off x="640237"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71" name="Google Shape;71;p27"/>
          <p:cNvSpPr txBox="1">
            <a:spLocks noGrp="1"/>
          </p:cNvSpPr>
          <p:nvPr>
            <p:ph type="body" idx="1"/>
          </p:nvPr>
        </p:nvSpPr>
        <p:spPr>
          <a:xfrm>
            <a:off x="801277"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27"/>
          <p:cNvSpPr txBox="1"/>
          <p:nvPr/>
        </p:nvSpPr>
        <p:spPr>
          <a:xfrm>
            <a:off x="801277"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8</a:t>
            </a:r>
            <a:endParaRPr/>
          </a:p>
        </p:txBody>
      </p:sp>
      <p:sp>
        <p:nvSpPr>
          <p:cNvPr id="73" name="Google Shape;73;p27"/>
          <p:cNvSpPr/>
          <p:nvPr/>
        </p:nvSpPr>
        <p:spPr>
          <a:xfrm>
            <a:off x="3432142"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74" name="Google Shape;74;p27"/>
          <p:cNvSpPr txBox="1">
            <a:spLocks noGrp="1"/>
          </p:cNvSpPr>
          <p:nvPr>
            <p:ph type="body" idx="2"/>
          </p:nvPr>
        </p:nvSpPr>
        <p:spPr>
          <a:xfrm>
            <a:off x="3593182"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7"/>
          <p:cNvSpPr txBox="1"/>
          <p:nvPr/>
        </p:nvSpPr>
        <p:spPr>
          <a:xfrm>
            <a:off x="3593182" y="1962504"/>
            <a:ext cx="74571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9</a:t>
            </a:r>
            <a:endParaRPr/>
          </a:p>
        </p:txBody>
      </p:sp>
      <p:sp>
        <p:nvSpPr>
          <p:cNvPr id="76" name="Google Shape;76;p27"/>
          <p:cNvSpPr/>
          <p:nvPr/>
        </p:nvSpPr>
        <p:spPr>
          <a:xfrm>
            <a:off x="6226616"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77" name="Google Shape;77;p27"/>
          <p:cNvSpPr txBox="1">
            <a:spLocks noGrp="1"/>
          </p:cNvSpPr>
          <p:nvPr>
            <p:ph type="body" idx="3"/>
          </p:nvPr>
        </p:nvSpPr>
        <p:spPr>
          <a:xfrm>
            <a:off x="6387656"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27"/>
          <p:cNvSpPr txBox="1"/>
          <p:nvPr/>
        </p:nvSpPr>
        <p:spPr>
          <a:xfrm>
            <a:off x="6387656" y="1962504"/>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10</a:t>
            </a:r>
            <a:endParaRPr/>
          </a:p>
        </p:txBody>
      </p:sp>
      <p:sp>
        <p:nvSpPr>
          <p:cNvPr id="79" name="Google Shape;79;p27"/>
          <p:cNvSpPr/>
          <p:nvPr/>
        </p:nvSpPr>
        <p:spPr>
          <a:xfrm>
            <a:off x="9018521" y="1899390"/>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80" name="Google Shape;80;p27"/>
          <p:cNvSpPr txBox="1">
            <a:spLocks noGrp="1"/>
          </p:cNvSpPr>
          <p:nvPr>
            <p:ph type="body" idx="4"/>
          </p:nvPr>
        </p:nvSpPr>
        <p:spPr>
          <a:xfrm>
            <a:off x="9179561" y="2394950"/>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7"/>
          <p:cNvSpPr txBox="1"/>
          <p:nvPr/>
        </p:nvSpPr>
        <p:spPr>
          <a:xfrm>
            <a:off x="9179561" y="1962504"/>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11</a:t>
            </a:r>
            <a:endParaRPr/>
          </a:p>
        </p:txBody>
      </p:sp>
      <p:sp>
        <p:nvSpPr>
          <p:cNvPr id="82" name="Google Shape;82;p27"/>
          <p:cNvSpPr/>
          <p:nvPr/>
        </p:nvSpPr>
        <p:spPr>
          <a:xfrm>
            <a:off x="640237"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83" name="Google Shape;83;p27"/>
          <p:cNvSpPr txBox="1">
            <a:spLocks noGrp="1"/>
          </p:cNvSpPr>
          <p:nvPr>
            <p:ph type="body" idx="5"/>
          </p:nvPr>
        </p:nvSpPr>
        <p:spPr>
          <a:xfrm>
            <a:off x="801277"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27"/>
          <p:cNvSpPr txBox="1"/>
          <p:nvPr/>
        </p:nvSpPr>
        <p:spPr>
          <a:xfrm>
            <a:off x="801277" y="3834197"/>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12</a:t>
            </a:r>
            <a:endParaRPr/>
          </a:p>
        </p:txBody>
      </p:sp>
      <p:sp>
        <p:nvSpPr>
          <p:cNvPr id="85" name="Google Shape;85;p27"/>
          <p:cNvSpPr/>
          <p:nvPr/>
        </p:nvSpPr>
        <p:spPr>
          <a:xfrm>
            <a:off x="3432142"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86" name="Google Shape;86;p27"/>
          <p:cNvSpPr txBox="1">
            <a:spLocks noGrp="1"/>
          </p:cNvSpPr>
          <p:nvPr>
            <p:ph type="body" idx="6"/>
          </p:nvPr>
        </p:nvSpPr>
        <p:spPr>
          <a:xfrm>
            <a:off x="3593182"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27"/>
          <p:cNvSpPr txBox="1"/>
          <p:nvPr/>
        </p:nvSpPr>
        <p:spPr>
          <a:xfrm>
            <a:off x="3593182" y="3834197"/>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13</a:t>
            </a:r>
            <a:endParaRPr/>
          </a:p>
        </p:txBody>
      </p:sp>
      <p:sp>
        <p:nvSpPr>
          <p:cNvPr id="88" name="Google Shape;88;p27"/>
          <p:cNvSpPr/>
          <p:nvPr/>
        </p:nvSpPr>
        <p:spPr>
          <a:xfrm>
            <a:off x="6226616" y="3771083"/>
            <a:ext cx="2542295" cy="1567543"/>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89" name="Google Shape;89;p27"/>
          <p:cNvSpPr txBox="1">
            <a:spLocks noGrp="1"/>
          </p:cNvSpPr>
          <p:nvPr>
            <p:ph type="body" idx="7"/>
          </p:nvPr>
        </p:nvSpPr>
        <p:spPr>
          <a:xfrm>
            <a:off x="6387656" y="4266643"/>
            <a:ext cx="2243579" cy="9327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083866"/>
              </a:buClr>
              <a:buSzPts val="1600"/>
              <a:buNone/>
              <a:defRPr sz="1600">
                <a:solidFill>
                  <a:srgbClr val="083866"/>
                </a:solidFill>
              </a:defRPr>
            </a:lvl1pPr>
            <a:lvl2pPr marL="914400" lvl="1" indent="-368300" algn="just">
              <a:lnSpc>
                <a:spcPct val="90000"/>
              </a:lnSpc>
              <a:spcBef>
                <a:spcPts val="500"/>
              </a:spcBef>
              <a:spcAft>
                <a:spcPts val="0"/>
              </a:spcAft>
              <a:buClr>
                <a:schemeClr val="lt1"/>
              </a:buClr>
              <a:buSzPts val="2200"/>
              <a:buAutoNum type="alphaLcPeriod"/>
              <a:defRPr>
                <a:solidFill>
                  <a:schemeClr val="lt1"/>
                </a:solidFill>
              </a:defRPr>
            </a:lvl2pPr>
            <a:lvl3pPr marL="1371600" lvl="2" indent="-368300" algn="just">
              <a:lnSpc>
                <a:spcPct val="90000"/>
              </a:lnSpc>
              <a:spcBef>
                <a:spcPts val="500"/>
              </a:spcBef>
              <a:spcAft>
                <a:spcPts val="0"/>
              </a:spcAft>
              <a:buClr>
                <a:schemeClr val="lt1"/>
              </a:buClr>
              <a:buSzPts val="2200"/>
              <a:buChar char="•"/>
              <a:defRPr>
                <a:solidFill>
                  <a:schemeClr val="lt1"/>
                </a:solidFill>
              </a:defRPr>
            </a:lvl3pPr>
            <a:lvl4pPr marL="1828800" lvl="3" indent="-368300" algn="just">
              <a:lnSpc>
                <a:spcPct val="90000"/>
              </a:lnSpc>
              <a:spcBef>
                <a:spcPts val="500"/>
              </a:spcBef>
              <a:spcAft>
                <a:spcPts val="0"/>
              </a:spcAft>
              <a:buClr>
                <a:schemeClr val="lt1"/>
              </a:buClr>
              <a:buSzPts val="2200"/>
              <a:buChar char="•"/>
              <a:defRPr>
                <a:solidFill>
                  <a:schemeClr val="lt1"/>
                </a:solidFill>
              </a:defRPr>
            </a:lvl4pPr>
            <a:lvl5pPr marL="2286000" lvl="4" indent="-368300" algn="just">
              <a:lnSpc>
                <a:spcPct val="90000"/>
              </a:lnSpc>
              <a:spcBef>
                <a:spcPts val="500"/>
              </a:spcBef>
              <a:spcAft>
                <a:spcPts val="0"/>
              </a:spcAft>
              <a:buClr>
                <a:schemeClr val="lt1"/>
              </a:buClr>
              <a:buSzPts val="22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0" name="Google Shape;90;p27"/>
          <p:cNvSpPr txBox="1"/>
          <p:nvPr/>
        </p:nvSpPr>
        <p:spPr>
          <a:xfrm>
            <a:off x="6387656" y="3834197"/>
            <a:ext cx="86754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EB7020"/>
                </a:solidFill>
                <a:latin typeface="Twentieth Century"/>
                <a:ea typeface="Twentieth Century"/>
                <a:cs typeface="Twentieth Century"/>
                <a:sym typeface="Twentieth Century"/>
              </a:rPr>
              <a:t>Sesi 14</a:t>
            </a:r>
            <a:endParaRPr/>
          </a:p>
        </p:txBody>
      </p:sp>
      <p:sp>
        <p:nvSpPr>
          <p:cNvPr id="91" name="Google Shape;91;p27"/>
          <p:cNvSpPr/>
          <p:nvPr/>
        </p:nvSpPr>
        <p:spPr>
          <a:xfrm>
            <a:off x="9018521" y="3771083"/>
            <a:ext cx="2542295" cy="1567543"/>
          </a:xfrm>
          <a:prstGeom prst="rect">
            <a:avLst/>
          </a:prstGeom>
          <a:solidFill>
            <a:srgbClr val="EB70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92" name="Google Shape;92;p27"/>
          <p:cNvSpPr txBox="1"/>
          <p:nvPr/>
        </p:nvSpPr>
        <p:spPr>
          <a:xfrm>
            <a:off x="9179561" y="4139355"/>
            <a:ext cx="1646605"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lt1"/>
                </a:solidFill>
                <a:latin typeface="Twentieth Century"/>
                <a:ea typeface="Twentieth Century"/>
                <a:cs typeface="Twentieth Century"/>
                <a:sym typeface="Twentieth Century"/>
              </a:rPr>
              <a:t>Ujian Akhir</a:t>
            </a:r>
            <a:endParaRPr sz="2400" b="1">
              <a:solidFill>
                <a:schemeClr val="lt1"/>
              </a:solidFill>
              <a:latin typeface="Twentieth Century"/>
              <a:ea typeface="Twentieth Century"/>
              <a:cs typeface="Twentieth Century"/>
              <a:sym typeface="Twentieth Century"/>
            </a:endParaRPr>
          </a:p>
          <a:p>
            <a:pPr marL="0" marR="0" lvl="0" indent="0" algn="l" rtl="0">
              <a:spcBef>
                <a:spcPts val="0"/>
              </a:spcBef>
              <a:spcAft>
                <a:spcPts val="0"/>
              </a:spcAft>
              <a:buNone/>
            </a:pPr>
            <a:r>
              <a:rPr lang="en-US" sz="2400" b="1">
                <a:solidFill>
                  <a:schemeClr val="lt1"/>
                </a:solidFill>
                <a:latin typeface="Twentieth Century"/>
                <a:ea typeface="Twentieth Century"/>
                <a:cs typeface="Twentieth Century"/>
                <a:sym typeface="Twentieth Century"/>
              </a:rPr>
              <a:t>Semester</a:t>
            </a:r>
            <a:endParaRPr/>
          </a:p>
        </p:txBody>
      </p:sp>
      <p:sp>
        <p:nvSpPr>
          <p:cNvPr id="93" name="Google Shape;93;p27"/>
          <p:cNvSpPr/>
          <p:nvPr/>
        </p:nvSpPr>
        <p:spPr>
          <a:xfrm>
            <a:off x="571756" y="1068393"/>
            <a:ext cx="3911840"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chemeClr val="dk2"/>
                </a:solidFill>
                <a:latin typeface="Twentieth Century"/>
                <a:ea typeface="Twentieth Century"/>
                <a:cs typeface="Twentieth Century"/>
                <a:sym typeface="Twentieth Century"/>
              </a:rPr>
              <a:t>Topik Sebelum UAS</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ujuan Pembelajaran">
  <p:cSld name="Tujuan Pembelajaran">
    <p:spTree>
      <p:nvGrpSpPr>
        <p:cNvPr id="1" name="Shape 94"/>
        <p:cNvGrpSpPr/>
        <p:nvPr/>
      </p:nvGrpSpPr>
      <p:grpSpPr>
        <a:xfrm>
          <a:off x="0" y="0"/>
          <a:ext cx="0" cy="0"/>
          <a:chOff x="0" y="0"/>
          <a:chExt cx="0" cy="0"/>
        </a:xfrm>
      </p:grpSpPr>
      <p:sp>
        <p:nvSpPr>
          <p:cNvPr id="95" name="Google Shape;95;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grpSp>
        <p:nvGrpSpPr>
          <p:cNvPr id="96" name="Google Shape;96;p28"/>
          <p:cNvGrpSpPr/>
          <p:nvPr/>
        </p:nvGrpSpPr>
        <p:grpSpPr>
          <a:xfrm>
            <a:off x="753475" y="1125069"/>
            <a:ext cx="6438605" cy="769441"/>
            <a:chOff x="753475" y="569942"/>
            <a:chExt cx="6438605" cy="769441"/>
          </a:xfrm>
        </p:grpSpPr>
        <p:sp>
          <p:nvSpPr>
            <p:cNvPr id="97" name="Google Shape;97;p28"/>
            <p:cNvSpPr/>
            <p:nvPr/>
          </p:nvSpPr>
          <p:spPr>
            <a:xfrm>
              <a:off x="1282044" y="716437"/>
              <a:ext cx="5910035"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98" name="Google Shape;98;p28"/>
            <p:cNvSpPr/>
            <p:nvPr/>
          </p:nvSpPr>
          <p:spPr>
            <a:xfrm>
              <a:off x="838200" y="584453"/>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99" name="Google Shape;99;p28"/>
            <p:cNvSpPr/>
            <p:nvPr/>
          </p:nvSpPr>
          <p:spPr>
            <a:xfrm>
              <a:off x="1654410" y="569942"/>
              <a:ext cx="553767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accent3"/>
                  </a:solidFill>
                  <a:latin typeface="Twentieth Century"/>
                  <a:ea typeface="Twentieth Century"/>
                  <a:cs typeface="Twentieth Century"/>
                  <a:sym typeface="Twentieth Century"/>
                </a:rPr>
                <a:t>Capaian Pembelajaran</a:t>
              </a:r>
              <a:endParaRPr sz="4400" b="1">
                <a:solidFill>
                  <a:schemeClr val="accent3"/>
                </a:solidFill>
                <a:latin typeface="Twentieth Century"/>
                <a:ea typeface="Twentieth Century"/>
                <a:cs typeface="Twentieth Century"/>
                <a:sym typeface="Twentieth Century"/>
              </a:endParaRPr>
            </a:p>
          </p:txBody>
        </p:sp>
        <p:pic>
          <p:nvPicPr>
            <p:cNvPr id="100" name="Google Shape;100;p28"/>
            <p:cNvPicPr preferRelativeResize="0"/>
            <p:nvPr/>
          </p:nvPicPr>
          <p:blipFill rotWithShape="1">
            <a:blip r:embed="rId2">
              <a:alphaModFix/>
            </a:blip>
            <a:srcRect/>
            <a:stretch/>
          </p:blipFill>
          <p:spPr>
            <a:xfrm>
              <a:off x="753475" y="649446"/>
              <a:ext cx="791900" cy="632821"/>
            </a:xfrm>
            <a:prstGeom prst="rect">
              <a:avLst/>
            </a:prstGeom>
            <a:noFill/>
            <a:ln>
              <a:noFill/>
            </a:ln>
          </p:spPr>
        </p:pic>
      </p:grpSp>
      <p:sp>
        <p:nvSpPr>
          <p:cNvPr id="101" name="Google Shape;101;p28"/>
          <p:cNvSpPr txBox="1">
            <a:spLocks noGrp="1"/>
          </p:cNvSpPr>
          <p:nvPr>
            <p:ph type="body" idx="1"/>
          </p:nvPr>
        </p:nvSpPr>
        <p:spPr>
          <a:xfrm>
            <a:off x="838200" y="2139885"/>
            <a:ext cx="10515600" cy="3971090"/>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031629"/>
              </a:buClr>
              <a:buSzPts val="2200"/>
              <a:buAutoNum type="arabicPeriod"/>
              <a:defRPr>
                <a:solidFill>
                  <a:srgbClr val="031629"/>
                </a:solidFill>
              </a:defRPr>
            </a:lvl1pPr>
            <a:lvl2pPr marL="914400" lvl="1" indent="-368300" algn="just">
              <a:lnSpc>
                <a:spcPct val="90000"/>
              </a:lnSpc>
              <a:spcBef>
                <a:spcPts val="500"/>
              </a:spcBef>
              <a:spcAft>
                <a:spcPts val="0"/>
              </a:spcAft>
              <a:buClr>
                <a:srgbClr val="031629"/>
              </a:buClr>
              <a:buSzPts val="2200"/>
              <a:buAutoNum type="alphaLcPeriod"/>
              <a:defRPr>
                <a:solidFill>
                  <a:srgbClr val="031629"/>
                </a:solidFill>
              </a:defRPr>
            </a:lvl2pPr>
            <a:lvl3pPr marL="1371600" lvl="2" indent="-368300" algn="just">
              <a:lnSpc>
                <a:spcPct val="90000"/>
              </a:lnSpc>
              <a:spcBef>
                <a:spcPts val="500"/>
              </a:spcBef>
              <a:spcAft>
                <a:spcPts val="0"/>
              </a:spcAft>
              <a:buClr>
                <a:srgbClr val="031629"/>
              </a:buClr>
              <a:buSzPts val="2200"/>
              <a:buChar char="•"/>
              <a:defRPr>
                <a:solidFill>
                  <a:srgbClr val="031629"/>
                </a:solidFill>
              </a:defRPr>
            </a:lvl3pPr>
            <a:lvl4pPr marL="1828800" lvl="3" indent="-368300" algn="just">
              <a:lnSpc>
                <a:spcPct val="90000"/>
              </a:lnSpc>
              <a:spcBef>
                <a:spcPts val="500"/>
              </a:spcBef>
              <a:spcAft>
                <a:spcPts val="0"/>
              </a:spcAft>
              <a:buClr>
                <a:srgbClr val="031629"/>
              </a:buClr>
              <a:buSzPts val="2200"/>
              <a:buChar char="•"/>
              <a:defRPr>
                <a:solidFill>
                  <a:srgbClr val="031629"/>
                </a:solidFill>
              </a:defRPr>
            </a:lvl4pPr>
            <a:lvl5pPr marL="2286000" lvl="4" indent="-368300" algn="just">
              <a:lnSpc>
                <a:spcPct val="90000"/>
              </a:lnSpc>
              <a:spcBef>
                <a:spcPts val="500"/>
              </a:spcBef>
              <a:spcAft>
                <a:spcPts val="0"/>
              </a:spcAft>
              <a:buClr>
                <a:srgbClr val="031629"/>
              </a:buClr>
              <a:buSzPts val="2200"/>
              <a:buChar char="•"/>
              <a:defRPr>
                <a:solidFill>
                  <a:srgbClr val="031629"/>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ub Topic 2">
  <p:cSld name="Sub Topic 2">
    <p:spTree>
      <p:nvGrpSpPr>
        <p:cNvPr id="1" name="Shape 102"/>
        <p:cNvGrpSpPr/>
        <p:nvPr/>
      </p:nvGrpSpPr>
      <p:grpSpPr>
        <a:xfrm>
          <a:off x="0" y="0"/>
          <a:ext cx="0" cy="0"/>
          <a:chOff x="0" y="0"/>
          <a:chExt cx="0" cy="0"/>
        </a:xfrm>
      </p:grpSpPr>
      <p:sp>
        <p:nvSpPr>
          <p:cNvPr id="103" name="Google Shape;103;p29"/>
          <p:cNvSpPr/>
          <p:nvPr/>
        </p:nvSpPr>
        <p:spPr>
          <a:xfrm>
            <a:off x="0" y="0"/>
            <a:ext cx="3641036"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04" name="Google Shape;104;p29"/>
          <p:cNvSpPr txBox="1">
            <a:spLocks noGrp="1"/>
          </p:cNvSpPr>
          <p:nvPr>
            <p:ph type="ctrTitle"/>
          </p:nvPr>
        </p:nvSpPr>
        <p:spPr>
          <a:xfrm>
            <a:off x="5824603" y="2217851"/>
            <a:ext cx="5529197" cy="1920647"/>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6000"/>
              <a:buFont typeface="Twentieth Centur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5" name="Google Shape;105;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06" name="Google Shape;106;p29"/>
          <p:cNvSpPr>
            <a:spLocks noGrp="1"/>
          </p:cNvSpPr>
          <p:nvPr>
            <p:ph type="pic" idx="2"/>
          </p:nvPr>
        </p:nvSpPr>
        <p:spPr>
          <a:xfrm>
            <a:off x="0" y="499621"/>
            <a:ext cx="5316718" cy="5856730"/>
          </a:xfrm>
          <a:prstGeom prst="flowChartDelay">
            <a:avLst/>
          </a:prstGeom>
          <a:noFill/>
          <a:ln>
            <a:noFill/>
          </a:ln>
        </p:spPr>
        <p:txBody>
          <a:bodyPr/>
          <a:lstStyle/>
          <a:p>
            <a:endParaRPr lang="en-ID"/>
          </a:p>
        </p:txBody>
      </p:sp>
      <p:grpSp>
        <p:nvGrpSpPr>
          <p:cNvPr id="107" name="Google Shape;107;p29"/>
          <p:cNvGrpSpPr/>
          <p:nvPr/>
        </p:nvGrpSpPr>
        <p:grpSpPr>
          <a:xfrm>
            <a:off x="98180" y="96425"/>
            <a:ext cx="1971606" cy="729735"/>
            <a:chOff x="648649" y="653143"/>
            <a:chExt cx="2138362" cy="791455"/>
          </a:xfrm>
        </p:grpSpPr>
        <p:sp>
          <p:nvSpPr>
            <p:cNvPr id="108" name="Google Shape;108;p29"/>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pic>
          <p:nvPicPr>
            <p:cNvPr id="109" name="Google Shape;109;p29"/>
            <p:cNvPicPr preferRelativeResize="0"/>
            <p:nvPr/>
          </p:nvPicPr>
          <p:blipFill rotWithShape="1">
            <a:blip r:embed="rId2">
              <a:alphaModFix/>
            </a:blip>
            <a:srcRect t="16017" b="18101"/>
            <a:stretch/>
          </p:blipFill>
          <p:spPr>
            <a:xfrm>
              <a:off x="702844" y="653143"/>
              <a:ext cx="2029972" cy="753035"/>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1">
  <p:cSld name="Picture with Caption 1">
    <p:spTree>
      <p:nvGrpSpPr>
        <p:cNvPr id="1" name="Shape 110"/>
        <p:cNvGrpSpPr/>
        <p:nvPr/>
      </p:nvGrpSpPr>
      <p:grpSpPr>
        <a:xfrm>
          <a:off x="0" y="0"/>
          <a:ext cx="0" cy="0"/>
          <a:chOff x="0" y="0"/>
          <a:chExt cx="0" cy="0"/>
        </a:xfrm>
      </p:grpSpPr>
      <p:sp>
        <p:nvSpPr>
          <p:cNvPr id="111" name="Google Shape;111;p30"/>
          <p:cNvSpPr/>
          <p:nvPr/>
        </p:nvSpPr>
        <p:spPr>
          <a:xfrm>
            <a:off x="0" y="0"/>
            <a:ext cx="4873658"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12" name="Google Shape;112;p30"/>
          <p:cNvSpPr>
            <a:spLocks noGrp="1"/>
          </p:cNvSpPr>
          <p:nvPr>
            <p:ph type="pic" idx="2"/>
          </p:nvPr>
        </p:nvSpPr>
        <p:spPr>
          <a:xfrm>
            <a:off x="5183188" y="1107481"/>
            <a:ext cx="5900448" cy="4800705"/>
          </a:xfrm>
          <a:prstGeom prst="rect">
            <a:avLst/>
          </a:prstGeom>
          <a:noFill/>
          <a:ln>
            <a:noFill/>
          </a:ln>
        </p:spPr>
        <p:txBody>
          <a:bodyPr/>
          <a:lstStyle/>
          <a:p>
            <a:endParaRPr lang="en-ID"/>
          </a:p>
        </p:txBody>
      </p:sp>
      <p:sp>
        <p:nvSpPr>
          <p:cNvPr id="113" name="Google Shape;113;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14" name="Google Shape;114;p30"/>
          <p:cNvSpPr txBox="1">
            <a:spLocks noGrp="1"/>
          </p:cNvSpPr>
          <p:nvPr>
            <p:ph type="title"/>
          </p:nvPr>
        </p:nvSpPr>
        <p:spPr>
          <a:xfrm>
            <a:off x="802081" y="886379"/>
            <a:ext cx="3751066" cy="121815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FFC000"/>
              </a:buClr>
              <a:buSzPts val="3200"/>
              <a:buFont typeface="Twentieth Century"/>
              <a:buNone/>
              <a:defRPr sz="3200">
                <a:solidFill>
                  <a:srgbClr val="FFC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802081" y="2264241"/>
            <a:ext cx="3751066" cy="364394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chemeClr val="lt1"/>
              </a:buClr>
              <a:buSzPts val="2000"/>
              <a:buNone/>
              <a:defRPr sz="2000">
                <a:solidFill>
                  <a:schemeClr val="lt1"/>
                </a:solidFill>
              </a:defRPr>
            </a:lvl1pPr>
            <a:lvl2pPr marL="914400" lvl="1" indent="-228600" algn="just">
              <a:lnSpc>
                <a:spcPct val="90000"/>
              </a:lnSpc>
              <a:spcBef>
                <a:spcPts val="500"/>
              </a:spcBef>
              <a:spcAft>
                <a:spcPts val="0"/>
              </a:spcAft>
              <a:buClr>
                <a:srgbClr val="031629"/>
              </a:buClr>
              <a:buSzPts val="1400"/>
              <a:buNone/>
              <a:defRPr sz="1400"/>
            </a:lvl2pPr>
            <a:lvl3pPr marL="1371600" lvl="2" indent="-228600" algn="just">
              <a:lnSpc>
                <a:spcPct val="90000"/>
              </a:lnSpc>
              <a:spcBef>
                <a:spcPts val="500"/>
              </a:spcBef>
              <a:spcAft>
                <a:spcPts val="0"/>
              </a:spcAft>
              <a:buClr>
                <a:srgbClr val="031629"/>
              </a:buClr>
              <a:buSzPts val="1200"/>
              <a:buNone/>
              <a:defRPr sz="1200"/>
            </a:lvl3pPr>
            <a:lvl4pPr marL="1828800" lvl="3" indent="-228600" algn="just">
              <a:lnSpc>
                <a:spcPct val="90000"/>
              </a:lnSpc>
              <a:spcBef>
                <a:spcPts val="500"/>
              </a:spcBef>
              <a:spcAft>
                <a:spcPts val="0"/>
              </a:spcAft>
              <a:buClr>
                <a:srgbClr val="031629"/>
              </a:buClr>
              <a:buSzPts val="1000"/>
              <a:buNone/>
              <a:defRPr sz="1000"/>
            </a:lvl4pPr>
            <a:lvl5pPr marL="2286000" lvl="4" indent="-228600" algn="just">
              <a:lnSpc>
                <a:spcPct val="90000"/>
              </a:lnSpc>
              <a:spcBef>
                <a:spcPts val="500"/>
              </a:spcBef>
              <a:spcAft>
                <a:spcPts val="0"/>
              </a:spcAft>
              <a:buClr>
                <a:srgbClr val="031629"/>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grpSp>
        <p:nvGrpSpPr>
          <p:cNvPr id="116" name="Google Shape;116;p30"/>
          <p:cNvGrpSpPr/>
          <p:nvPr/>
        </p:nvGrpSpPr>
        <p:grpSpPr>
          <a:xfrm>
            <a:off x="98180" y="96425"/>
            <a:ext cx="1971606" cy="729735"/>
            <a:chOff x="648649" y="653143"/>
            <a:chExt cx="2138362" cy="791455"/>
          </a:xfrm>
        </p:grpSpPr>
        <p:sp>
          <p:nvSpPr>
            <p:cNvPr id="117" name="Google Shape;117;p30"/>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pic>
          <p:nvPicPr>
            <p:cNvPr id="118" name="Google Shape;118;p30"/>
            <p:cNvPicPr preferRelativeResize="0"/>
            <p:nvPr/>
          </p:nvPicPr>
          <p:blipFill rotWithShape="1">
            <a:blip r:embed="rId2">
              <a:alphaModFix/>
            </a:blip>
            <a:srcRect t="16017" b="18101"/>
            <a:stretch/>
          </p:blipFill>
          <p:spPr>
            <a:xfrm>
              <a:off x="702844" y="653143"/>
              <a:ext cx="2029972" cy="753035"/>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5">
  <p:cSld name="Picture with Caption 5">
    <p:spTree>
      <p:nvGrpSpPr>
        <p:cNvPr id="1" name="Shape 119"/>
        <p:cNvGrpSpPr/>
        <p:nvPr/>
      </p:nvGrpSpPr>
      <p:grpSpPr>
        <a:xfrm>
          <a:off x="0" y="0"/>
          <a:ext cx="0" cy="0"/>
          <a:chOff x="0" y="0"/>
          <a:chExt cx="0" cy="0"/>
        </a:xfrm>
      </p:grpSpPr>
      <p:sp>
        <p:nvSpPr>
          <p:cNvPr id="120" name="Google Shape;120;p31"/>
          <p:cNvSpPr/>
          <p:nvPr/>
        </p:nvSpPr>
        <p:spPr>
          <a:xfrm>
            <a:off x="0" y="0"/>
            <a:ext cx="4873658"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21" name="Google Shape;121;p31"/>
          <p:cNvSpPr>
            <a:spLocks noGrp="1"/>
          </p:cNvSpPr>
          <p:nvPr>
            <p:ph type="pic" idx="2"/>
          </p:nvPr>
        </p:nvSpPr>
        <p:spPr>
          <a:xfrm>
            <a:off x="569929" y="886379"/>
            <a:ext cx="4888191" cy="5021807"/>
          </a:xfrm>
          <a:prstGeom prst="rect">
            <a:avLst/>
          </a:prstGeom>
          <a:noFill/>
          <a:ln>
            <a:noFill/>
          </a:ln>
        </p:spPr>
        <p:txBody>
          <a:bodyPr/>
          <a:lstStyle/>
          <a:p>
            <a:endParaRPr lang="en-ID"/>
          </a:p>
        </p:txBody>
      </p:sp>
      <p:sp>
        <p:nvSpPr>
          <p:cNvPr id="122" name="Google Shape;122;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23" name="Google Shape;123;p31"/>
          <p:cNvSpPr txBox="1">
            <a:spLocks noGrp="1"/>
          </p:cNvSpPr>
          <p:nvPr>
            <p:ph type="body" idx="1"/>
          </p:nvPr>
        </p:nvSpPr>
        <p:spPr>
          <a:xfrm>
            <a:off x="5918477" y="2264241"/>
            <a:ext cx="5280565" cy="364394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083866"/>
              </a:buClr>
              <a:buSzPts val="2000"/>
              <a:buNone/>
              <a:defRPr sz="2000">
                <a:solidFill>
                  <a:srgbClr val="083866"/>
                </a:solidFill>
              </a:defRPr>
            </a:lvl1pPr>
            <a:lvl2pPr marL="914400" lvl="1" indent="-228600" algn="just">
              <a:lnSpc>
                <a:spcPct val="90000"/>
              </a:lnSpc>
              <a:spcBef>
                <a:spcPts val="500"/>
              </a:spcBef>
              <a:spcAft>
                <a:spcPts val="0"/>
              </a:spcAft>
              <a:buClr>
                <a:srgbClr val="031629"/>
              </a:buClr>
              <a:buSzPts val="1400"/>
              <a:buNone/>
              <a:defRPr sz="1400"/>
            </a:lvl2pPr>
            <a:lvl3pPr marL="1371600" lvl="2" indent="-228600" algn="just">
              <a:lnSpc>
                <a:spcPct val="90000"/>
              </a:lnSpc>
              <a:spcBef>
                <a:spcPts val="500"/>
              </a:spcBef>
              <a:spcAft>
                <a:spcPts val="0"/>
              </a:spcAft>
              <a:buClr>
                <a:srgbClr val="031629"/>
              </a:buClr>
              <a:buSzPts val="1200"/>
              <a:buNone/>
              <a:defRPr sz="1200"/>
            </a:lvl3pPr>
            <a:lvl4pPr marL="1828800" lvl="3" indent="-228600" algn="just">
              <a:lnSpc>
                <a:spcPct val="90000"/>
              </a:lnSpc>
              <a:spcBef>
                <a:spcPts val="500"/>
              </a:spcBef>
              <a:spcAft>
                <a:spcPts val="0"/>
              </a:spcAft>
              <a:buClr>
                <a:srgbClr val="031629"/>
              </a:buClr>
              <a:buSzPts val="1000"/>
              <a:buNone/>
              <a:defRPr sz="1000"/>
            </a:lvl4pPr>
            <a:lvl5pPr marL="2286000" lvl="4" indent="-228600" algn="just">
              <a:lnSpc>
                <a:spcPct val="90000"/>
              </a:lnSpc>
              <a:spcBef>
                <a:spcPts val="500"/>
              </a:spcBef>
              <a:spcAft>
                <a:spcPts val="0"/>
              </a:spcAft>
              <a:buClr>
                <a:srgbClr val="031629"/>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24" name="Google Shape;124;p31"/>
          <p:cNvSpPr txBox="1">
            <a:spLocks noGrp="1"/>
          </p:cNvSpPr>
          <p:nvPr>
            <p:ph type="title"/>
          </p:nvPr>
        </p:nvSpPr>
        <p:spPr>
          <a:xfrm>
            <a:off x="5918476" y="867524"/>
            <a:ext cx="3470621" cy="1218156"/>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3200"/>
              <a:buFont typeface="Twentieth Century"/>
              <a:buNone/>
              <a:defRPr sz="3200">
                <a:solidFill>
                  <a:srgbClr val="0E60A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25" name="Google Shape;125;p31"/>
          <p:cNvGrpSpPr/>
          <p:nvPr/>
        </p:nvGrpSpPr>
        <p:grpSpPr>
          <a:xfrm>
            <a:off x="98180" y="96425"/>
            <a:ext cx="1971606" cy="729735"/>
            <a:chOff x="648649" y="653143"/>
            <a:chExt cx="2138362" cy="791455"/>
          </a:xfrm>
        </p:grpSpPr>
        <p:sp>
          <p:nvSpPr>
            <p:cNvPr id="126" name="Google Shape;126;p31"/>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pic>
          <p:nvPicPr>
            <p:cNvPr id="127" name="Google Shape;127;p31"/>
            <p:cNvPicPr preferRelativeResize="0"/>
            <p:nvPr/>
          </p:nvPicPr>
          <p:blipFill rotWithShape="1">
            <a:blip r:embed="rId2">
              <a:alphaModFix/>
            </a:blip>
            <a:srcRect t="16017" b="18101"/>
            <a:stretch/>
          </p:blipFill>
          <p:spPr>
            <a:xfrm>
              <a:off x="702844" y="653143"/>
              <a:ext cx="2029972" cy="753035"/>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4">
  <p:cSld name="Picture with Caption 4">
    <p:spTree>
      <p:nvGrpSpPr>
        <p:cNvPr id="1" name="Shape 128"/>
        <p:cNvGrpSpPr/>
        <p:nvPr/>
      </p:nvGrpSpPr>
      <p:grpSpPr>
        <a:xfrm>
          <a:off x="0" y="0"/>
          <a:ext cx="0" cy="0"/>
          <a:chOff x="0" y="0"/>
          <a:chExt cx="0" cy="0"/>
        </a:xfrm>
      </p:grpSpPr>
      <p:sp>
        <p:nvSpPr>
          <p:cNvPr id="129" name="Google Shape;129;p32"/>
          <p:cNvSpPr>
            <a:spLocks noGrp="1"/>
          </p:cNvSpPr>
          <p:nvPr>
            <p:ph type="pic" idx="2"/>
          </p:nvPr>
        </p:nvSpPr>
        <p:spPr>
          <a:xfrm>
            <a:off x="1930198" y="933253"/>
            <a:ext cx="8495847" cy="3664345"/>
          </a:xfrm>
          <a:prstGeom prst="rect">
            <a:avLst/>
          </a:prstGeom>
          <a:noFill/>
          <a:ln>
            <a:noFill/>
          </a:ln>
        </p:spPr>
        <p:txBody>
          <a:bodyPr/>
          <a:lstStyle/>
          <a:p>
            <a:endParaRPr lang="en-ID"/>
          </a:p>
        </p:txBody>
      </p:sp>
      <p:sp>
        <p:nvSpPr>
          <p:cNvPr id="130" name="Google Shape;130;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31" name="Google Shape;131;p32"/>
          <p:cNvSpPr txBox="1">
            <a:spLocks noGrp="1"/>
          </p:cNvSpPr>
          <p:nvPr>
            <p:ph type="body" idx="1"/>
          </p:nvPr>
        </p:nvSpPr>
        <p:spPr>
          <a:xfrm>
            <a:off x="1930197" y="4751111"/>
            <a:ext cx="8495850" cy="1451728"/>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031629"/>
              </a:buClr>
              <a:buSzPts val="2000"/>
              <a:buNone/>
              <a:defRPr sz="2000" b="0">
                <a:solidFill>
                  <a:srgbClr val="031629"/>
                </a:solidFill>
              </a:defRPr>
            </a:lvl1pPr>
            <a:lvl2pPr marL="914400" lvl="1" indent="-342900" algn="just">
              <a:lnSpc>
                <a:spcPct val="90000"/>
              </a:lnSpc>
              <a:spcBef>
                <a:spcPts val="500"/>
              </a:spcBef>
              <a:spcAft>
                <a:spcPts val="0"/>
              </a:spcAft>
              <a:buClr>
                <a:srgbClr val="031629"/>
              </a:buClr>
              <a:buSzPts val="1800"/>
              <a:buAutoNum type="alphaLcPeriod"/>
              <a:defRPr/>
            </a:lvl2pPr>
            <a:lvl3pPr marL="1371600" lvl="2" indent="-342900" algn="just">
              <a:lnSpc>
                <a:spcPct val="90000"/>
              </a:lnSpc>
              <a:spcBef>
                <a:spcPts val="500"/>
              </a:spcBef>
              <a:spcAft>
                <a:spcPts val="0"/>
              </a:spcAft>
              <a:buClr>
                <a:srgbClr val="031629"/>
              </a:buClr>
              <a:buSzPts val="1800"/>
              <a:buChar char="•"/>
              <a:defRPr/>
            </a:lvl3pPr>
            <a:lvl4pPr marL="1828800" lvl="3" indent="-342900" algn="just">
              <a:lnSpc>
                <a:spcPct val="90000"/>
              </a:lnSpc>
              <a:spcBef>
                <a:spcPts val="500"/>
              </a:spcBef>
              <a:spcAft>
                <a:spcPts val="0"/>
              </a:spcAft>
              <a:buClr>
                <a:srgbClr val="031629"/>
              </a:buClr>
              <a:buSzPts val="1800"/>
              <a:buChar char="•"/>
              <a:defRPr/>
            </a:lvl4pPr>
            <a:lvl5pPr marL="2286000" lvl="4" indent="-342900" algn="just">
              <a:lnSpc>
                <a:spcPct val="90000"/>
              </a:lnSpc>
              <a:spcBef>
                <a:spcPts val="500"/>
              </a:spcBef>
              <a:spcAft>
                <a:spcPts val="0"/>
              </a:spcAft>
              <a:buClr>
                <a:srgbClr val="03162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enutup">
  <p:cSld name="Penutup">
    <p:spTree>
      <p:nvGrpSpPr>
        <p:cNvPr id="1" name="Shape 132"/>
        <p:cNvGrpSpPr/>
        <p:nvPr/>
      </p:nvGrpSpPr>
      <p:grpSpPr>
        <a:xfrm>
          <a:off x="0" y="0"/>
          <a:ext cx="0" cy="0"/>
          <a:chOff x="0" y="0"/>
          <a:chExt cx="0" cy="0"/>
        </a:xfrm>
      </p:grpSpPr>
      <p:pic>
        <p:nvPicPr>
          <p:cNvPr id="133" name="Google Shape;133;p33" descr="Business people  clapping their hands at the meeting Premium Photo"/>
          <p:cNvPicPr preferRelativeResize="0"/>
          <p:nvPr/>
        </p:nvPicPr>
        <p:blipFill rotWithShape="1">
          <a:blip r:embed="rId2">
            <a:alphaModFix/>
          </a:blip>
          <a:srcRect r="8529"/>
          <a:stretch/>
        </p:blipFill>
        <p:spPr>
          <a:xfrm>
            <a:off x="2790216" y="-5350"/>
            <a:ext cx="9401784" cy="6863350"/>
          </a:xfrm>
          <a:prstGeom prst="rect">
            <a:avLst/>
          </a:prstGeom>
          <a:noFill/>
          <a:ln>
            <a:noFill/>
          </a:ln>
        </p:spPr>
      </p:pic>
      <p:sp>
        <p:nvSpPr>
          <p:cNvPr id="134" name="Google Shape;134;p33"/>
          <p:cNvSpPr/>
          <p:nvPr/>
        </p:nvSpPr>
        <p:spPr>
          <a:xfrm>
            <a:off x="0" y="0"/>
            <a:ext cx="3641036"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35" name="Google Shape;135;p33"/>
          <p:cNvSpPr/>
          <p:nvPr/>
        </p:nvSpPr>
        <p:spPr>
          <a:xfrm>
            <a:off x="1500193" y="1347793"/>
            <a:ext cx="4162414" cy="4162414"/>
          </a:xfrm>
          <a:prstGeom prst="ellipse">
            <a:avLst/>
          </a:prstGeom>
          <a:solidFill>
            <a:srgbClr val="EB702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36" name="Google Shape;136;p33"/>
          <p:cNvSpPr txBox="1">
            <a:spLocks noGrp="1"/>
          </p:cNvSpPr>
          <p:nvPr>
            <p:ph type="ctrTitle"/>
          </p:nvPr>
        </p:nvSpPr>
        <p:spPr>
          <a:xfrm>
            <a:off x="2333732" y="2541902"/>
            <a:ext cx="3048000" cy="176884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Twentieth Century"/>
              <a:buNone/>
              <a:defRPr sz="6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37" name="Google Shape;137;p33"/>
          <p:cNvGrpSpPr/>
          <p:nvPr/>
        </p:nvGrpSpPr>
        <p:grpSpPr>
          <a:xfrm>
            <a:off x="98180" y="96425"/>
            <a:ext cx="1971606" cy="729735"/>
            <a:chOff x="648649" y="653143"/>
            <a:chExt cx="2138362" cy="791455"/>
          </a:xfrm>
        </p:grpSpPr>
        <p:sp>
          <p:nvSpPr>
            <p:cNvPr id="138" name="Google Shape;138;p33"/>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pic>
          <p:nvPicPr>
            <p:cNvPr id="139" name="Google Shape;139;p33"/>
            <p:cNvPicPr preferRelativeResize="0"/>
            <p:nvPr/>
          </p:nvPicPr>
          <p:blipFill rotWithShape="1">
            <a:blip r:embed="rId3">
              <a:alphaModFix/>
            </a:blip>
            <a:srcRect t="16017" b="18101"/>
            <a:stretch/>
          </p:blipFill>
          <p:spPr>
            <a:xfrm>
              <a:off x="702844" y="653143"/>
              <a:ext cx="2029972" cy="753035"/>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ver">
  <p:cSld name="Cover">
    <p:spTree>
      <p:nvGrpSpPr>
        <p:cNvPr id="1" name="Shape 140"/>
        <p:cNvGrpSpPr/>
        <p:nvPr/>
      </p:nvGrpSpPr>
      <p:grpSpPr>
        <a:xfrm>
          <a:off x="0" y="0"/>
          <a:ext cx="0" cy="0"/>
          <a:chOff x="0" y="0"/>
          <a:chExt cx="0" cy="0"/>
        </a:xfrm>
      </p:grpSpPr>
      <p:sp>
        <p:nvSpPr>
          <p:cNvPr id="141" name="Google Shape;141;p34"/>
          <p:cNvSpPr/>
          <p:nvPr/>
        </p:nvSpPr>
        <p:spPr>
          <a:xfrm>
            <a:off x="0" y="0"/>
            <a:ext cx="3641036"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42" name="Google Shape;142;p34"/>
          <p:cNvSpPr>
            <a:spLocks noGrp="1"/>
          </p:cNvSpPr>
          <p:nvPr>
            <p:ph type="pic" idx="2"/>
          </p:nvPr>
        </p:nvSpPr>
        <p:spPr>
          <a:xfrm>
            <a:off x="0" y="1105260"/>
            <a:ext cx="4509370" cy="4646427"/>
          </a:xfrm>
          <a:prstGeom prst="rect">
            <a:avLst/>
          </a:prstGeom>
          <a:noFill/>
          <a:ln>
            <a:noFill/>
          </a:ln>
        </p:spPr>
      </p:sp>
      <p:sp>
        <p:nvSpPr>
          <p:cNvPr id="143" name="Google Shape;143;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a:lvl1pPr>
            <a:lvl2pPr marL="0" marR="0" lvl="1" indent="0" algn="r">
              <a:lnSpc>
                <a:spcPct val="100000"/>
              </a:lnSpc>
              <a:spcBef>
                <a:spcPts val="0"/>
              </a:spcBef>
              <a:spcAft>
                <a:spcPts val="0"/>
              </a:spcAft>
              <a:buClr>
                <a:srgbClr val="8E8E8E"/>
              </a:buClr>
              <a:buSzPts val="1200"/>
              <a:buFont typeface="Twentieth Century"/>
              <a:buNone/>
              <a:defRPr/>
            </a:lvl2pPr>
            <a:lvl3pPr marL="0" marR="0" lvl="2" indent="0" algn="r">
              <a:lnSpc>
                <a:spcPct val="100000"/>
              </a:lnSpc>
              <a:spcBef>
                <a:spcPts val="0"/>
              </a:spcBef>
              <a:spcAft>
                <a:spcPts val="0"/>
              </a:spcAft>
              <a:buClr>
                <a:srgbClr val="8E8E8E"/>
              </a:buClr>
              <a:buSzPts val="1200"/>
              <a:buFont typeface="Twentieth Century"/>
              <a:buNone/>
              <a:defRPr/>
            </a:lvl3pPr>
            <a:lvl4pPr marL="0" marR="0" lvl="3" indent="0" algn="r">
              <a:lnSpc>
                <a:spcPct val="100000"/>
              </a:lnSpc>
              <a:spcBef>
                <a:spcPts val="0"/>
              </a:spcBef>
              <a:spcAft>
                <a:spcPts val="0"/>
              </a:spcAft>
              <a:buClr>
                <a:srgbClr val="8E8E8E"/>
              </a:buClr>
              <a:buSzPts val="1200"/>
              <a:buFont typeface="Twentieth Century"/>
              <a:buNone/>
              <a:defRPr/>
            </a:lvl4pPr>
            <a:lvl5pPr marL="0" marR="0" lvl="4" indent="0" algn="r">
              <a:lnSpc>
                <a:spcPct val="100000"/>
              </a:lnSpc>
              <a:spcBef>
                <a:spcPts val="0"/>
              </a:spcBef>
              <a:spcAft>
                <a:spcPts val="0"/>
              </a:spcAft>
              <a:buClr>
                <a:srgbClr val="8E8E8E"/>
              </a:buClr>
              <a:buSzPts val="1200"/>
              <a:buFont typeface="Twentieth Century"/>
              <a:buNone/>
              <a:defRPr/>
            </a:lvl5pPr>
            <a:lvl6pPr marL="0" marR="0" lvl="5" indent="0" algn="r">
              <a:lnSpc>
                <a:spcPct val="100000"/>
              </a:lnSpc>
              <a:spcBef>
                <a:spcPts val="0"/>
              </a:spcBef>
              <a:spcAft>
                <a:spcPts val="0"/>
              </a:spcAft>
              <a:buClr>
                <a:srgbClr val="8E8E8E"/>
              </a:buClr>
              <a:buSzPts val="1200"/>
              <a:buFont typeface="Twentieth Century"/>
              <a:buNone/>
              <a:defRPr/>
            </a:lvl6pPr>
            <a:lvl7pPr marL="0" marR="0" lvl="6" indent="0" algn="r">
              <a:lnSpc>
                <a:spcPct val="100000"/>
              </a:lnSpc>
              <a:spcBef>
                <a:spcPts val="0"/>
              </a:spcBef>
              <a:spcAft>
                <a:spcPts val="0"/>
              </a:spcAft>
              <a:buClr>
                <a:srgbClr val="8E8E8E"/>
              </a:buClr>
              <a:buSzPts val="1200"/>
              <a:buFont typeface="Twentieth Century"/>
              <a:buNone/>
              <a:defRPr/>
            </a:lvl7pPr>
            <a:lvl8pPr marL="0" marR="0" lvl="7" indent="0" algn="r">
              <a:lnSpc>
                <a:spcPct val="100000"/>
              </a:lnSpc>
              <a:spcBef>
                <a:spcPts val="0"/>
              </a:spcBef>
              <a:spcAft>
                <a:spcPts val="0"/>
              </a:spcAft>
              <a:buClr>
                <a:srgbClr val="8E8E8E"/>
              </a:buClr>
              <a:buSzPts val="1200"/>
              <a:buFont typeface="Twentieth Century"/>
              <a:buNone/>
              <a:defRPr/>
            </a:lvl8pPr>
            <a:lvl9pPr marL="0" marR="0" lvl="8" indent="0" algn="r">
              <a:lnSpc>
                <a:spcPct val="100000"/>
              </a:lnSpc>
              <a:spcBef>
                <a:spcPts val="0"/>
              </a:spcBef>
              <a:spcAft>
                <a:spcPts val="0"/>
              </a:spcAft>
              <a:buClr>
                <a:srgbClr val="8E8E8E"/>
              </a:buClr>
              <a:buSzPts val="1200"/>
              <a:buFont typeface="Twentieth Century"/>
              <a:buNone/>
              <a:defRPr/>
            </a:lvl9pPr>
          </a:lstStyle>
          <a:p>
            <a:pPr marL="0" lvl="0" indent="0" algn="r" rtl="0">
              <a:spcBef>
                <a:spcPts val="0"/>
              </a:spcBef>
              <a:spcAft>
                <a:spcPts val="0"/>
              </a:spcAft>
              <a:buNone/>
            </a:pPr>
            <a:endParaRPr/>
          </a:p>
        </p:txBody>
      </p:sp>
      <p:sp>
        <p:nvSpPr>
          <p:cNvPr id="144" name="Google Shape;144;p34"/>
          <p:cNvSpPr txBox="1">
            <a:spLocks noGrp="1"/>
          </p:cNvSpPr>
          <p:nvPr>
            <p:ph type="title"/>
          </p:nvPr>
        </p:nvSpPr>
        <p:spPr>
          <a:xfrm>
            <a:off x="4968465" y="1610316"/>
            <a:ext cx="6385335" cy="202410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5400"/>
              <a:buFont typeface="Twentieth Century"/>
              <a:buNone/>
              <a:defRPr sz="5400" b="1">
                <a:solidFill>
                  <a:srgbClr val="0E60AC"/>
                </a:solidFill>
                <a:latin typeface="Twentieth Century"/>
                <a:ea typeface="Twentieth Century"/>
                <a:cs typeface="Twentieth Century"/>
                <a:sym typeface="Twentieth Centur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5" name="Google Shape;145;p34"/>
          <p:cNvSpPr txBox="1">
            <a:spLocks noGrp="1"/>
          </p:cNvSpPr>
          <p:nvPr>
            <p:ph type="body" idx="1"/>
          </p:nvPr>
        </p:nvSpPr>
        <p:spPr>
          <a:xfrm>
            <a:off x="4968465" y="4539512"/>
            <a:ext cx="6385335" cy="121217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031629"/>
              </a:buClr>
              <a:buSzPts val="2400"/>
              <a:buNone/>
              <a:defRPr sz="2400">
                <a:solidFill>
                  <a:srgbClr val="031629"/>
                </a:solidFill>
                <a:latin typeface="Twentieth Century"/>
                <a:ea typeface="Twentieth Century"/>
                <a:cs typeface="Twentieth Century"/>
                <a:sym typeface="Twentieth Century"/>
              </a:defRPr>
            </a:lvl1pPr>
            <a:lvl2pPr marL="914400" lvl="1" indent="-342900" algn="just">
              <a:lnSpc>
                <a:spcPct val="90000"/>
              </a:lnSpc>
              <a:spcBef>
                <a:spcPts val="500"/>
              </a:spcBef>
              <a:spcAft>
                <a:spcPts val="0"/>
              </a:spcAft>
              <a:buClr>
                <a:srgbClr val="031629"/>
              </a:buClr>
              <a:buSzPts val="1800"/>
              <a:buAutoNum type="alphaLcPeriod"/>
              <a:defRPr/>
            </a:lvl2pPr>
            <a:lvl3pPr marL="1371600" lvl="2" indent="-342900" algn="just">
              <a:lnSpc>
                <a:spcPct val="90000"/>
              </a:lnSpc>
              <a:spcBef>
                <a:spcPts val="500"/>
              </a:spcBef>
              <a:spcAft>
                <a:spcPts val="0"/>
              </a:spcAft>
              <a:buClr>
                <a:srgbClr val="031629"/>
              </a:buClr>
              <a:buSzPts val="1800"/>
              <a:buChar char="•"/>
              <a:defRPr/>
            </a:lvl3pPr>
            <a:lvl4pPr marL="1828800" lvl="3" indent="-342900" algn="just">
              <a:lnSpc>
                <a:spcPct val="90000"/>
              </a:lnSpc>
              <a:spcBef>
                <a:spcPts val="500"/>
              </a:spcBef>
              <a:spcAft>
                <a:spcPts val="0"/>
              </a:spcAft>
              <a:buClr>
                <a:srgbClr val="031629"/>
              </a:buClr>
              <a:buSzPts val="1800"/>
              <a:buChar char="•"/>
              <a:defRPr/>
            </a:lvl4pPr>
            <a:lvl5pPr marL="2286000" lvl="4" indent="-342900" algn="just">
              <a:lnSpc>
                <a:spcPct val="90000"/>
              </a:lnSpc>
              <a:spcBef>
                <a:spcPts val="500"/>
              </a:spcBef>
              <a:spcAft>
                <a:spcPts val="0"/>
              </a:spcAft>
              <a:buClr>
                <a:srgbClr val="03162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6" name="Google Shape;146;p34"/>
          <p:cNvSpPr txBox="1">
            <a:spLocks noGrp="1"/>
          </p:cNvSpPr>
          <p:nvPr>
            <p:ph type="body" idx="3"/>
          </p:nvPr>
        </p:nvSpPr>
        <p:spPr>
          <a:xfrm>
            <a:off x="4968465" y="4034457"/>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EC7C30"/>
              </a:buClr>
              <a:buSzPts val="2800"/>
              <a:buNone/>
              <a:defRPr sz="2800" b="1">
                <a:solidFill>
                  <a:srgbClr val="EC7C30"/>
                </a:solidFill>
              </a:defRPr>
            </a:lvl1pPr>
            <a:lvl2pPr marL="914400" lvl="1" indent="-342900" algn="just">
              <a:lnSpc>
                <a:spcPct val="90000"/>
              </a:lnSpc>
              <a:spcBef>
                <a:spcPts val="500"/>
              </a:spcBef>
              <a:spcAft>
                <a:spcPts val="0"/>
              </a:spcAft>
              <a:buClr>
                <a:srgbClr val="031629"/>
              </a:buClr>
              <a:buSzPts val="1800"/>
              <a:buAutoNum type="alphaLcPeriod"/>
              <a:defRPr/>
            </a:lvl2pPr>
            <a:lvl3pPr marL="1371600" lvl="2" indent="-342900" algn="just">
              <a:lnSpc>
                <a:spcPct val="90000"/>
              </a:lnSpc>
              <a:spcBef>
                <a:spcPts val="500"/>
              </a:spcBef>
              <a:spcAft>
                <a:spcPts val="0"/>
              </a:spcAft>
              <a:buClr>
                <a:srgbClr val="031629"/>
              </a:buClr>
              <a:buSzPts val="1800"/>
              <a:buChar char="•"/>
              <a:defRPr/>
            </a:lvl3pPr>
            <a:lvl4pPr marL="1828800" lvl="3" indent="-342900" algn="just">
              <a:lnSpc>
                <a:spcPct val="90000"/>
              </a:lnSpc>
              <a:spcBef>
                <a:spcPts val="500"/>
              </a:spcBef>
              <a:spcAft>
                <a:spcPts val="0"/>
              </a:spcAft>
              <a:buClr>
                <a:srgbClr val="031629"/>
              </a:buClr>
              <a:buSzPts val="1800"/>
              <a:buChar char="•"/>
              <a:defRPr/>
            </a:lvl4pPr>
            <a:lvl5pPr marL="2286000" lvl="4" indent="-342900" algn="just">
              <a:lnSpc>
                <a:spcPct val="90000"/>
              </a:lnSpc>
              <a:spcBef>
                <a:spcPts val="500"/>
              </a:spcBef>
              <a:spcAft>
                <a:spcPts val="0"/>
              </a:spcAft>
              <a:buClr>
                <a:srgbClr val="03162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7" name="Google Shape;147;p34"/>
          <p:cNvSpPr/>
          <p:nvPr/>
        </p:nvSpPr>
        <p:spPr>
          <a:xfrm>
            <a:off x="4968465" y="3811581"/>
            <a:ext cx="1659545" cy="45719"/>
          </a:xfrm>
          <a:prstGeom prst="roundRect">
            <a:avLst>
              <a:gd name="adj" fmla="val 16667"/>
            </a:avLst>
          </a:prstGeom>
          <a:solidFill>
            <a:srgbClr val="EC7C3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48" name="Google Shape;148;p34"/>
          <p:cNvSpPr txBox="1">
            <a:spLocks noGrp="1"/>
          </p:cNvSpPr>
          <p:nvPr>
            <p:ph type="body" idx="4"/>
          </p:nvPr>
        </p:nvSpPr>
        <p:spPr>
          <a:xfrm>
            <a:off x="4968464" y="1105261"/>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EC7C30"/>
              </a:buClr>
              <a:buSzPts val="2800"/>
              <a:buNone/>
              <a:defRPr sz="2800" b="1">
                <a:solidFill>
                  <a:srgbClr val="EC7C30"/>
                </a:solidFill>
              </a:defRPr>
            </a:lvl1pPr>
            <a:lvl2pPr marL="914400" lvl="1" indent="-342900" algn="just">
              <a:lnSpc>
                <a:spcPct val="90000"/>
              </a:lnSpc>
              <a:spcBef>
                <a:spcPts val="500"/>
              </a:spcBef>
              <a:spcAft>
                <a:spcPts val="0"/>
              </a:spcAft>
              <a:buClr>
                <a:srgbClr val="031629"/>
              </a:buClr>
              <a:buSzPts val="1800"/>
              <a:buAutoNum type="alphaLcPeriod"/>
              <a:defRPr/>
            </a:lvl2pPr>
            <a:lvl3pPr marL="1371600" lvl="2" indent="-342900" algn="just">
              <a:lnSpc>
                <a:spcPct val="90000"/>
              </a:lnSpc>
              <a:spcBef>
                <a:spcPts val="500"/>
              </a:spcBef>
              <a:spcAft>
                <a:spcPts val="0"/>
              </a:spcAft>
              <a:buClr>
                <a:srgbClr val="031629"/>
              </a:buClr>
              <a:buSzPts val="1800"/>
              <a:buChar char="•"/>
              <a:defRPr/>
            </a:lvl3pPr>
            <a:lvl4pPr marL="1828800" lvl="3" indent="-342900" algn="just">
              <a:lnSpc>
                <a:spcPct val="90000"/>
              </a:lnSpc>
              <a:spcBef>
                <a:spcPts val="500"/>
              </a:spcBef>
              <a:spcAft>
                <a:spcPts val="0"/>
              </a:spcAft>
              <a:buClr>
                <a:srgbClr val="031629"/>
              </a:buClr>
              <a:buSzPts val="1800"/>
              <a:buChar char="•"/>
              <a:defRPr/>
            </a:lvl4pPr>
            <a:lvl5pPr marL="2286000" lvl="4" indent="-342900" algn="just">
              <a:lnSpc>
                <a:spcPct val="90000"/>
              </a:lnSpc>
              <a:spcBef>
                <a:spcPts val="500"/>
              </a:spcBef>
              <a:spcAft>
                <a:spcPts val="0"/>
              </a:spcAft>
              <a:buClr>
                <a:srgbClr val="03162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149" name="Google Shape;149;p34"/>
          <p:cNvGrpSpPr/>
          <p:nvPr/>
        </p:nvGrpSpPr>
        <p:grpSpPr>
          <a:xfrm>
            <a:off x="98180" y="96425"/>
            <a:ext cx="1971606" cy="729735"/>
            <a:chOff x="648649" y="653143"/>
            <a:chExt cx="2138362" cy="791455"/>
          </a:xfrm>
        </p:grpSpPr>
        <p:sp>
          <p:nvSpPr>
            <p:cNvPr id="150" name="Google Shape;150;p34"/>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pic>
          <p:nvPicPr>
            <p:cNvPr id="151" name="Google Shape;151;p34"/>
            <p:cNvPicPr preferRelativeResize="0"/>
            <p:nvPr/>
          </p:nvPicPr>
          <p:blipFill rotWithShape="1">
            <a:blip r:embed="rId2">
              <a:alphaModFix/>
            </a:blip>
            <a:srcRect t="16017" b="18101"/>
            <a:stretch/>
          </p:blipFill>
          <p:spPr>
            <a:xfrm>
              <a:off x="702844" y="653143"/>
              <a:ext cx="2029972" cy="753035"/>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ver 2">
  <p:cSld name="Cover 2">
    <p:spTree>
      <p:nvGrpSpPr>
        <p:cNvPr id="1" name="Shape 152"/>
        <p:cNvGrpSpPr/>
        <p:nvPr/>
      </p:nvGrpSpPr>
      <p:grpSpPr>
        <a:xfrm>
          <a:off x="0" y="0"/>
          <a:ext cx="0" cy="0"/>
          <a:chOff x="0" y="0"/>
          <a:chExt cx="0" cy="0"/>
        </a:xfrm>
      </p:grpSpPr>
      <p:sp>
        <p:nvSpPr>
          <p:cNvPr id="153" name="Google Shape;153;p35"/>
          <p:cNvSpPr/>
          <p:nvPr/>
        </p:nvSpPr>
        <p:spPr>
          <a:xfrm>
            <a:off x="0" y="0"/>
            <a:ext cx="12192000" cy="6858000"/>
          </a:xfrm>
          <a:prstGeom prst="rect">
            <a:avLst/>
          </a:prstGeom>
          <a:solidFill>
            <a:srgbClr val="0E60A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54" name="Google Shape;154;p35"/>
          <p:cNvSpPr>
            <a:spLocks noGrp="1"/>
          </p:cNvSpPr>
          <p:nvPr>
            <p:ph type="pic" idx="2"/>
          </p:nvPr>
        </p:nvSpPr>
        <p:spPr>
          <a:xfrm flipH="1">
            <a:off x="7384744" y="0"/>
            <a:ext cx="4807256" cy="6858000"/>
          </a:xfrm>
          <a:prstGeom prst="flowChartDelay">
            <a:avLst/>
          </a:prstGeom>
          <a:noFill/>
          <a:ln>
            <a:noFill/>
          </a:ln>
        </p:spPr>
      </p:sp>
      <p:sp>
        <p:nvSpPr>
          <p:cNvPr id="155" name="Google Shape;155;p35"/>
          <p:cNvSpPr txBox="1">
            <a:spLocks noGrp="1"/>
          </p:cNvSpPr>
          <p:nvPr>
            <p:ph type="title"/>
          </p:nvPr>
        </p:nvSpPr>
        <p:spPr>
          <a:xfrm>
            <a:off x="588970" y="1773946"/>
            <a:ext cx="6385335" cy="2024109"/>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chemeClr val="lt1"/>
              </a:buClr>
              <a:buSzPts val="5400"/>
              <a:buFont typeface="Twentieth Century"/>
              <a:buNone/>
              <a:defRPr sz="5400" b="1">
                <a:solidFill>
                  <a:schemeClr val="lt1"/>
                </a:solidFill>
                <a:latin typeface="Twentieth Century"/>
                <a:ea typeface="Twentieth Century"/>
                <a:cs typeface="Twentieth Century"/>
                <a:sym typeface="Twentieth Centur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6" name="Google Shape;156;p35"/>
          <p:cNvSpPr txBox="1">
            <a:spLocks noGrp="1"/>
          </p:cNvSpPr>
          <p:nvPr>
            <p:ph type="body" idx="1"/>
          </p:nvPr>
        </p:nvSpPr>
        <p:spPr>
          <a:xfrm>
            <a:off x="588970" y="4703142"/>
            <a:ext cx="6385335" cy="1212175"/>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chemeClr val="lt1"/>
              </a:buClr>
              <a:buSzPts val="2400"/>
              <a:buNone/>
              <a:defRPr sz="2400">
                <a:solidFill>
                  <a:schemeClr val="lt1"/>
                </a:solidFill>
                <a:latin typeface="Twentieth Century"/>
                <a:ea typeface="Twentieth Century"/>
                <a:cs typeface="Twentieth Century"/>
                <a:sym typeface="Twentieth Century"/>
              </a:defRPr>
            </a:lvl1pPr>
            <a:lvl2pPr marL="914400" lvl="1" indent="-342900" algn="just">
              <a:lnSpc>
                <a:spcPct val="90000"/>
              </a:lnSpc>
              <a:spcBef>
                <a:spcPts val="500"/>
              </a:spcBef>
              <a:spcAft>
                <a:spcPts val="0"/>
              </a:spcAft>
              <a:buClr>
                <a:srgbClr val="031629"/>
              </a:buClr>
              <a:buSzPts val="1800"/>
              <a:buAutoNum type="alphaLcPeriod"/>
              <a:defRPr/>
            </a:lvl2pPr>
            <a:lvl3pPr marL="1371600" lvl="2" indent="-342900" algn="just">
              <a:lnSpc>
                <a:spcPct val="90000"/>
              </a:lnSpc>
              <a:spcBef>
                <a:spcPts val="500"/>
              </a:spcBef>
              <a:spcAft>
                <a:spcPts val="0"/>
              </a:spcAft>
              <a:buClr>
                <a:srgbClr val="031629"/>
              </a:buClr>
              <a:buSzPts val="1800"/>
              <a:buChar char="•"/>
              <a:defRPr/>
            </a:lvl3pPr>
            <a:lvl4pPr marL="1828800" lvl="3" indent="-342900" algn="just">
              <a:lnSpc>
                <a:spcPct val="90000"/>
              </a:lnSpc>
              <a:spcBef>
                <a:spcPts val="500"/>
              </a:spcBef>
              <a:spcAft>
                <a:spcPts val="0"/>
              </a:spcAft>
              <a:buClr>
                <a:srgbClr val="031629"/>
              </a:buClr>
              <a:buSzPts val="1800"/>
              <a:buChar char="•"/>
              <a:defRPr/>
            </a:lvl4pPr>
            <a:lvl5pPr marL="2286000" lvl="4" indent="-342900" algn="just">
              <a:lnSpc>
                <a:spcPct val="90000"/>
              </a:lnSpc>
              <a:spcBef>
                <a:spcPts val="500"/>
              </a:spcBef>
              <a:spcAft>
                <a:spcPts val="0"/>
              </a:spcAft>
              <a:buClr>
                <a:srgbClr val="03162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7" name="Google Shape;157;p35"/>
          <p:cNvSpPr txBox="1">
            <a:spLocks noGrp="1"/>
          </p:cNvSpPr>
          <p:nvPr>
            <p:ph type="body" idx="3"/>
          </p:nvPr>
        </p:nvSpPr>
        <p:spPr>
          <a:xfrm>
            <a:off x="588970" y="4198087"/>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FFC000"/>
              </a:buClr>
              <a:buSzPts val="2800"/>
              <a:buNone/>
              <a:defRPr sz="2800" b="1">
                <a:solidFill>
                  <a:srgbClr val="FFC000"/>
                </a:solidFill>
              </a:defRPr>
            </a:lvl1pPr>
            <a:lvl2pPr marL="914400" lvl="1" indent="-342900" algn="just">
              <a:lnSpc>
                <a:spcPct val="90000"/>
              </a:lnSpc>
              <a:spcBef>
                <a:spcPts val="500"/>
              </a:spcBef>
              <a:spcAft>
                <a:spcPts val="0"/>
              </a:spcAft>
              <a:buClr>
                <a:srgbClr val="031629"/>
              </a:buClr>
              <a:buSzPts val="1800"/>
              <a:buAutoNum type="alphaLcPeriod"/>
              <a:defRPr/>
            </a:lvl2pPr>
            <a:lvl3pPr marL="1371600" lvl="2" indent="-342900" algn="just">
              <a:lnSpc>
                <a:spcPct val="90000"/>
              </a:lnSpc>
              <a:spcBef>
                <a:spcPts val="500"/>
              </a:spcBef>
              <a:spcAft>
                <a:spcPts val="0"/>
              </a:spcAft>
              <a:buClr>
                <a:srgbClr val="031629"/>
              </a:buClr>
              <a:buSzPts val="1800"/>
              <a:buChar char="•"/>
              <a:defRPr/>
            </a:lvl3pPr>
            <a:lvl4pPr marL="1828800" lvl="3" indent="-342900" algn="just">
              <a:lnSpc>
                <a:spcPct val="90000"/>
              </a:lnSpc>
              <a:spcBef>
                <a:spcPts val="500"/>
              </a:spcBef>
              <a:spcAft>
                <a:spcPts val="0"/>
              </a:spcAft>
              <a:buClr>
                <a:srgbClr val="031629"/>
              </a:buClr>
              <a:buSzPts val="1800"/>
              <a:buChar char="•"/>
              <a:defRPr/>
            </a:lvl4pPr>
            <a:lvl5pPr marL="2286000" lvl="4" indent="-342900" algn="just">
              <a:lnSpc>
                <a:spcPct val="90000"/>
              </a:lnSpc>
              <a:spcBef>
                <a:spcPts val="500"/>
              </a:spcBef>
              <a:spcAft>
                <a:spcPts val="0"/>
              </a:spcAft>
              <a:buClr>
                <a:srgbClr val="03162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8" name="Google Shape;158;p35"/>
          <p:cNvSpPr/>
          <p:nvPr/>
        </p:nvSpPr>
        <p:spPr>
          <a:xfrm>
            <a:off x="588970" y="3975211"/>
            <a:ext cx="1659545" cy="45719"/>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59" name="Google Shape;159;p35"/>
          <p:cNvSpPr txBox="1">
            <a:spLocks noGrp="1"/>
          </p:cNvSpPr>
          <p:nvPr>
            <p:ph type="body" idx="4"/>
          </p:nvPr>
        </p:nvSpPr>
        <p:spPr>
          <a:xfrm>
            <a:off x="588969" y="1268891"/>
            <a:ext cx="3642135" cy="425950"/>
          </a:xfrm>
          <a:prstGeom prst="rect">
            <a:avLst/>
          </a:prstGeom>
          <a:noFill/>
          <a:ln>
            <a:noFill/>
          </a:ln>
        </p:spPr>
        <p:txBody>
          <a:bodyPr spcFirstLastPara="1" wrap="square" lIns="91425" tIns="45700" rIns="91425" bIns="45700" anchor="t" anchorCtr="0">
            <a:noAutofit/>
          </a:bodyPr>
          <a:lstStyle>
            <a:lvl1pPr marL="457200" lvl="0" indent="-228600" algn="just">
              <a:lnSpc>
                <a:spcPct val="90000"/>
              </a:lnSpc>
              <a:spcBef>
                <a:spcPts val="1000"/>
              </a:spcBef>
              <a:spcAft>
                <a:spcPts val="0"/>
              </a:spcAft>
              <a:buClr>
                <a:srgbClr val="FFC000"/>
              </a:buClr>
              <a:buSzPts val="2800"/>
              <a:buNone/>
              <a:defRPr sz="2800" b="1">
                <a:solidFill>
                  <a:srgbClr val="FFC000"/>
                </a:solidFill>
              </a:defRPr>
            </a:lvl1pPr>
            <a:lvl2pPr marL="914400" lvl="1" indent="-342900" algn="just">
              <a:lnSpc>
                <a:spcPct val="90000"/>
              </a:lnSpc>
              <a:spcBef>
                <a:spcPts val="500"/>
              </a:spcBef>
              <a:spcAft>
                <a:spcPts val="0"/>
              </a:spcAft>
              <a:buClr>
                <a:srgbClr val="031629"/>
              </a:buClr>
              <a:buSzPts val="1800"/>
              <a:buAutoNum type="alphaLcPeriod"/>
              <a:defRPr/>
            </a:lvl2pPr>
            <a:lvl3pPr marL="1371600" lvl="2" indent="-342900" algn="just">
              <a:lnSpc>
                <a:spcPct val="90000"/>
              </a:lnSpc>
              <a:spcBef>
                <a:spcPts val="500"/>
              </a:spcBef>
              <a:spcAft>
                <a:spcPts val="0"/>
              </a:spcAft>
              <a:buClr>
                <a:srgbClr val="031629"/>
              </a:buClr>
              <a:buSzPts val="1800"/>
              <a:buChar char="•"/>
              <a:defRPr/>
            </a:lvl3pPr>
            <a:lvl4pPr marL="1828800" lvl="3" indent="-342900" algn="just">
              <a:lnSpc>
                <a:spcPct val="90000"/>
              </a:lnSpc>
              <a:spcBef>
                <a:spcPts val="500"/>
              </a:spcBef>
              <a:spcAft>
                <a:spcPts val="0"/>
              </a:spcAft>
              <a:buClr>
                <a:srgbClr val="031629"/>
              </a:buClr>
              <a:buSzPts val="1800"/>
              <a:buChar char="•"/>
              <a:defRPr/>
            </a:lvl4pPr>
            <a:lvl5pPr marL="2286000" lvl="4" indent="-342900" algn="just">
              <a:lnSpc>
                <a:spcPct val="90000"/>
              </a:lnSpc>
              <a:spcBef>
                <a:spcPts val="500"/>
              </a:spcBef>
              <a:spcAft>
                <a:spcPts val="0"/>
              </a:spcAft>
              <a:buClr>
                <a:srgbClr val="03162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grpSp>
        <p:nvGrpSpPr>
          <p:cNvPr id="160" name="Google Shape;160;p35"/>
          <p:cNvGrpSpPr/>
          <p:nvPr/>
        </p:nvGrpSpPr>
        <p:grpSpPr>
          <a:xfrm>
            <a:off x="98180" y="96425"/>
            <a:ext cx="1971606" cy="729735"/>
            <a:chOff x="648649" y="653143"/>
            <a:chExt cx="2138362" cy="791455"/>
          </a:xfrm>
        </p:grpSpPr>
        <p:sp>
          <p:nvSpPr>
            <p:cNvPr id="161" name="Google Shape;161;p35"/>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pic>
          <p:nvPicPr>
            <p:cNvPr id="162" name="Google Shape;162;p35"/>
            <p:cNvPicPr preferRelativeResize="0"/>
            <p:nvPr/>
          </p:nvPicPr>
          <p:blipFill rotWithShape="1">
            <a:blip r:embed="rId2">
              <a:alphaModFix/>
            </a:blip>
            <a:srcRect t="16017" b="18101"/>
            <a:stretch/>
          </p:blipFill>
          <p:spPr>
            <a:xfrm>
              <a:off x="702844" y="653143"/>
              <a:ext cx="2029972" cy="753035"/>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endahuluan">
  <p:cSld name="Pendahuluan">
    <p:bg>
      <p:bgPr>
        <a:solidFill>
          <a:schemeClr val="lt1"/>
        </a:solidFill>
        <a:effectLst/>
      </p:bgPr>
    </p:bg>
    <p:spTree>
      <p:nvGrpSpPr>
        <p:cNvPr id="1" name="Shape 163"/>
        <p:cNvGrpSpPr/>
        <p:nvPr/>
      </p:nvGrpSpPr>
      <p:grpSpPr>
        <a:xfrm>
          <a:off x="0" y="0"/>
          <a:ext cx="0" cy="0"/>
          <a:chOff x="0" y="0"/>
          <a:chExt cx="0" cy="0"/>
        </a:xfrm>
      </p:grpSpPr>
      <p:sp>
        <p:nvSpPr>
          <p:cNvPr id="164" name="Google Shape;164;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grpSp>
        <p:nvGrpSpPr>
          <p:cNvPr id="165" name="Google Shape;165;p36"/>
          <p:cNvGrpSpPr/>
          <p:nvPr/>
        </p:nvGrpSpPr>
        <p:grpSpPr>
          <a:xfrm>
            <a:off x="838200" y="1071592"/>
            <a:ext cx="5999349" cy="794408"/>
            <a:chOff x="838200" y="544975"/>
            <a:chExt cx="5999349" cy="794408"/>
          </a:xfrm>
        </p:grpSpPr>
        <p:sp>
          <p:nvSpPr>
            <p:cNvPr id="166" name="Google Shape;166;p36"/>
            <p:cNvSpPr/>
            <p:nvPr/>
          </p:nvSpPr>
          <p:spPr>
            <a:xfrm>
              <a:off x="1282045" y="716437"/>
              <a:ext cx="5555504"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67" name="Google Shape;167;p36"/>
            <p:cNvSpPr/>
            <p:nvPr/>
          </p:nvSpPr>
          <p:spPr>
            <a:xfrm>
              <a:off x="838200" y="584453"/>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68" name="Google Shape;168;p36"/>
            <p:cNvSpPr/>
            <p:nvPr/>
          </p:nvSpPr>
          <p:spPr>
            <a:xfrm>
              <a:off x="1654410" y="569942"/>
              <a:ext cx="3273525"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accent3"/>
                  </a:solidFill>
                  <a:latin typeface="Twentieth Century"/>
                  <a:ea typeface="Twentieth Century"/>
                  <a:cs typeface="Twentieth Century"/>
                  <a:sym typeface="Twentieth Century"/>
                </a:rPr>
                <a:t>Pendahuluan</a:t>
              </a:r>
              <a:endParaRPr sz="4400" b="1">
                <a:solidFill>
                  <a:schemeClr val="accent3"/>
                </a:solidFill>
                <a:latin typeface="Twentieth Century"/>
                <a:ea typeface="Twentieth Century"/>
                <a:cs typeface="Twentieth Century"/>
                <a:sym typeface="Twentieth Century"/>
              </a:endParaRPr>
            </a:p>
          </p:txBody>
        </p:sp>
        <p:pic>
          <p:nvPicPr>
            <p:cNvPr id="169" name="Google Shape;169;p36"/>
            <p:cNvPicPr preferRelativeResize="0"/>
            <p:nvPr/>
          </p:nvPicPr>
          <p:blipFill rotWithShape="1">
            <a:blip r:embed="rId2">
              <a:alphaModFix/>
            </a:blip>
            <a:srcRect/>
            <a:stretch/>
          </p:blipFill>
          <p:spPr>
            <a:xfrm>
              <a:off x="883077" y="544975"/>
              <a:ext cx="665176" cy="762379"/>
            </a:xfrm>
            <a:prstGeom prst="rect">
              <a:avLst/>
            </a:prstGeom>
            <a:noFill/>
            <a:ln>
              <a:noFill/>
            </a:ln>
          </p:spPr>
        </p:pic>
      </p:grpSp>
      <p:sp>
        <p:nvSpPr>
          <p:cNvPr id="170" name="Google Shape;170;p36"/>
          <p:cNvSpPr txBox="1">
            <a:spLocks noGrp="1"/>
          </p:cNvSpPr>
          <p:nvPr>
            <p:ph type="body" idx="1"/>
          </p:nvPr>
        </p:nvSpPr>
        <p:spPr>
          <a:xfrm>
            <a:off x="838200" y="2139885"/>
            <a:ext cx="10515600" cy="3971090"/>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031629"/>
              </a:buClr>
              <a:buSzPts val="2200"/>
              <a:buAutoNum type="arabicPeriod"/>
              <a:defRPr>
                <a:solidFill>
                  <a:srgbClr val="031629"/>
                </a:solidFill>
              </a:defRPr>
            </a:lvl1pPr>
            <a:lvl2pPr marL="914400" lvl="1" indent="-368300" algn="just">
              <a:lnSpc>
                <a:spcPct val="90000"/>
              </a:lnSpc>
              <a:spcBef>
                <a:spcPts val="500"/>
              </a:spcBef>
              <a:spcAft>
                <a:spcPts val="0"/>
              </a:spcAft>
              <a:buClr>
                <a:srgbClr val="031629"/>
              </a:buClr>
              <a:buSzPts val="2200"/>
              <a:buAutoNum type="alphaLcPeriod"/>
              <a:defRPr>
                <a:solidFill>
                  <a:srgbClr val="031629"/>
                </a:solidFill>
              </a:defRPr>
            </a:lvl2pPr>
            <a:lvl3pPr marL="1371600" lvl="2" indent="-368300" algn="just">
              <a:lnSpc>
                <a:spcPct val="90000"/>
              </a:lnSpc>
              <a:spcBef>
                <a:spcPts val="500"/>
              </a:spcBef>
              <a:spcAft>
                <a:spcPts val="0"/>
              </a:spcAft>
              <a:buClr>
                <a:srgbClr val="031629"/>
              </a:buClr>
              <a:buSzPts val="2200"/>
              <a:buChar char="•"/>
              <a:defRPr>
                <a:solidFill>
                  <a:srgbClr val="031629"/>
                </a:solidFill>
              </a:defRPr>
            </a:lvl3pPr>
            <a:lvl4pPr marL="1828800" lvl="3" indent="-368300" algn="just">
              <a:lnSpc>
                <a:spcPct val="90000"/>
              </a:lnSpc>
              <a:spcBef>
                <a:spcPts val="500"/>
              </a:spcBef>
              <a:spcAft>
                <a:spcPts val="0"/>
              </a:spcAft>
              <a:buClr>
                <a:srgbClr val="031629"/>
              </a:buClr>
              <a:buSzPts val="2200"/>
              <a:buChar char="•"/>
              <a:defRPr>
                <a:solidFill>
                  <a:srgbClr val="031629"/>
                </a:solidFill>
              </a:defRPr>
            </a:lvl4pPr>
            <a:lvl5pPr marL="2286000" lvl="4" indent="-368300" algn="just">
              <a:lnSpc>
                <a:spcPct val="90000"/>
              </a:lnSpc>
              <a:spcBef>
                <a:spcPts val="500"/>
              </a:spcBef>
              <a:spcAft>
                <a:spcPts val="0"/>
              </a:spcAft>
              <a:buClr>
                <a:srgbClr val="031629"/>
              </a:buClr>
              <a:buSzPts val="2200"/>
              <a:buChar char="•"/>
              <a:defRPr>
                <a:solidFill>
                  <a:srgbClr val="031629"/>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Komponen Penilaian">
  <p:cSld name="Komponen Penilaian">
    <p:spTree>
      <p:nvGrpSpPr>
        <p:cNvPr id="1" name="Shape 171"/>
        <p:cNvGrpSpPr/>
        <p:nvPr/>
      </p:nvGrpSpPr>
      <p:grpSpPr>
        <a:xfrm>
          <a:off x="0" y="0"/>
          <a:ext cx="0" cy="0"/>
          <a:chOff x="0" y="0"/>
          <a:chExt cx="0" cy="0"/>
        </a:xfrm>
      </p:grpSpPr>
      <p:sp>
        <p:nvSpPr>
          <p:cNvPr id="172" name="Google Shape;172;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grpSp>
        <p:nvGrpSpPr>
          <p:cNvPr id="173" name="Google Shape;173;p37"/>
          <p:cNvGrpSpPr/>
          <p:nvPr/>
        </p:nvGrpSpPr>
        <p:grpSpPr>
          <a:xfrm>
            <a:off x="838200" y="1125069"/>
            <a:ext cx="5999349" cy="769441"/>
            <a:chOff x="838200" y="569942"/>
            <a:chExt cx="5999349" cy="769441"/>
          </a:xfrm>
        </p:grpSpPr>
        <p:sp>
          <p:nvSpPr>
            <p:cNvPr id="174" name="Google Shape;174;p37"/>
            <p:cNvSpPr/>
            <p:nvPr/>
          </p:nvSpPr>
          <p:spPr>
            <a:xfrm>
              <a:off x="1282045" y="716437"/>
              <a:ext cx="5555504"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75" name="Google Shape;175;p37"/>
            <p:cNvSpPr/>
            <p:nvPr/>
          </p:nvSpPr>
          <p:spPr>
            <a:xfrm>
              <a:off x="838200" y="584453"/>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176" name="Google Shape;176;p37"/>
            <p:cNvSpPr/>
            <p:nvPr/>
          </p:nvSpPr>
          <p:spPr>
            <a:xfrm>
              <a:off x="1654410" y="569942"/>
              <a:ext cx="506876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accent3"/>
                  </a:solidFill>
                  <a:latin typeface="Twentieth Century"/>
                  <a:ea typeface="Twentieth Century"/>
                  <a:cs typeface="Twentieth Century"/>
                  <a:sym typeface="Twentieth Century"/>
                </a:rPr>
                <a:t>Komponen Penilaian</a:t>
              </a:r>
              <a:endParaRPr sz="4400" b="1">
                <a:solidFill>
                  <a:schemeClr val="accent3"/>
                </a:solidFill>
                <a:latin typeface="Twentieth Century"/>
                <a:ea typeface="Twentieth Century"/>
                <a:cs typeface="Twentieth Century"/>
                <a:sym typeface="Twentieth Century"/>
              </a:endParaRPr>
            </a:p>
          </p:txBody>
        </p:sp>
        <p:pic>
          <p:nvPicPr>
            <p:cNvPr id="177" name="Google Shape;177;p37"/>
            <p:cNvPicPr preferRelativeResize="0"/>
            <p:nvPr/>
          </p:nvPicPr>
          <p:blipFill rotWithShape="1">
            <a:blip r:embed="rId2">
              <a:alphaModFix/>
            </a:blip>
            <a:srcRect/>
            <a:stretch/>
          </p:blipFill>
          <p:spPr>
            <a:xfrm>
              <a:off x="921012" y="616587"/>
              <a:ext cx="589305" cy="675421"/>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ub Topic 1">
  <p:cSld name="Sub Topic 1">
    <p:spTree>
      <p:nvGrpSpPr>
        <p:cNvPr id="1" name="Shape 178"/>
        <p:cNvGrpSpPr/>
        <p:nvPr/>
      </p:nvGrpSpPr>
      <p:grpSpPr>
        <a:xfrm>
          <a:off x="0" y="0"/>
          <a:ext cx="0" cy="0"/>
          <a:chOff x="0" y="0"/>
          <a:chExt cx="0" cy="0"/>
        </a:xfrm>
      </p:grpSpPr>
      <p:sp>
        <p:nvSpPr>
          <p:cNvPr id="179" name="Google Shape;179;p38"/>
          <p:cNvSpPr txBox="1">
            <a:spLocks noGrp="1"/>
          </p:cNvSpPr>
          <p:nvPr>
            <p:ph type="ctrTitle"/>
          </p:nvPr>
        </p:nvSpPr>
        <p:spPr>
          <a:xfrm>
            <a:off x="1524000" y="824826"/>
            <a:ext cx="9144000" cy="176884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0E60AC"/>
              </a:buClr>
              <a:buSzPts val="6000"/>
              <a:buFont typeface="Twentieth Centur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0" name="Google Shape;180;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181" name="Google Shape;181;p38"/>
          <p:cNvSpPr>
            <a:spLocks noGrp="1"/>
          </p:cNvSpPr>
          <p:nvPr>
            <p:ph type="pic" idx="2"/>
          </p:nvPr>
        </p:nvSpPr>
        <p:spPr>
          <a:xfrm>
            <a:off x="1524000" y="2843408"/>
            <a:ext cx="9144000" cy="3376417"/>
          </a:xfrm>
          <a:prstGeom prst="rect">
            <a:avLst/>
          </a:prstGeom>
          <a:noFill/>
          <a:ln>
            <a:noFill/>
          </a:ln>
        </p:spPr>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82"/>
        <p:cNvGrpSpPr/>
        <p:nvPr/>
      </p:nvGrpSpPr>
      <p:grpSpPr>
        <a:xfrm>
          <a:off x="0" y="0"/>
          <a:ext cx="0" cy="0"/>
          <a:chOff x="0" y="0"/>
          <a:chExt cx="0" cy="0"/>
        </a:xfrm>
      </p:grpSpPr>
      <p:sp>
        <p:nvSpPr>
          <p:cNvPr id="183" name="Google Shape;183;p39"/>
          <p:cNvSpPr txBox="1">
            <a:spLocks noGrp="1"/>
          </p:cNvSpPr>
          <p:nvPr>
            <p:ph type="title"/>
          </p:nvPr>
        </p:nvSpPr>
        <p:spPr>
          <a:xfrm>
            <a:off x="831850" y="1389699"/>
            <a:ext cx="10515600" cy="161792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0E60AC"/>
              </a:buClr>
              <a:buSzPts val="6000"/>
              <a:buFont typeface="Twentieth Centur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4" name="Google Shape;184;p39"/>
          <p:cNvSpPr txBox="1">
            <a:spLocks noGrp="1"/>
          </p:cNvSpPr>
          <p:nvPr>
            <p:ph type="body" idx="1"/>
          </p:nvPr>
        </p:nvSpPr>
        <p:spPr>
          <a:xfrm>
            <a:off x="831850" y="3185341"/>
            <a:ext cx="10515600" cy="1500187"/>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031629"/>
              </a:buClr>
              <a:buSzPts val="2400"/>
              <a:buNone/>
              <a:defRPr sz="2400">
                <a:solidFill>
                  <a:srgbClr val="031629"/>
                </a:solidFill>
              </a:defRPr>
            </a:lvl1pPr>
            <a:lvl2pPr marL="914400" lvl="1" indent="-228600" algn="just">
              <a:lnSpc>
                <a:spcPct val="90000"/>
              </a:lnSpc>
              <a:spcBef>
                <a:spcPts val="500"/>
              </a:spcBef>
              <a:spcAft>
                <a:spcPts val="0"/>
              </a:spcAft>
              <a:buClr>
                <a:srgbClr val="8E8E8E"/>
              </a:buClr>
              <a:buSzPts val="2000"/>
              <a:buNone/>
              <a:defRPr sz="2000">
                <a:solidFill>
                  <a:srgbClr val="8E8E8E"/>
                </a:solidFill>
              </a:defRPr>
            </a:lvl2pPr>
            <a:lvl3pPr marL="1371600" lvl="2" indent="-228600" algn="just">
              <a:lnSpc>
                <a:spcPct val="90000"/>
              </a:lnSpc>
              <a:spcBef>
                <a:spcPts val="500"/>
              </a:spcBef>
              <a:spcAft>
                <a:spcPts val="0"/>
              </a:spcAft>
              <a:buClr>
                <a:srgbClr val="8E8E8E"/>
              </a:buClr>
              <a:buSzPts val="1800"/>
              <a:buNone/>
              <a:defRPr sz="1800">
                <a:solidFill>
                  <a:srgbClr val="8E8E8E"/>
                </a:solidFill>
              </a:defRPr>
            </a:lvl3pPr>
            <a:lvl4pPr marL="1828800" lvl="3" indent="-228600" algn="just">
              <a:lnSpc>
                <a:spcPct val="90000"/>
              </a:lnSpc>
              <a:spcBef>
                <a:spcPts val="500"/>
              </a:spcBef>
              <a:spcAft>
                <a:spcPts val="0"/>
              </a:spcAft>
              <a:buClr>
                <a:srgbClr val="8E8E8E"/>
              </a:buClr>
              <a:buSzPts val="1600"/>
              <a:buNone/>
              <a:defRPr sz="1600">
                <a:solidFill>
                  <a:srgbClr val="8E8E8E"/>
                </a:solidFill>
              </a:defRPr>
            </a:lvl4pPr>
            <a:lvl5pPr marL="2286000" lvl="4" indent="-228600" algn="just">
              <a:lnSpc>
                <a:spcPct val="90000"/>
              </a:lnSpc>
              <a:spcBef>
                <a:spcPts val="500"/>
              </a:spcBef>
              <a:spcAft>
                <a:spcPts val="0"/>
              </a:spcAft>
              <a:buClr>
                <a:srgbClr val="8E8E8E"/>
              </a:buClr>
              <a:buSzPts val="1600"/>
              <a:buNone/>
              <a:defRPr sz="1600">
                <a:solidFill>
                  <a:srgbClr val="8E8E8E"/>
                </a:solidFill>
              </a:defRPr>
            </a:lvl5pPr>
            <a:lvl6pPr marL="2743200" lvl="5" indent="-228600" algn="l">
              <a:lnSpc>
                <a:spcPct val="90000"/>
              </a:lnSpc>
              <a:spcBef>
                <a:spcPts val="500"/>
              </a:spcBef>
              <a:spcAft>
                <a:spcPts val="0"/>
              </a:spcAft>
              <a:buClr>
                <a:srgbClr val="8E8E8E"/>
              </a:buClr>
              <a:buSzPts val="1600"/>
              <a:buNone/>
              <a:defRPr sz="1600">
                <a:solidFill>
                  <a:srgbClr val="8E8E8E"/>
                </a:solidFill>
              </a:defRPr>
            </a:lvl6pPr>
            <a:lvl7pPr marL="3200400" lvl="6" indent="-228600" algn="l">
              <a:lnSpc>
                <a:spcPct val="90000"/>
              </a:lnSpc>
              <a:spcBef>
                <a:spcPts val="500"/>
              </a:spcBef>
              <a:spcAft>
                <a:spcPts val="0"/>
              </a:spcAft>
              <a:buClr>
                <a:srgbClr val="8E8E8E"/>
              </a:buClr>
              <a:buSzPts val="1600"/>
              <a:buNone/>
              <a:defRPr sz="1600">
                <a:solidFill>
                  <a:srgbClr val="8E8E8E"/>
                </a:solidFill>
              </a:defRPr>
            </a:lvl7pPr>
            <a:lvl8pPr marL="3657600" lvl="7" indent="-228600" algn="l">
              <a:lnSpc>
                <a:spcPct val="90000"/>
              </a:lnSpc>
              <a:spcBef>
                <a:spcPts val="500"/>
              </a:spcBef>
              <a:spcAft>
                <a:spcPts val="0"/>
              </a:spcAft>
              <a:buClr>
                <a:srgbClr val="8E8E8E"/>
              </a:buClr>
              <a:buSzPts val="1600"/>
              <a:buNone/>
              <a:defRPr sz="1600">
                <a:solidFill>
                  <a:srgbClr val="8E8E8E"/>
                </a:solidFill>
              </a:defRPr>
            </a:lvl8pPr>
            <a:lvl9pPr marL="4114800" lvl="8" indent="-228600" algn="l">
              <a:lnSpc>
                <a:spcPct val="90000"/>
              </a:lnSpc>
              <a:spcBef>
                <a:spcPts val="500"/>
              </a:spcBef>
              <a:spcAft>
                <a:spcPts val="0"/>
              </a:spcAft>
              <a:buClr>
                <a:srgbClr val="8E8E8E"/>
              </a:buClr>
              <a:buSzPts val="1600"/>
              <a:buNone/>
              <a:defRPr sz="1600">
                <a:solidFill>
                  <a:srgbClr val="8E8E8E"/>
                </a:solidFill>
              </a:defRPr>
            </a:lvl9pPr>
          </a:lstStyle>
          <a:p>
            <a:endParaRPr/>
          </a:p>
        </p:txBody>
      </p:sp>
      <p:sp>
        <p:nvSpPr>
          <p:cNvPr id="185" name="Google Shape;185;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Clr>
                <a:srgbClr val="8E8E8E"/>
              </a:buClr>
              <a:buSzPts val="1100"/>
              <a:buFont typeface="Twentieth Century"/>
              <a:buNone/>
              <a:defRPr sz="1100">
                <a:solidFill>
                  <a:srgbClr val="8E8E8E"/>
                </a:solidFill>
                <a:latin typeface="Twentieth Century"/>
                <a:ea typeface="Twentieth Century"/>
                <a:cs typeface="Twentieth Century"/>
                <a:sym typeface="Twentieth Century"/>
              </a:defRPr>
            </a:lvl1pPr>
            <a:lvl2pPr marL="0" lvl="1" indent="0" algn="r">
              <a:lnSpc>
                <a:spcPct val="100000"/>
              </a:lnSpc>
              <a:spcBef>
                <a:spcPts val="0"/>
              </a:spcBef>
              <a:spcAft>
                <a:spcPts val="0"/>
              </a:spcAft>
              <a:buClr>
                <a:srgbClr val="8E8E8E"/>
              </a:buClr>
              <a:buSzPts val="1100"/>
              <a:buFont typeface="Twentieth Century"/>
              <a:buNone/>
              <a:defRPr sz="1100">
                <a:solidFill>
                  <a:srgbClr val="8E8E8E"/>
                </a:solidFill>
                <a:latin typeface="Twentieth Century"/>
                <a:ea typeface="Twentieth Century"/>
                <a:cs typeface="Twentieth Century"/>
                <a:sym typeface="Twentieth Century"/>
              </a:defRPr>
            </a:lvl2pPr>
            <a:lvl3pPr marL="0" lvl="2" indent="0" algn="r">
              <a:lnSpc>
                <a:spcPct val="100000"/>
              </a:lnSpc>
              <a:spcBef>
                <a:spcPts val="0"/>
              </a:spcBef>
              <a:spcAft>
                <a:spcPts val="0"/>
              </a:spcAft>
              <a:buClr>
                <a:srgbClr val="8E8E8E"/>
              </a:buClr>
              <a:buSzPts val="1100"/>
              <a:buFont typeface="Twentieth Century"/>
              <a:buNone/>
              <a:defRPr sz="1100">
                <a:solidFill>
                  <a:srgbClr val="8E8E8E"/>
                </a:solidFill>
                <a:latin typeface="Twentieth Century"/>
                <a:ea typeface="Twentieth Century"/>
                <a:cs typeface="Twentieth Century"/>
                <a:sym typeface="Twentieth Century"/>
              </a:defRPr>
            </a:lvl3pPr>
            <a:lvl4pPr marL="0" lvl="3" indent="0" algn="r">
              <a:lnSpc>
                <a:spcPct val="100000"/>
              </a:lnSpc>
              <a:spcBef>
                <a:spcPts val="0"/>
              </a:spcBef>
              <a:spcAft>
                <a:spcPts val="0"/>
              </a:spcAft>
              <a:buClr>
                <a:srgbClr val="8E8E8E"/>
              </a:buClr>
              <a:buSzPts val="1100"/>
              <a:buFont typeface="Twentieth Century"/>
              <a:buNone/>
              <a:defRPr sz="1100">
                <a:solidFill>
                  <a:srgbClr val="8E8E8E"/>
                </a:solidFill>
                <a:latin typeface="Twentieth Century"/>
                <a:ea typeface="Twentieth Century"/>
                <a:cs typeface="Twentieth Century"/>
                <a:sym typeface="Twentieth Century"/>
              </a:defRPr>
            </a:lvl4pPr>
            <a:lvl5pPr marL="0" lvl="4" indent="0" algn="r">
              <a:lnSpc>
                <a:spcPct val="100000"/>
              </a:lnSpc>
              <a:spcBef>
                <a:spcPts val="0"/>
              </a:spcBef>
              <a:spcAft>
                <a:spcPts val="0"/>
              </a:spcAft>
              <a:buClr>
                <a:srgbClr val="8E8E8E"/>
              </a:buClr>
              <a:buSzPts val="1100"/>
              <a:buFont typeface="Twentieth Century"/>
              <a:buNone/>
              <a:defRPr sz="1100">
                <a:solidFill>
                  <a:srgbClr val="8E8E8E"/>
                </a:solidFill>
                <a:latin typeface="Twentieth Century"/>
                <a:ea typeface="Twentieth Century"/>
                <a:cs typeface="Twentieth Century"/>
                <a:sym typeface="Twentieth Century"/>
              </a:defRPr>
            </a:lvl5pPr>
            <a:lvl6pPr marL="0" lvl="5" indent="0" algn="r">
              <a:lnSpc>
                <a:spcPct val="100000"/>
              </a:lnSpc>
              <a:spcBef>
                <a:spcPts val="0"/>
              </a:spcBef>
              <a:spcAft>
                <a:spcPts val="0"/>
              </a:spcAft>
              <a:buClr>
                <a:srgbClr val="8E8E8E"/>
              </a:buClr>
              <a:buSzPts val="1100"/>
              <a:buFont typeface="Twentieth Century"/>
              <a:buNone/>
              <a:defRPr sz="1100">
                <a:solidFill>
                  <a:srgbClr val="8E8E8E"/>
                </a:solidFill>
                <a:latin typeface="Twentieth Century"/>
                <a:ea typeface="Twentieth Century"/>
                <a:cs typeface="Twentieth Century"/>
                <a:sym typeface="Twentieth Century"/>
              </a:defRPr>
            </a:lvl6pPr>
            <a:lvl7pPr marL="0" lvl="6" indent="0" algn="r">
              <a:lnSpc>
                <a:spcPct val="100000"/>
              </a:lnSpc>
              <a:spcBef>
                <a:spcPts val="0"/>
              </a:spcBef>
              <a:spcAft>
                <a:spcPts val="0"/>
              </a:spcAft>
              <a:buClr>
                <a:srgbClr val="8E8E8E"/>
              </a:buClr>
              <a:buSzPts val="1100"/>
              <a:buFont typeface="Twentieth Century"/>
              <a:buNone/>
              <a:defRPr sz="1100">
                <a:solidFill>
                  <a:srgbClr val="8E8E8E"/>
                </a:solidFill>
                <a:latin typeface="Twentieth Century"/>
                <a:ea typeface="Twentieth Century"/>
                <a:cs typeface="Twentieth Century"/>
                <a:sym typeface="Twentieth Century"/>
              </a:defRPr>
            </a:lvl7pPr>
            <a:lvl8pPr marL="0" lvl="7" indent="0" algn="r">
              <a:lnSpc>
                <a:spcPct val="100000"/>
              </a:lnSpc>
              <a:spcBef>
                <a:spcPts val="0"/>
              </a:spcBef>
              <a:spcAft>
                <a:spcPts val="0"/>
              </a:spcAft>
              <a:buClr>
                <a:srgbClr val="8E8E8E"/>
              </a:buClr>
              <a:buSzPts val="1100"/>
              <a:buFont typeface="Twentieth Century"/>
              <a:buNone/>
              <a:defRPr sz="1100">
                <a:solidFill>
                  <a:srgbClr val="8E8E8E"/>
                </a:solidFill>
                <a:latin typeface="Twentieth Century"/>
                <a:ea typeface="Twentieth Century"/>
                <a:cs typeface="Twentieth Century"/>
                <a:sym typeface="Twentieth Century"/>
              </a:defRPr>
            </a:lvl8pPr>
            <a:lvl9pPr marL="0" lvl="8" indent="0" algn="r">
              <a:lnSpc>
                <a:spcPct val="100000"/>
              </a:lnSpc>
              <a:spcBef>
                <a:spcPts val="0"/>
              </a:spcBef>
              <a:spcAft>
                <a:spcPts val="0"/>
              </a:spcAft>
              <a:buClr>
                <a:srgbClr val="8E8E8E"/>
              </a:buClr>
              <a:buSzPts val="1100"/>
              <a:buFont typeface="Twentieth Century"/>
              <a:buNone/>
              <a:defRPr sz="11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86"/>
        <p:cNvGrpSpPr/>
        <p:nvPr/>
      </p:nvGrpSpPr>
      <p:grpSpPr>
        <a:xfrm>
          <a:off x="0" y="0"/>
          <a:ext cx="0" cy="0"/>
          <a:chOff x="0" y="0"/>
          <a:chExt cx="0" cy="0"/>
        </a:xfrm>
      </p:grpSpPr>
      <p:sp>
        <p:nvSpPr>
          <p:cNvPr id="187" name="Google Shape;187;p40"/>
          <p:cNvSpPr txBox="1">
            <a:spLocks noGrp="1"/>
          </p:cNvSpPr>
          <p:nvPr>
            <p:ph type="title"/>
          </p:nvPr>
        </p:nvSpPr>
        <p:spPr>
          <a:xfrm>
            <a:off x="838200" y="886120"/>
            <a:ext cx="8513190" cy="73858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8" name="Google Shape;188;p40"/>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031629"/>
              </a:buClr>
              <a:buSzPts val="2200"/>
              <a:buAutoNum type="arabicPeriod"/>
              <a:defRPr>
                <a:solidFill>
                  <a:srgbClr val="031629"/>
                </a:solidFill>
              </a:defRPr>
            </a:lvl1pPr>
            <a:lvl2pPr marL="914400" lvl="1" indent="-368300" algn="just">
              <a:lnSpc>
                <a:spcPct val="90000"/>
              </a:lnSpc>
              <a:spcBef>
                <a:spcPts val="500"/>
              </a:spcBef>
              <a:spcAft>
                <a:spcPts val="0"/>
              </a:spcAft>
              <a:buClr>
                <a:srgbClr val="031629"/>
              </a:buClr>
              <a:buSzPts val="2200"/>
              <a:buAutoNum type="alphaLcPeriod"/>
              <a:defRPr>
                <a:solidFill>
                  <a:srgbClr val="031629"/>
                </a:solidFill>
              </a:defRPr>
            </a:lvl2pPr>
            <a:lvl3pPr marL="1371600" lvl="2" indent="-368300" algn="just">
              <a:lnSpc>
                <a:spcPct val="90000"/>
              </a:lnSpc>
              <a:spcBef>
                <a:spcPts val="500"/>
              </a:spcBef>
              <a:spcAft>
                <a:spcPts val="0"/>
              </a:spcAft>
              <a:buClr>
                <a:srgbClr val="031629"/>
              </a:buClr>
              <a:buSzPts val="2200"/>
              <a:buChar char="•"/>
              <a:defRPr>
                <a:solidFill>
                  <a:srgbClr val="031629"/>
                </a:solidFill>
              </a:defRPr>
            </a:lvl3pPr>
            <a:lvl4pPr marL="1828800" lvl="3" indent="-368300" algn="just">
              <a:lnSpc>
                <a:spcPct val="90000"/>
              </a:lnSpc>
              <a:spcBef>
                <a:spcPts val="500"/>
              </a:spcBef>
              <a:spcAft>
                <a:spcPts val="0"/>
              </a:spcAft>
              <a:buClr>
                <a:srgbClr val="031629"/>
              </a:buClr>
              <a:buSzPts val="2200"/>
              <a:buChar char="•"/>
              <a:defRPr>
                <a:solidFill>
                  <a:srgbClr val="031629"/>
                </a:solidFill>
              </a:defRPr>
            </a:lvl4pPr>
            <a:lvl5pPr marL="2286000" lvl="4" indent="-368300" algn="just">
              <a:lnSpc>
                <a:spcPct val="90000"/>
              </a:lnSpc>
              <a:spcBef>
                <a:spcPts val="500"/>
              </a:spcBef>
              <a:spcAft>
                <a:spcPts val="0"/>
              </a:spcAft>
              <a:buClr>
                <a:srgbClr val="031629"/>
              </a:buClr>
              <a:buSzPts val="2200"/>
              <a:buChar char="•"/>
              <a:defRPr>
                <a:solidFill>
                  <a:srgbClr val="031629"/>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9" name="Google Shape;189;p40"/>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031629"/>
              </a:buClr>
              <a:buSzPts val="2200"/>
              <a:buAutoNum type="arabicPeriod"/>
              <a:defRPr>
                <a:solidFill>
                  <a:srgbClr val="031629"/>
                </a:solidFill>
              </a:defRPr>
            </a:lvl1pPr>
            <a:lvl2pPr marL="914400" lvl="1" indent="-368300" algn="just">
              <a:lnSpc>
                <a:spcPct val="90000"/>
              </a:lnSpc>
              <a:spcBef>
                <a:spcPts val="500"/>
              </a:spcBef>
              <a:spcAft>
                <a:spcPts val="0"/>
              </a:spcAft>
              <a:buClr>
                <a:srgbClr val="031629"/>
              </a:buClr>
              <a:buSzPts val="2200"/>
              <a:buAutoNum type="alphaLcPeriod"/>
              <a:defRPr>
                <a:solidFill>
                  <a:srgbClr val="031629"/>
                </a:solidFill>
              </a:defRPr>
            </a:lvl2pPr>
            <a:lvl3pPr marL="1371600" lvl="2" indent="-368300" algn="just">
              <a:lnSpc>
                <a:spcPct val="90000"/>
              </a:lnSpc>
              <a:spcBef>
                <a:spcPts val="500"/>
              </a:spcBef>
              <a:spcAft>
                <a:spcPts val="0"/>
              </a:spcAft>
              <a:buClr>
                <a:srgbClr val="031629"/>
              </a:buClr>
              <a:buSzPts val="2200"/>
              <a:buChar char="•"/>
              <a:defRPr>
                <a:solidFill>
                  <a:srgbClr val="031629"/>
                </a:solidFill>
              </a:defRPr>
            </a:lvl3pPr>
            <a:lvl4pPr marL="1828800" lvl="3" indent="-368300" algn="just">
              <a:lnSpc>
                <a:spcPct val="90000"/>
              </a:lnSpc>
              <a:spcBef>
                <a:spcPts val="500"/>
              </a:spcBef>
              <a:spcAft>
                <a:spcPts val="0"/>
              </a:spcAft>
              <a:buClr>
                <a:srgbClr val="031629"/>
              </a:buClr>
              <a:buSzPts val="2200"/>
              <a:buChar char="•"/>
              <a:defRPr>
                <a:solidFill>
                  <a:srgbClr val="031629"/>
                </a:solidFill>
              </a:defRPr>
            </a:lvl4pPr>
            <a:lvl5pPr marL="2286000" lvl="4" indent="-368300" algn="just">
              <a:lnSpc>
                <a:spcPct val="90000"/>
              </a:lnSpc>
              <a:spcBef>
                <a:spcPts val="500"/>
              </a:spcBef>
              <a:spcAft>
                <a:spcPts val="0"/>
              </a:spcAft>
              <a:buClr>
                <a:srgbClr val="031629"/>
              </a:buClr>
              <a:buSzPts val="2200"/>
              <a:buChar char="•"/>
              <a:defRPr>
                <a:solidFill>
                  <a:srgbClr val="031629"/>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0" name="Google Shape;190;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91"/>
        <p:cNvGrpSpPr/>
        <p:nvPr/>
      </p:nvGrpSpPr>
      <p:grpSpPr>
        <a:xfrm>
          <a:off x="0" y="0"/>
          <a:ext cx="0" cy="0"/>
          <a:chOff x="0" y="0"/>
          <a:chExt cx="0" cy="0"/>
        </a:xfrm>
      </p:grpSpPr>
      <p:sp>
        <p:nvSpPr>
          <p:cNvPr id="192" name="Google Shape;192;p41"/>
          <p:cNvSpPr txBox="1">
            <a:spLocks noGrp="1"/>
          </p:cNvSpPr>
          <p:nvPr>
            <p:ph type="body" idx="1"/>
          </p:nvPr>
        </p:nvSpPr>
        <p:spPr>
          <a:xfrm>
            <a:off x="839788" y="1772239"/>
            <a:ext cx="5157787" cy="650450"/>
          </a:xfrm>
          <a:prstGeom prst="rect">
            <a:avLst/>
          </a:prstGeom>
          <a:noFill/>
          <a:ln>
            <a:noFill/>
          </a:ln>
        </p:spPr>
        <p:txBody>
          <a:bodyPr spcFirstLastPara="1" wrap="square" lIns="91425" tIns="45700" rIns="91425" bIns="45700" anchor="b" anchorCtr="0">
            <a:normAutofit/>
          </a:bodyPr>
          <a:lstStyle>
            <a:lvl1pPr marL="457200" lvl="0" indent="-228600" algn="just">
              <a:lnSpc>
                <a:spcPct val="90000"/>
              </a:lnSpc>
              <a:spcBef>
                <a:spcPts val="1000"/>
              </a:spcBef>
              <a:spcAft>
                <a:spcPts val="0"/>
              </a:spcAft>
              <a:buClr>
                <a:srgbClr val="0E60AC"/>
              </a:buClr>
              <a:buSzPts val="2800"/>
              <a:buNone/>
              <a:defRPr sz="2800" b="1">
                <a:solidFill>
                  <a:srgbClr val="0E60AC"/>
                </a:solidFill>
              </a:defRPr>
            </a:lvl1pPr>
            <a:lvl2pPr marL="914400" lvl="1" indent="-228600" algn="just">
              <a:lnSpc>
                <a:spcPct val="90000"/>
              </a:lnSpc>
              <a:spcBef>
                <a:spcPts val="500"/>
              </a:spcBef>
              <a:spcAft>
                <a:spcPts val="0"/>
              </a:spcAft>
              <a:buClr>
                <a:srgbClr val="031629"/>
              </a:buClr>
              <a:buSzPts val="2000"/>
              <a:buNone/>
              <a:defRPr sz="2000" b="1"/>
            </a:lvl2pPr>
            <a:lvl3pPr marL="1371600" lvl="2" indent="-228600" algn="just">
              <a:lnSpc>
                <a:spcPct val="90000"/>
              </a:lnSpc>
              <a:spcBef>
                <a:spcPts val="500"/>
              </a:spcBef>
              <a:spcAft>
                <a:spcPts val="0"/>
              </a:spcAft>
              <a:buClr>
                <a:srgbClr val="031629"/>
              </a:buClr>
              <a:buSzPts val="1800"/>
              <a:buNone/>
              <a:defRPr sz="1800" b="1"/>
            </a:lvl3pPr>
            <a:lvl4pPr marL="1828800" lvl="3" indent="-228600" algn="just">
              <a:lnSpc>
                <a:spcPct val="90000"/>
              </a:lnSpc>
              <a:spcBef>
                <a:spcPts val="500"/>
              </a:spcBef>
              <a:spcAft>
                <a:spcPts val="0"/>
              </a:spcAft>
              <a:buClr>
                <a:srgbClr val="031629"/>
              </a:buClr>
              <a:buSzPts val="1600"/>
              <a:buNone/>
              <a:defRPr sz="1600" b="1"/>
            </a:lvl4pPr>
            <a:lvl5pPr marL="2286000" lvl="4" indent="-228600" algn="just">
              <a:lnSpc>
                <a:spcPct val="90000"/>
              </a:lnSpc>
              <a:spcBef>
                <a:spcPts val="500"/>
              </a:spcBef>
              <a:spcAft>
                <a:spcPts val="0"/>
              </a:spcAft>
              <a:buClr>
                <a:srgbClr val="031629"/>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93" name="Google Shape;193;p41"/>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031629"/>
              </a:buClr>
              <a:buSzPts val="2200"/>
              <a:buAutoNum type="arabicPeriod"/>
              <a:defRPr>
                <a:solidFill>
                  <a:srgbClr val="031629"/>
                </a:solidFill>
              </a:defRPr>
            </a:lvl1pPr>
            <a:lvl2pPr marL="914400" lvl="1" indent="-368300" algn="just">
              <a:lnSpc>
                <a:spcPct val="90000"/>
              </a:lnSpc>
              <a:spcBef>
                <a:spcPts val="500"/>
              </a:spcBef>
              <a:spcAft>
                <a:spcPts val="0"/>
              </a:spcAft>
              <a:buClr>
                <a:srgbClr val="031629"/>
              </a:buClr>
              <a:buSzPts val="2200"/>
              <a:buAutoNum type="alphaLcPeriod"/>
              <a:defRPr>
                <a:solidFill>
                  <a:srgbClr val="031629"/>
                </a:solidFill>
              </a:defRPr>
            </a:lvl2pPr>
            <a:lvl3pPr marL="1371600" lvl="2" indent="-368300" algn="just">
              <a:lnSpc>
                <a:spcPct val="90000"/>
              </a:lnSpc>
              <a:spcBef>
                <a:spcPts val="500"/>
              </a:spcBef>
              <a:spcAft>
                <a:spcPts val="0"/>
              </a:spcAft>
              <a:buClr>
                <a:srgbClr val="031629"/>
              </a:buClr>
              <a:buSzPts val="2200"/>
              <a:buChar char="•"/>
              <a:defRPr>
                <a:solidFill>
                  <a:srgbClr val="031629"/>
                </a:solidFill>
              </a:defRPr>
            </a:lvl3pPr>
            <a:lvl4pPr marL="1828800" lvl="3" indent="-368300" algn="just">
              <a:lnSpc>
                <a:spcPct val="90000"/>
              </a:lnSpc>
              <a:spcBef>
                <a:spcPts val="500"/>
              </a:spcBef>
              <a:spcAft>
                <a:spcPts val="0"/>
              </a:spcAft>
              <a:buClr>
                <a:srgbClr val="031629"/>
              </a:buClr>
              <a:buSzPts val="2200"/>
              <a:buChar char="•"/>
              <a:defRPr>
                <a:solidFill>
                  <a:srgbClr val="031629"/>
                </a:solidFill>
              </a:defRPr>
            </a:lvl4pPr>
            <a:lvl5pPr marL="2286000" lvl="4" indent="-368300" algn="just">
              <a:lnSpc>
                <a:spcPct val="90000"/>
              </a:lnSpc>
              <a:spcBef>
                <a:spcPts val="500"/>
              </a:spcBef>
              <a:spcAft>
                <a:spcPts val="0"/>
              </a:spcAft>
              <a:buClr>
                <a:srgbClr val="031629"/>
              </a:buClr>
              <a:buSzPts val="2200"/>
              <a:buChar char="•"/>
              <a:defRPr>
                <a:solidFill>
                  <a:srgbClr val="031629"/>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4" name="Google Shape;194;p41"/>
          <p:cNvSpPr txBox="1">
            <a:spLocks noGrp="1"/>
          </p:cNvSpPr>
          <p:nvPr>
            <p:ph type="body" idx="3"/>
          </p:nvPr>
        </p:nvSpPr>
        <p:spPr>
          <a:xfrm>
            <a:off x="6172200" y="1772239"/>
            <a:ext cx="5183188" cy="650450"/>
          </a:xfrm>
          <a:prstGeom prst="rect">
            <a:avLst/>
          </a:prstGeom>
          <a:noFill/>
          <a:ln>
            <a:noFill/>
          </a:ln>
        </p:spPr>
        <p:txBody>
          <a:bodyPr spcFirstLastPara="1" wrap="square" lIns="91425" tIns="45700" rIns="91425" bIns="45700" anchor="b" anchorCtr="0">
            <a:normAutofit/>
          </a:bodyPr>
          <a:lstStyle>
            <a:lvl1pPr marL="457200" lvl="0" indent="-228600" algn="just">
              <a:lnSpc>
                <a:spcPct val="90000"/>
              </a:lnSpc>
              <a:spcBef>
                <a:spcPts val="1000"/>
              </a:spcBef>
              <a:spcAft>
                <a:spcPts val="0"/>
              </a:spcAft>
              <a:buClr>
                <a:srgbClr val="0E60AC"/>
              </a:buClr>
              <a:buSzPts val="2800"/>
              <a:buNone/>
              <a:defRPr sz="2800" b="1">
                <a:solidFill>
                  <a:srgbClr val="0E60AC"/>
                </a:solidFill>
              </a:defRPr>
            </a:lvl1pPr>
            <a:lvl2pPr marL="914400" lvl="1" indent="-228600" algn="just">
              <a:lnSpc>
                <a:spcPct val="90000"/>
              </a:lnSpc>
              <a:spcBef>
                <a:spcPts val="500"/>
              </a:spcBef>
              <a:spcAft>
                <a:spcPts val="0"/>
              </a:spcAft>
              <a:buClr>
                <a:srgbClr val="031629"/>
              </a:buClr>
              <a:buSzPts val="2000"/>
              <a:buNone/>
              <a:defRPr sz="2000" b="1"/>
            </a:lvl2pPr>
            <a:lvl3pPr marL="1371600" lvl="2" indent="-228600" algn="just">
              <a:lnSpc>
                <a:spcPct val="90000"/>
              </a:lnSpc>
              <a:spcBef>
                <a:spcPts val="500"/>
              </a:spcBef>
              <a:spcAft>
                <a:spcPts val="0"/>
              </a:spcAft>
              <a:buClr>
                <a:srgbClr val="031629"/>
              </a:buClr>
              <a:buSzPts val="1800"/>
              <a:buNone/>
              <a:defRPr sz="1800" b="1"/>
            </a:lvl3pPr>
            <a:lvl4pPr marL="1828800" lvl="3" indent="-228600" algn="just">
              <a:lnSpc>
                <a:spcPct val="90000"/>
              </a:lnSpc>
              <a:spcBef>
                <a:spcPts val="500"/>
              </a:spcBef>
              <a:spcAft>
                <a:spcPts val="0"/>
              </a:spcAft>
              <a:buClr>
                <a:srgbClr val="031629"/>
              </a:buClr>
              <a:buSzPts val="1600"/>
              <a:buNone/>
              <a:defRPr sz="1600" b="1"/>
            </a:lvl4pPr>
            <a:lvl5pPr marL="2286000" lvl="4" indent="-228600" algn="just">
              <a:lnSpc>
                <a:spcPct val="90000"/>
              </a:lnSpc>
              <a:spcBef>
                <a:spcPts val="500"/>
              </a:spcBef>
              <a:spcAft>
                <a:spcPts val="0"/>
              </a:spcAft>
              <a:buClr>
                <a:srgbClr val="031629"/>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95" name="Google Shape;195;p41"/>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031629"/>
              </a:buClr>
              <a:buSzPts val="2200"/>
              <a:buAutoNum type="arabicPeriod"/>
              <a:defRPr>
                <a:solidFill>
                  <a:srgbClr val="031629"/>
                </a:solidFill>
              </a:defRPr>
            </a:lvl1pPr>
            <a:lvl2pPr marL="914400" lvl="1" indent="-368300" algn="just">
              <a:lnSpc>
                <a:spcPct val="90000"/>
              </a:lnSpc>
              <a:spcBef>
                <a:spcPts val="500"/>
              </a:spcBef>
              <a:spcAft>
                <a:spcPts val="0"/>
              </a:spcAft>
              <a:buClr>
                <a:srgbClr val="031629"/>
              </a:buClr>
              <a:buSzPts val="2200"/>
              <a:buAutoNum type="alphaLcPeriod"/>
              <a:defRPr>
                <a:solidFill>
                  <a:srgbClr val="031629"/>
                </a:solidFill>
              </a:defRPr>
            </a:lvl2pPr>
            <a:lvl3pPr marL="1371600" lvl="2" indent="-368300" algn="just">
              <a:lnSpc>
                <a:spcPct val="90000"/>
              </a:lnSpc>
              <a:spcBef>
                <a:spcPts val="500"/>
              </a:spcBef>
              <a:spcAft>
                <a:spcPts val="0"/>
              </a:spcAft>
              <a:buClr>
                <a:srgbClr val="031629"/>
              </a:buClr>
              <a:buSzPts val="2200"/>
              <a:buChar char="•"/>
              <a:defRPr>
                <a:solidFill>
                  <a:srgbClr val="031629"/>
                </a:solidFill>
              </a:defRPr>
            </a:lvl3pPr>
            <a:lvl4pPr marL="1828800" lvl="3" indent="-368300" algn="just">
              <a:lnSpc>
                <a:spcPct val="90000"/>
              </a:lnSpc>
              <a:spcBef>
                <a:spcPts val="500"/>
              </a:spcBef>
              <a:spcAft>
                <a:spcPts val="0"/>
              </a:spcAft>
              <a:buClr>
                <a:srgbClr val="031629"/>
              </a:buClr>
              <a:buSzPts val="2200"/>
              <a:buChar char="•"/>
              <a:defRPr>
                <a:solidFill>
                  <a:srgbClr val="031629"/>
                </a:solidFill>
              </a:defRPr>
            </a:lvl4pPr>
            <a:lvl5pPr marL="2286000" lvl="4" indent="-368300" algn="just">
              <a:lnSpc>
                <a:spcPct val="90000"/>
              </a:lnSpc>
              <a:spcBef>
                <a:spcPts val="500"/>
              </a:spcBef>
              <a:spcAft>
                <a:spcPts val="0"/>
              </a:spcAft>
              <a:buClr>
                <a:srgbClr val="031629"/>
              </a:buClr>
              <a:buSzPts val="2200"/>
              <a:buChar char="•"/>
              <a:defRPr>
                <a:solidFill>
                  <a:srgbClr val="031629"/>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6" name="Google Shape;196;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a:lvl1pPr>
            <a:lvl2pPr marL="0" marR="0" lvl="1" indent="0" algn="r">
              <a:lnSpc>
                <a:spcPct val="100000"/>
              </a:lnSpc>
              <a:spcBef>
                <a:spcPts val="0"/>
              </a:spcBef>
              <a:spcAft>
                <a:spcPts val="0"/>
              </a:spcAft>
              <a:buClr>
                <a:srgbClr val="8E8E8E"/>
              </a:buClr>
              <a:buSzPts val="1200"/>
              <a:buFont typeface="Twentieth Century"/>
              <a:buNone/>
              <a:defRPr/>
            </a:lvl2pPr>
            <a:lvl3pPr marL="0" marR="0" lvl="2" indent="0" algn="r">
              <a:lnSpc>
                <a:spcPct val="100000"/>
              </a:lnSpc>
              <a:spcBef>
                <a:spcPts val="0"/>
              </a:spcBef>
              <a:spcAft>
                <a:spcPts val="0"/>
              </a:spcAft>
              <a:buClr>
                <a:srgbClr val="8E8E8E"/>
              </a:buClr>
              <a:buSzPts val="1200"/>
              <a:buFont typeface="Twentieth Century"/>
              <a:buNone/>
              <a:defRPr/>
            </a:lvl3pPr>
            <a:lvl4pPr marL="0" marR="0" lvl="3" indent="0" algn="r">
              <a:lnSpc>
                <a:spcPct val="100000"/>
              </a:lnSpc>
              <a:spcBef>
                <a:spcPts val="0"/>
              </a:spcBef>
              <a:spcAft>
                <a:spcPts val="0"/>
              </a:spcAft>
              <a:buClr>
                <a:srgbClr val="8E8E8E"/>
              </a:buClr>
              <a:buSzPts val="1200"/>
              <a:buFont typeface="Twentieth Century"/>
              <a:buNone/>
              <a:defRPr/>
            </a:lvl4pPr>
            <a:lvl5pPr marL="0" marR="0" lvl="4" indent="0" algn="r">
              <a:lnSpc>
                <a:spcPct val="100000"/>
              </a:lnSpc>
              <a:spcBef>
                <a:spcPts val="0"/>
              </a:spcBef>
              <a:spcAft>
                <a:spcPts val="0"/>
              </a:spcAft>
              <a:buClr>
                <a:srgbClr val="8E8E8E"/>
              </a:buClr>
              <a:buSzPts val="1200"/>
              <a:buFont typeface="Twentieth Century"/>
              <a:buNone/>
              <a:defRPr/>
            </a:lvl5pPr>
            <a:lvl6pPr marL="0" marR="0" lvl="5" indent="0" algn="r">
              <a:lnSpc>
                <a:spcPct val="100000"/>
              </a:lnSpc>
              <a:spcBef>
                <a:spcPts val="0"/>
              </a:spcBef>
              <a:spcAft>
                <a:spcPts val="0"/>
              </a:spcAft>
              <a:buClr>
                <a:srgbClr val="8E8E8E"/>
              </a:buClr>
              <a:buSzPts val="1200"/>
              <a:buFont typeface="Twentieth Century"/>
              <a:buNone/>
              <a:defRPr/>
            </a:lvl6pPr>
            <a:lvl7pPr marL="0" marR="0" lvl="6" indent="0" algn="r">
              <a:lnSpc>
                <a:spcPct val="100000"/>
              </a:lnSpc>
              <a:spcBef>
                <a:spcPts val="0"/>
              </a:spcBef>
              <a:spcAft>
                <a:spcPts val="0"/>
              </a:spcAft>
              <a:buClr>
                <a:srgbClr val="8E8E8E"/>
              </a:buClr>
              <a:buSzPts val="1200"/>
              <a:buFont typeface="Twentieth Century"/>
              <a:buNone/>
              <a:defRPr/>
            </a:lvl7pPr>
            <a:lvl8pPr marL="0" marR="0" lvl="7" indent="0" algn="r">
              <a:lnSpc>
                <a:spcPct val="100000"/>
              </a:lnSpc>
              <a:spcBef>
                <a:spcPts val="0"/>
              </a:spcBef>
              <a:spcAft>
                <a:spcPts val="0"/>
              </a:spcAft>
              <a:buClr>
                <a:srgbClr val="8E8E8E"/>
              </a:buClr>
              <a:buSzPts val="1200"/>
              <a:buFont typeface="Twentieth Century"/>
              <a:buNone/>
              <a:defRPr/>
            </a:lvl8pPr>
            <a:lvl9pPr marL="0" marR="0" lvl="8" indent="0" algn="r">
              <a:lnSpc>
                <a:spcPct val="100000"/>
              </a:lnSpc>
              <a:spcBef>
                <a:spcPts val="0"/>
              </a:spcBef>
              <a:spcAft>
                <a:spcPts val="0"/>
              </a:spcAft>
              <a:buClr>
                <a:srgbClr val="8E8E8E"/>
              </a:buClr>
              <a:buSzPts val="1200"/>
              <a:buFont typeface="Twentieth Century"/>
              <a:buNone/>
              <a:defRPr/>
            </a:lvl9pPr>
          </a:lstStyle>
          <a:p>
            <a:pPr marL="0" lvl="0" indent="0" algn="r" rtl="0">
              <a:spcBef>
                <a:spcPts val="0"/>
              </a:spcBef>
              <a:spcAft>
                <a:spcPts val="0"/>
              </a:spcAft>
              <a:buNone/>
            </a:pPr>
            <a:endParaRPr/>
          </a:p>
        </p:txBody>
      </p:sp>
      <p:sp>
        <p:nvSpPr>
          <p:cNvPr id="197" name="Google Shape;197;p41"/>
          <p:cNvSpPr txBox="1">
            <a:spLocks noGrp="1"/>
          </p:cNvSpPr>
          <p:nvPr>
            <p:ph type="title"/>
          </p:nvPr>
        </p:nvSpPr>
        <p:spPr>
          <a:xfrm>
            <a:off x="838200" y="886120"/>
            <a:ext cx="8513190" cy="73858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8"/>
        <p:cNvGrpSpPr/>
        <p:nvPr/>
      </p:nvGrpSpPr>
      <p:grpSpPr>
        <a:xfrm>
          <a:off x="0" y="0"/>
          <a:ext cx="0" cy="0"/>
          <a:chOff x="0" y="0"/>
          <a:chExt cx="0" cy="0"/>
        </a:xfrm>
      </p:grpSpPr>
      <p:sp>
        <p:nvSpPr>
          <p:cNvPr id="199" name="Google Shape;199;p42"/>
          <p:cNvSpPr txBox="1">
            <a:spLocks noGrp="1"/>
          </p:cNvSpPr>
          <p:nvPr>
            <p:ph type="title"/>
          </p:nvPr>
        </p:nvSpPr>
        <p:spPr>
          <a:xfrm>
            <a:off x="838200" y="960120"/>
            <a:ext cx="10515600" cy="1931670"/>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0" name="Google Shape;200;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a:lvl1pPr>
            <a:lvl2pPr marL="0" marR="0" lvl="1" indent="0" algn="r">
              <a:lnSpc>
                <a:spcPct val="100000"/>
              </a:lnSpc>
              <a:spcBef>
                <a:spcPts val="0"/>
              </a:spcBef>
              <a:spcAft>
                <a:spcPts val="0"/>
              </a:spcAft>
              <a:buClr>
                <a:srgbClr val="8E8E8E"/>
              </a:buClr>
              <a:buSzPts val="1200"/>
              <a:buFont typeface="Twentieth Century"/>
              <a:buNone/>
              <a:defRPr/>
            </a:lvl2pPr>
            <a:lvl3pPr marL="0" marR="0" lvl="2" indent="0" algn="r">
              <a:lnSpc>
                <a:spcPct val="100000"/>
              </a:lnSpc>
              <a:spcBef>
                <a:spcPts val="0"/>
              </a:spcBef>
              <a:spcAft>
                <a:spcPts val="0"/>
              </a:spcAft>
              <a:buClr>
                <a:srgbClr val="8E8E8E"/>
              </a:buClr>
              <a:buSzPts val="1200"/>
              <a:buFont typeface="Twentieth Century"/>
              <a:buNone/>
              <a:defRPr/>
            </a:lvl3pPr>
            <a:lvl4pPr marL="0" marR="0" lvl="3" indent="0" algn="r">
              <a:lnSpc>
                <a:spcPct val="100000"/>
              </a:lnSpc>
              <a:spcBef>
                <a:spcPts val="0"/>
              </a:spcBef>
              <a:spcAft>
                <a:spcPts val="0"/>
              </a:spcAft>
              <a:buClr>
                <a:srgbClr val="8E8E8E"/>
              </a:buClr>
              <a:buSzPts val="1200"/>
              <a:buFont typeface="Twentieth Century"/>
              <a:buNone/>
              <a:defRPr/>
            </a:lvl4pPr>
            <a:lvl5pPr marL="0" marR="0" lvl="4" indent="0" algn="r">
              <a:lnSpc>
                <a:spcPct val="100000"/>
              </a:lnSpc>
              <a:spcBef>
                <a:spcPts val="0"/>
              </a:spcBef>
              <a:spcAft>
                <a:spcPts val="0"/>
              </a:spcAft>
              <a:buClr>
                <a:srgbClr val="8E8E8E"/>
              </a:buClr>
              <a:buSzPts val="1200"/>
              <a:buFont typeface="Twentieth Century"/>
              <a:buNone/>
              <a:defRPr/>
            </a:lvl5pPr>
            <a:lvl6pPr marL="0" marR="0" lvl="5" indent="0" algn="r">
              <a:lnSpc>
                <a:spcPct val="100000"/>
              </a:lnSpc>
              <a:spcBef>
                <a:spcPts val="0"/>
              </a:spcBef>
              <a:spcAft>
                <a:spcPts val="0"/>
              </a:spcAft>
              <a:buClr>
                <a:srgbClr val="8E8E8E"/>
              </a:buClr>
              <a:buSzPts val="1200"/>
              <a:buFont typeface="Twentieth Century"/>
              <a:buNone/>
              <a:defRPr/>
            </a:lvl6pPr>
            <a:lvl7pPr marL="0" marR="0" lvl="6" indent="0" algn="r">
              <a:lnSpc>
                <a:spcPct val="100000"/>
              </a:lnSpc>
              <a:spcBef>
                <a:spcPts val="0"/>
              </a:spcBef>
              <a:spcAft>
                <a:spcPts val="0"/>
              </a:spcAft>
              <a:buClr>
                <a:srgbClr val="8E8E8E"/>
              </a:buClr>
              <a:buSzPts val="1200"/>
              <a:buFont typeface="Twentieth Century"/>
              <a:buNone/>
              <a:defRPr/>
            </a:lvl7pPr>
            <a:lvl8pPr marL="0" marR="0" lvl="7" indent="0" algn="r">
              <a:lnSpc>
                <a:spcPct val="100000"/>
              </a:lnSpc>
              <a:spcBef>
                <a:spcPts val="0"/>
              </a:spcBef>
              <a:spcAft>
                <a:spcPts val="0"/>
              </a:spcAft>
              <a:buClr>
                <a:srgbClr val="8E8E8E"/>
              </a:buClr>
              <a:buSzPts val="1200"/>
              <a:buFont typeface="Twentieth Century"/>
              <a:buNone/>
              <a:defRPr/>
            </a:lvl8pPr>
            <a:lvl9pPr marL="0" marR="0" lvl="8" indent="0" algn="r">
              <a:lnSpc>
                <a:spcPct val="100000"/>
              </a:lnSpc>
              <a:spcBef>
                <a:spcPts val="0"/>
              </a:spcBef>
              <a:spcAft>
                <a:spcPts val="0"/>
              </a:spcAft>
              <a:buClr>
                <a:srgbClr val="8E8E8E"/>
              </a:buClr>
              <a:buSzPts val="1200"/>
              <a:buFont typeface="Twentieth Century"/>
              <a:buNone/>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201"/>
        <p:cNvGrpSpPr/>
        <p:nvPr/>
      </p:nvGrpSpPr>
      <p:grpSpPr>
        <a:xfrm>
          <a:off x="0" y="0"/>
          <a:ext cx="0" cy="0"/>
          <a:chOff x="0" y="0"/>
          <a:chExt cx="0" cy="0"/>
        </a:xfrm>
      </p:grpSpPr>
      <p:sp>
        <p:nvSpPr>
          <p:cNvPr id="202" name="Google Shape;202;p43"/>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031629"/>
              </a:buClr>
              <a:buSzPts val="2200"/>
              <a:buAutoNum type="arabicPeriod"/>
              <a:defRPr>
                <a:solidFill>
                  <a:srgbClr val="031629"/>
                </a:solidFill>
              </a:defRPr>
            </a:lvl1pPr>
            <a:lvl2pPr marL="914400" lvl="1" indent="-368300" algn="just">
              <a:lnSpc>
                <a:spcPct val="90000"/>
              </a:lnSpc>
              <a:spcBef>
                <a:spcPts val="500"/>
              </a:spcBef>
              <a:spcAft>
                <a:spcPts val="0"/>
              </a:spcAft>
              <a:buClr>
                <a:srgbClr val="031629"/>
              </a:buClr>
              <a:buSzPts val="2200"/>
              <a:buAutoNum type="alphaLcPeriod"/>
              <a:defRPr>
                <a:solidFill>
                  <a:srgbClr val="031629"/>
                </a:solidFill>
              </a:defRPr>
            </a:lvl2pPr>
            <a:lvl3pPr marL="1371600" lvl="2" indent="-368300" algn="just">
              <a:lnSpc>
                <a:spcPct val="90000"/>
              </a:lnSpc>
              <a:spcBef>
                <a:spcPts val="500"/>
              </a:spcBef>
              <a:spcAft>
                <a:spcPts val="0"/>
              </a:spcAft>
              <a:buClr>
                <a:srgbClr val="031629"/>
              </a:buClr>
              <a:buSzPts val="2200"/>
              <a:buChar char="•"/>
              <a:defRPr>
                <a:solidFill>
                  <a:srgbClr val="031629"/>
                </a:solidFill>
              </a:defRPr>
            </a:lvl3pPr>
            <a:lvl4pPr marL="1828800" lvl="3" indent="-368300" algn="just">
              <a:lnSpc>
                <a:spcPct val="90000"/>
              </a:lnSpc>
              <a:spcBef>
                <a:spcPts val="500"/>
              </a:spcBef>
              <a:spcAft>
                <a:spcPts val="0"/>
              </a:spcAft>
              <a:buClr>
                <a:srgbClr val="031629"/>
              </a:buClr>
              <a:buSzPts val="2200"/>
              <a:buChar char="•"/>
              <a:defRPr>
                <a:solidFill>
                  <a:srgbClr val="031629"/>
                </a:solidFill>
              </a:defRPr>
            </a:lvl4pPr>
            <a:lvl5pPr marL="2286000" lvl="4" indent="-368300" algn="just">
              <a:lnSpc>
                <a:spcPct val="90000"/>
              </a:lnSpc>
              <a:spcBef>
                <a:spcPts val="500"/>
              </a:spcBef>
              <a:spcAft>
                <a:spcPts val="0"/>
              </a:spcAft>
              <a:buClr>
                <a:srgbClr val="031629"/>
              </a:buClr>
              <a:buSzPts val="2200"/>
              <a:buChar char="•"/>
              <a:defRPr>
                <a:solidFill>
                  <a:srgbClr val="031629"/>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3" name="Google Shape;203;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204" name="Google Shape;204;p43"/>
          <p:cNvSpPr txBox="1">
            <a:spLocks noGrp="1"/>
          </p:cNvSpPr>
          <p:nvPr>
            <p:ph type="title"/>
          </p:nvPr>
        </p:nvSpPr>
        <p:spPr>
          <a:xfrm>
            <a:off x="838200" y="886120"/>
            <a:ext cx="8513190" cy="73858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2">
  <p:cSld name="Picture with Caption 2">
    <p:spTree>
      <p:nvGrpSpPr>
        <p:cNvPr id="1" name="Shape 205"/>
        <p:cNvGrpSpPr/>
        <p:nvPr/>
      </p:nvGrpSpPr>
      <p:grpSpPr>
        <a:xfrm>
          <a:off x="0" y="0"/>
          <a:ext cx="0" cy="0"/>
          <a:chOff x="0" y="0"/>
          <a:chExt cx="0" cy="0"/>
        </a:xfrm>
      </p:grpSpPr>
      <p:sp>
        <p:nvSpPr>
          <p:cNvPr id="206" name="Google Shape;206;p44"/>
          <p:cNvSpPr/>
          <p:nvPr/>
        </p:nvSpPr>
        <p:spPr>
          <a:xfrm>
            <a:off x="0" y="0"/>
            <a:ext cx="4873658" cy="685800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07" name="Google Shape;207;p44"/>
          <p:cNvSpPr/>
          <p:nvPr/>
        </p:nvSpPr>
        <p:spPr>
          <a:xfrm>
            <a:off x="1350627" y="973603"/>
            <a:ext cx="3777556" cy="264121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08" name="Google Shape;208;p44"/>
          <p:cNvSpPr>
            <a:spLocks noGrp="1"/>
          </p:cNvSpPr>
          <p:nvPr>
            <p:ph type="pic" idx="2"/>
          </p:nvPr>
        </p:nvSpPr>
        <p:spPr>
          <a:xfrm>
            <a:off x="1414021" y="1025025"/>
            <a:ext cx="3640619" cy="2518160"/>
          </a:xfrm>
          <a:prstGeom prst="rect">
            <a:avLst/>
          </a:prstGeom>
          <a:noFill/>
          <a:ln>
            <a:noFill/>
          </a:ln>
        </p:spPr>
      </p:sp>
      <p:sp>
        <p:nvSpPr>
          <p:cNvPr id="209" name="Google Shape;209;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210" name="Google Shape;210;p44"/>
          <p:cNvSpPr txBox="1">
            <a:spLocks noGrp="1"/>
          </p:cNvSpPr>
          <p:nvPr>
            <p:ph type="title"/>
          </p:nvPr>
        </p:nvSpPr>
        <p:spPr>
          <a:xfrm>
            <a:off x="5817139" y="973603"/>
            <a:ext cx="3571959" cy="1218156"/>
          </a:xfrm>
          <a:prstGeom prst="rect">
            <a:avLst/>
          </a:prstGeom>
          <a:noFill/>
          <a:ln>
            <a:noFill/>
          </a:ln>
        </p:spPr>
        <p:txBody>
          <a:bodyPr spcFirstLastPara="1" wrap="square" lIns="91425" tIns="45700" rIns="91425" bIns="45700" anchor="t" anchorCtr="0">
            <a:normAutofit/>
          </a:bodyPr>
          <a:lstStyle>
            <a:lvl1pPr lvl="0" algn="l">
              <a:lnSpc>
                <a:spcPct val="90000"/>
              </a:lnSpc>
              <a:spcBef>
                <a:spcPts val="0"/>
              </a:spcBef>
              <a:spcAft>
                <a:spcPts val="0"/>
              </a:spcAft>
              <a:buClr>
                <a:srgbClr val="0E60AC"/>
              </a:buClr>
              <a:buSzPts val="3200"/>
              <a:buFont typeface="Twentieth Century"/>
              <a:buNone/>
              <a:defRPr sz="3200">
                <a:solidFill>
                  <a:srgbClr val="0E60A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1" name="Google Shape;211;p44"/>
          <p:cNvSpPr txBox="1">
            <a:spLocks noGrp="1"/>
          </p:cNvSpPr>
          <p:nvPr>
            <p:ph type="body" idx="1"/>
          </p:nvPr>
        </p:nvSpPr>
        <p:spPr>
          <a:xfrm>
            <a:off x="5817139" y="2351465"/>
            <a:ext cx="4740881" cy="3804238"/>
          </a:xfrm>
          <a:prstGeom prst="rect">
            <a:avLst/>
          </a:prstGeom>
          <a:noFill/>
          <a:ln>
            <a:noFill/>
          </a:ln>
        </p:spPr>
        <p:txBody>
          <a:bodyPr spcFirstLastPara="1" wrap="square" lIns="91425" tIns="45700" rIns="91425" bIns="45700" anchor="t" anchorCtr="0">
            <a:normAutofit/>
          </a:bodyPr>
          <a:lstStyle>
            <a:lvl1pPr marL="457200" lvl="0" indent="-228600" algn="just">
              <a:lnSpc>
                <a:spcPct val="90000"/>
              </a:lnSpc>
              <a:spcBef>
                <a:spcPts val="1000"/>
              </a:spcBef>
              <a:spcAft>
                <a:spcPts val="0"/>
              </a:spcAft>
              <a:buClr>
                <a:srgbClr val="031629"/>
              </a:buClr>
              <a:buSzPts val="2000"/>
              <a:buNone/>
              <a:defRPr sz="2000">
                <a:solidFill>
                  <a:srgbClr val="031629"/>
                </a:solidFill>
              </a:defRPr>
            </a:lvl1pPr>
            <a:lvl2pPr marL="914400" lvl="1" indent="-228600" algn="just">
              <a:lnSpc>
                <a:spcPct val="90000"/>
              </a:lnSpc>
              <a:spcBef>
                <a:spcPts val="500"/>
              </a:spcBef>
              <a:spcAft>
                <a:spcPts val="0"/>
              </a:spcAft>
              <a:buClr>
                <a:srgbClr val="031629"/>
              </a:buClr>
              <a:buSzPts val="1400"/>
              <a:buNone/>
              <a:defRPr sz="1400"/>
            </a:lvl2pPr>
            <a:lvl3pPr marL="1371600" lvl="2" indent="-228600" algn="just">
              <a:lnSpc>
                <a:spcPct val="90000"/>
              </a:lnSpc>
              <a:spcBef>
                <a:spcPts val="500"/>
              </a:spcBef>
              <a:spcAft>
                <a:spcPts val="0"/>
              </a:spcAft>
              <a:buClr>
                <a:srgbClr val="031629"/>
              </a:buClr>
              <a:buSzPts val="1200"/>
              <a:buNone/>
              <a:defRPr sz="1200"/>
            </a:lvl3pPr>
            <a:lvl4pPr marL="1828800" lvl="3" indent="-228600" algn="just">
              <a:lnSpc>
                <a:spcPct val="90000"/>
              </a:lnSpc>
              <a:spcBef>
                <a:spcPts val="500"/>
              </a:spcBef>
              <a:spcAft>
                <a:spcPts val="0"/>
              </a:spcAft>
              <a:buClr>
                <a:srgbClr val="031629"/>
              </a:buClr>
              <a:buSzPts val="1000"/>
              <a:buNone/>
              <a:defRPr sz="1000"/>
            </a:lvl4pPr>
            <a:lvl5pPr marL="2286000" lvl="4" indent="-228600" algn="just">
              <a:lnSpc>
                <a:spcPct val="90000"/>
              </a:lnSpc>
              <a:spcBef>
                <a:spcPts val="500"/>
              </a:spcBef>
              <a:spcAft>
                <a:spcPts val="0"/>
              </a:spcAft>
              <a:buClr>
                <a:srgbClr val="031629"/>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12" name="Google Shape;212;p44"/>
          <p:cNvSpPr/>
          <p:nvPr/>
        </p:nvSpPr>
        <p:spPr>
          <a:xfrm>
            <a:off x="1350627" y="3762265"/>
            <a:ext cx="3777556" cy="2641219"/>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13" name="Google Shape;213;p44"/>
          <p:cNvSpPr>
            <a:spLocks noGrp="1"/>
          </p:cNvSpPr>
          <p:nvPr>
            <p:ph type="pic" idx="3"/>
          </p:nvPr>
        </p:nvSpPr>
        <p:spPr>
          <a:xfrm>
            <a:off x="1414021" y="3813687"/>
            <a:ext cx="3640619" cy="2518160"/>
          </a:xfrm>
          <a:prstGeom prst="rect">
            <a:avLst/>
          </a:prstGeom>
          <a:noFill/>
          <a:ln>
            <a:noFill/>
          </a:ln>
        </p:spPr>
      </p:sp>
      <p:grpSp>
        <p:nvGrpSpPr>
          <p:cNvPr id="214" name="Google Shape;214;p44"/>
          <p:cNvGrpSpPr/>
          <p:nvPr/>
        </p:nvGrpSpPr>
        <p:grpSpPr>
          <a:xfrm>
            <a:off x="98180" y="96425"/>
            <a:ext cx="1971606" cy="729735"/>
            <a:chOff x="648649" y="653143"/>
            <a:chExt cx="2138362" cy="791455"/>
          </a:xfrm>
        </p:grpSpPr>
        <p:sp>
          <p:nvSpPr>
            <p:cNvPr id="215" name="Google Shape;215;p44"/>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pic>
          <p:nvPicPr>
            <p:cNvPr id="216" name="Google Shape;216;p44"/>
            <p:cNvPicPr preferRelativeResize="0"/>
            <p:nvPr/>
          </p:nvPicPr>
          <p:blipFill rotWithShape="1">
            <a:blip r:embed="rId2">
              <a:alphaModFix/>
            </a:blip>
            <a:srcRect t="16017" b="18101"/>
            <a:stretch/>
          </p:blipFill>
          <p:spPr>
            <a:xfrm>
              <a:off x="702844" y="653143"/>
              <a:ext cx="2029972" cy="753035"/>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lide Uraian Materi">
  <p:cSld name="Slide Uraian Materi">
    <p:spTree>
      <p:nvGrpSpPr>
        <p:cNvPr id="1" name="Shape 217"/>
        <p:cNvGrpSpPr/>
        <p:nvPr/>
      </p:nvGrpSpPr>
      <p:grpSpPr>
        <a:xfrm>
          <a:off x="0" y="0"/>
          <a:ext cx="0" cy="0"/>
          <a:chOff x="0" y="0"/>
          <a:chExt cx="0" cy="0"/>
        </a:xfrm>
      </p:grpSpPr>
      <p:sp>
        <p:nvSpPr>
          <p:cNvPr id="218" name="Google Shape;218;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a:lvl1pPr>
            <a:lvl2pPr marL="0" marR="0" lvl="1" indent="0" algn="r">
              <a:lnSpc>
                <a:spcPct val="100000"/>
              </a:lnSpc>
              <a:spcBef>
                <a:spcPts val="0"/>
              </a:spcBef>
              <a:spcAft>
                <a:spcPts val="0"/>
              </a:spcAft>
              <a:buClr>
                <a:srgbClr val="8E8E8E"/>
              </a:buClr>
              <a:buSzPts val="1200"/>
              <a:buFont typeface="Twentieth Century"/>
              <a:buNone/>
              <a:defRPr/>
            </a:lvl2pPr>
            <a:lvl3pPr marL="0" marR="0" lvl="2" indent="0" algn="r">
              <a:lnSpc>
                <a:spcPct val="100000"/>
              </a:lnSpc>
              <a:spcBef>
                <a:spcPts val="0"/>
              </a:spcBef>
              <a:spcAft>
                <a:spcPts val="0"/>
              </a:spcAft>
              <a:buClr>
                <a:srgbClr val="8E8E8E"/>
              </a:buClr>
              <a:buSzPts val="1200"/>
              <a:buFont typeface="Twentieth Century"/>
              <a:buNone/>
              <a:defRPr/>
            </a:lvl3pPr>
            <a:lvl4pPr marL="0" marR="0" lvl="3" indent="0" algn="r">
              <a:lnSpc>
                <a:spcPct val="100000"/>
              </a:lnSpc>
              <a:spcBef>
                <a:spcPts val="0"/>
              </a:spcBef>
              <a:spcAft>
                <a:spcPts val="0"/>
              </a:spcAft>
              <a:buClr>
                <a:srgbClr val="8E8E8E"/>
              </a:buClr>
              <a:buSzPts val="1200"/>
              <a:buFont typeface="Twentieth Century"/>
              <a:buNone/>
              <a:defRPr/>
            </a:lvl4pPr>
            <a:lvl5pPr marL="0" marR="0" lvl="4" indent="0" algn="r">
              <a:lnSpc>
                <a:spcPct val="100000"/>
              </a:lnSpc>
              <a:spcBef>
                <a:spcPts val="0"/>
              </a:spcBef>
              <a:spcAft>
                <a:spcPts val="0"/>
              </a:spcAft>
              <a:buClr>
                <a:srgbClr val="8E8E8E"/>
              </a:buClr>
              <a:buSzPts val="1200"/>
              <a:buFont typeface="Twentieth Century"/>
              <a:buNone/>
              <a:defRPr/>
            </a:lvl5pPr>
            <a:lvl6pPr marL="0" marR="0" lvl="5" indent="0" algn="r">
              <a:lnSpc>
                <a:spcPct val="100000"/>
              </a:lnSpc>
              <a:spcBef>
                <a:spcPts val="0"/>
              </a:spcBef>
              <a:spcAft>
                <a:spcPts val="0"/>
              </a:spcAft>
              <a:buClr>
                <a:srgbClr val="8E8E8E"/>
              </a:buClr>
              <a:buSzPts val="1200"/>
              <a:buFont typeface="Twentieth Century"/>
              <a:buNone/>
              <a:defRPr/>
            </a:lvl6pPr>
            <a:lvl7pPr marL="0" marR="0" lvl="6" indent="0" algn="r">
              <a:lnSpc>
                <a:spcPct val="100000"/>
              </a:lnSpc>
              <a:spcBef>
                <a:spcPts val="0"/>
              </a:spcBef>
              <a:spcAft>
                <a:spcPts val="0"/>
              </a:spcAft>
              <a:buClr>
                <a:srgbClr val="8E8E8E"/>
              </a:buClr>
              <a:buSzPts val="1200"/>
              <a:buFont typeface="Twentieth Century"/>
              <a:buNone/>
              <a:defRPr/>
            </a:lvl7pPr>
            <a:lvl8pPr marL="0" marR="0" lvl="7" indent="0" algn="r">
              <a:lnSpc>
                <a:spcPct val="100000"/>
              </a:lnSpc>
              <a:spcBef>
                <a:spcPts val="0"/>
              </a:spcBef>
              <a:spcAft>
                <a:spcPts val="0"/>
              </a:spcAft>
              <a:buClr>
                <a:srgbClr val="8E8E8E"/>
              </a:buClr>
              <a:buSzPts val="1200"/>
              <a:buFont typeface="Twentieth Century"/>
              <a:buNone/>
              <a:defRPr/>
            </a:lvl8pPr>
            <a:lvl9pPr marL="0" marR="0" lvl="8" indent="0" algn="r">
              <a:lnSpc>
                <a:spcPct val="100000"/>
              </a:lnSpc>
              <a:spcBef>
                <a:spcPts val="0"/>
              </a:spcBef>
              <a:spcAft>
                <a:spcPts val="0"/>
              </a:spcAft>
              <a:buClr>
                <a:srgbClr val="8E8E8E"/>
              </a:buClr>
              <a:buSzPts val="1200"/>
              <a:buFont typeface="Twentieth Century"/>
              <a:buNone/>
              <a:defRPr/>
            </a:lvl9pPr>
          </a:lstStyle>
          <a:p>
            <a:pPr marL="0" lvl="0" indent="0" algn="r" rtl="0">
              <a:spcBef>
                <a:spcPts val="0"/>
              </a:spcBef>
              <a:spcAft>
                <a:spcPts val="0"/>
              </a:spcAft>
              <a:buNone/>
            </a:pPr>
            <a:endParaRPr/>
          </a:p>
        </p:txBody>
      </p:sp>
      <p:sp>
        <p:nvSpPr>
          <p:cNvPr id="219" name="Google Shape;219;p45"/>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031629"/>
              </a:buClr>
              <a:buSzPts val="2200"/>
              <a:buAutoNum type="arabicPeriod"/>
              <a:defRPr>
                <a:solidFill>
                  <a:srgbClr val="031629"/>
                </a:solidFill>
              </a:defRPr>
            </a:lvl1pPr>
            <a:lvl2pPr marL="914400" lvl="1" indent="-368300" algn="just">
              <a:lnSpc>
                <a:spcPct val="90000"/>
              </a:lnSpc>
              <a:spcBef>
                <a:spcPts val="500"/>
              </a:spcBef>
              <a:spcAft>
                <a:spcPts val="0"/>
              </a:spcAft>
              <a:buClr>
                <a:srgbClr val="031629"/>
              </a:buClr>
              <a:buSzPts val="2200"/>
              <a:buAutoNum type="alphaLcPeriod"/>
              <a:defRPr>
                <a:solidFill>
                  <a:srgbClr val="031629"/>
                </a:solidFill>
              </a:defRPr>
            </a:lvl2pPr>
            <a:lvl3pPr marL="1371600" lvl="2" indent="-368300" algn="just">
              <a:lnSpc>
                <a:spcPct val="90000"/>
              </a:lnSpc>
              <a:spcBef>
                <a:spcPts val="500"/>
              </a:spcBef>
              <a:spcAft>
                <a:spcPts val="0"/>
              </a:spcAft>
              <a:buClr>
                <a:srgbClr val="031629"/>
              </a:buClr>
              <a:buSzPts val="2200"/>
              <a:buChar char="•"/>
              <a:defRPr>
                <a:solidFill>
                  <a:srgbClr val="031629"/>
                </a:solidFill>
              </a:defRPr>
            </a:lvl3pPr>
            <a:lvl4pPr marL="1828800" lvl="3" indent="-368300" algn="just">
              <a:lnSpc>
                <a:spcPct val="90000"/>
              </a:lnSpc>
              <a:spcBef>
                <a:spcPts val="500"/>
              </a:spcBef>
              <a:spcAft>
                <a:spcPts val="0"/>
              </a:spcAft>
              <a:buClr>
                <a:srgbClr val="031629"/>
              </a:buClr>
              <a:buSzPts val="2200"/>
              <a:buChar char="•"/>
              <a:defRPr>
                <a:solidFill>
                  <a:srgbClr val="031629"/>
                </a:solidFill>
              </a:defRPr>
            </a:lvl4pPr>
            <a:lvl5pPr marL="2286000" lvl="4" indent="-368300" algn="just">
              <a:lnSpc>
                <a:spcPct val="90000"/>
              </a:lnSpc>
              <a:spcBef>
                <a:spcPts val="500"/>
              </a:spcBef>
              <a:spcAft>
                <a:spcPts val="0"/>
              </a:spcAft>
              <a:buClr>
                <a:srgbClr val="031629"/>
              </a:buClr>
              <a:buSzPts val="2200"/>
              <a:buChar char="•"/>
              <a:defRPr>
                <a:solidFill>
                  <a:srgbClr val="031629"/>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0" name="Google Shape;220;p45"/>
          <p:cNvSpPr txBox="1">
            <a:spLocks noGrp="1"/>
          </p:cNvSpPr>
          <p:nvPr>
            <p:ph type="title"/>
          </p:nvPr>
        </p:nvSpPr>
        <p:spPr>
          <a:xfrm>
            <a:off x="838200" y="886120"/>
            <a:ext cx="8513190" cy="73858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3">
  <p:cSld name="Picture with Caption 3">
    <p:spTree>
      <p:nvGrpSpPr>
        <p:cNvPr id="1" name="Shape 221"/>
        <p:cNvGrpSpPr/>
        <p:nvPr/>
      </p:nvGrpSpPr>
      <p:grpSpPr>
        <a:xfrm>
          <a:off x="0" y="0"/>
          <a:ext cx="0" cy="0"/>
          <a:chOff x="0" y="0"/>
          <a:chExt cx="0" cy="0"/>
        </a:xfrm>
      </p:grpSpPr>
      <p:sp>
        <p:nvSpPr>
          <p:cNvPr id="222" name="Google Shape;222;p46"/>
          <p:cNvSpPr>
            <a:spLocks noGrp="1"/>
          </p:cNvSpPr>
          <p:nvPr>
            <p:ph type="pic" idx="2"/>
          </p:nvPr>
        </p:nvSpPr>
        <p:spPr>
          <a:xfrm>
            <a:off x="770701" y="1762813"/>
            <a:ext cx="3356431" cy="3143468"/>
          </a:xfrm>
          <a:prstGeom prst="rect">
            <a:avLst/>
          </a:prstGeom>
          <a:noFill/>
          <a:ln>
            <a:noFill/>
          </a:ln>
        </p:spPr>
      </p:sp>
      <p:sp>
        <p:nvSpPr>
          <p:cNvPr id="223" name="Google Shape;223;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
        <p:nvSpPr>
          <p:cNvPr id="224" name="Google Shape;224;p46"/>
          <p:cNvSpPr>
            <a:spLocks noGrp="1"/>
          </p:cNvSpPr>
          <p:nvPr>
            <p:ph type="pic" idx="3"/>
          </p:nvPr>
        </p:nvSpPr>
        <p:spPr>
          <a:xfrm>
            <a:off x="4518071" y="1762813"/>
            <a:ext cx="3356431" cy="3143468"/>
          </a:xfrm>
          <a:prstGeom prst="rect">
            <a:avLst/>
          </a:prstGeom>
          <a:noFill/>
          <a:ln>
            <a:noFill/>
          </a:ln>
        </p:spPr>
      </p:sp>
      <p:sp>
        <p:nvSpPr>
          <p:cNvPr id="225" name="Google Shape;225;p46"/>
          <p:cNvSpPr>
            <a:spLocks noGrp="1"/>
          </p:cNvSpPr>
          <p:nvPr>
            <p:ph type="pic" idx="4"/>
          </p:nvPr>
        </p:nvSpPr>
        <p:spPr>
          <a:xfrm>
            <a:off x="8265441" y="1762813"/>
            <a:ext cx="3356431" cy="3143468"/>
          </a:xfrm>
          <a:prstGeom prst="rect">
            <a:avLst/>
          </a:prstGeom>
          <a:noFill/>
          <a:ln>
            <a:noFill/>
          </a:ln>
        </p:spPr>
      </p:sp>
      <p:sp>
        <p:nvSpPr>
          <p:cNvPr id="226" name="Google Shape;226;p46"/>
          <p:cNvSpPr txBox="1">
            <a:spLocks noGrp="1"/>
          </p:cNvSpPr>
          <p:nvPr>
            <p:ph type="body" idx="1"/>
          </p:nvPr>
        </p:nvSpPr>
        <p:spPr>
          <a:xfrm>
            <a:off x="770700" y="5090408"/>
            <a:ext cx="3356432" cy="104644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031629"/>
              </a:buClr>
              <a:buSzPts val="2000"/>
              <a:buNone/>
              <a:defRPr sz="2000" b="0">
                <a:solidFill>
                  <a:srgbClr val="031629"/>
                </a:solidFill>
              </a:defRPr>
            </a:lvl1pPr>
            <a:lvl2pPr marL="914400" lvl="1" indent="-342900" algn="just">
              <a:lnSpc>
                <a:spcPct val="90000"/>
              </a:lnSpc>
              <a:spcBef>
                <a:spcPts val="500"/>
              </a:spcBef>
              <a:spcAft>
                <a:spcPts val="0"/>
              </a:spcAft>
              <a:buClr>
                <a:srgbClr val="031629"/>
              </a:buClr>
              <a:buSzPts val="1800"/>
              <a:buAutoNum type="alphaLcPeriod"/>
              <a:defRPr/>
            </a:lvl2pPr>
            <a:lvl3pPr marL="1371600" lvl="2" indent="-342900" algn="just">
              <a:lnSpc>
                <a:spcPct val="90000"/>
              </a:lnSpc>
              <a:spcBef>
                <a:spcPts val="500"/>
              </a:spcBef>
              <a:spcAft>
                <a:spcPts val="0"/>
              </a:spcAft>
              <a:buClr>
                <a:srgbClr val="031629"/>
              </a:buClr>
              <a:buSzPts val="1800"/>
              <a:buChar char="•"/>
              <a:defRPr/>
            </a:lvl3pPr>
            <a:lvl4pPr marL="1828800" lvl="3" indent="-342900" algn="just">
              <a:lnSpc>
                <a:spcPct val="90000"/>
              </a:lnSpc>
              <a:spcBef>
                <a:spcPts val="500"/>
              </a:spcBef>
              <a:spcAft>
                <a:spcPts val="0"/>
              </a:spcAft>
              <a:buClr>
                <a:srgbClr val="031629"/>
              </a:buClr>
              <a:buSzPts val="1800"/>
              <a:buChar char="•"/>
              <a:defRPr/>
            </a:lvl4pPr>
            <a:lvl5pPr marL="2286000" lvl="4" indent="-342900" algn="just">
              <a:lnSpc>
                <a:spcPct val="90000"/>
              </a:lnSpc>
              <a:spcBef>
                <a:spcPts val="500"/>
              </a:spcBef>
              <a:spcAft>
                <a:spcPts val="0"/>
              </a:spcAft>
              <a:buClr>
                <a:srgbClr val="03162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7" name="Google Shape;227;p46"/>
          <p:cNvSpPr txBox="1">
            <a:spLocks noGrp="1"/>
          </p:cNvSpPr>
          <p:nvPr>
            <p:ph type="body" idx="5"/>
          </p:nvPr>
        </p:nvSpPr>
        <p:spPr>
          <a:xfrm>
            <a:off x="4518071" y="5090408"/>
            <a:ext cx="3356432" cy="104644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031629"/>
              </a:buClr>
              <a:buSzPts val="2000"/>
              <a:buNone/>
              <a:defRPr sz="2000" b="0">
                <a:solidFill>
                  <a:srgbClr val="031629"/>
                </a:solidFill>
              </a:defRPr>
            </a:lvl1pPr>
            <a:lvl2pPr marL="914400" lvl="1" indent="-342900" algn="just">
              <a:lnSpc>
                <a:spcPct val="90000"/>
              </a:lnSpc>
              <a:spcBef>
                <a:spcPts val="500"/>
              </a:spcBef>
              <a:spcAft>
                <a:spcPts val="0"/>
              </a:spcAft>
              <a:buClr>
                <a:srgbClr val="031629"/>
              </a:buClr>
              <a:buSzPts val="1800"/>
              <a:buAutoNum type="alphaLcPeriod"/>
              <a:defRPr/>
            </a:lvl2pPr>
            <a:lvl3pPr marL="1371600" lvl="2" indent="-342900" algn="just">
              <a:lnSpc>
                <a:spcPct val="90000"/>
              </a:lnSpc>
              <a:spcBef>
                <a:spcPts val="500"/>
              </a:spcBef>
              <a:spcAft>
                <a:spcPts val="0"/>
              </a:spcAft>
              <a:buClr>
                <a:srgbClr val="031629"/>
              </a:buClr>
              <a:buSzPts val="1800"/>
              <a:buChar char="•"/>
              <a:defRPr/>
            </a:lvl3pPr>
            <a:lvl4pPr marL="1828800" lvl="3" indent="-342900" algn="just">
              <a:lnSpc>
                <a:spcPct val="90000"/>
              </a:lnSpc>
              <a:spcBef>
                <a:spcPts val="500"/>
              </a:spcBef>
              <a:spcAft>
                <a:spcPts val="0"/>
              </a:spcAft>
              <a:buClr>
                <a:srgbClr val="031629"/>
              </a:buClr>
              <a:buSzPts val="1800"/>
              <a:buChar char="•"/>
              <a:defRPr/>
            </a:lvl4pPr>
            <a:lvl5pPr marL="2286000" lvl="4" indent="-342900" algn="just">
              <a:lnSpc>
                <a:spcPct val="90000"/>
              </a:lnSpc>
              <a:spcBef>
                <a:spcPts val="500"/>
              </a:spcBef>
              <a:spcAft>
                <a:spcPts val="0"/>
              </a:spcAft>
              <a:buClr>
                <a:srgbClr val="03162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8" name="Google Shape;228;p46"/>
          <p:cNvSpPr txBox="1">
            <a:spLocks noGrp="1"/>
          </p:cNvSpPr>
          <p:nvPr>
            <p:ph type="body" idx="6"/>
          </p:nvPr>
        </p:nvSpPr>
        <p:spPr>
          <a:xfrm>
            <a:off x="8265441" y="5090408"/>
            <a:ext cx="3356432" cy="104644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031629"/>
              </a:buClr>
              <a:buSzPts val="2000"/>
              <a:buNone/>
              <a:defRPr sz="2000" b="0">
                <a:solidFill>
                  <a:srgbClr val="031629"/>
                </a:solidFill>
              </a:defRPr>
            </a:lvl1pPr>
            <a:lvl2pPr marL="914400" lvl="1" indent="-342900" algn="just">
              <a:lnSpc>
                <a:spcPct val="90000"/>
              </a:lnSpc>
              <a:spcBef>
                <a:spcPts val="500"/>
              </a:spcBef>
              <a:spcAft>
                <a:spcPts val="0"/>
              </a:spcAft>
              <a:buClr>
                <a:srgbClr val="031629"/>
              </a:buClr>
              <a:buSzPts val="1800"/>
              <a:buAutoNum type="alphaLcPeriod"/>
              <a:defRPr/>
            </a:lvl2pPr>
            <a:lvl3pPr marL="1371600" lvl="2" indent="-342900" algn="just">
              <a:lnSpc>
                <a:spcPct val="90000"/>
              </a:lnSpc>
              <a:spcBef>
                <a:spcPts val="500"/>
              </a:spcBef>
              <a:spcAft>
                <a:spcPts val="0"/>
              </a:spcAft>
              <a:buClr>
                <a:srgbClr val="031629"/>
              </a:buClr>
              <a:buSzPts val="1800"/>
              <a:buChar char="•"/>
              <a:defRPr/>
            </a:lvl3pPr>
            <a:lvl4pPr marL="1828800" lvl="3" indent="-342900" algn="just">
              <a:lnSpc>
                <a:spcPct val="90000"/>
              </a:lnSpc>
              <a:spcBef>
                <a:spcPts val="500"/>
              </a:spcBef>
              <a:spcAft>
                <a:spcPts val="0"/>
              </a:spcAft>
              <a:buClr>
                <a:srgbClr val="031629"/>
              </a:buClr>
              <a:buSzPts val="1800"/>
              <a:buChar char="•"/>
              <a:defRPr/>
            </a:lvl4pPr>
            <a:lvl5pPr marL="2286000" lvl="4" indent="-342900" algn="just">
              <a:lnSpc>
                <a:spcPct val="90000"/>
              </a:lnSpc>
              <a:spcBef>
                <a:spcPts val="500"/>
              </a:spcBef>
              <a:spcAft>
                <a:spcPts val="0"/>
              </a:spcAft>
              <a:buClr>
                <a:srgbClr val="031629"/>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9" name="Google Shape;229;p46"/>
          <p:cNvSpPr txBox="1">
            <a:spLocks noGrp="1"/>
          </p:cNvSpPr>
          <p:nvPr>
            <p:ph type="title"/>
          </p:nvPr>
        </p:nvSpPr>
        <p:spPr>
          <a:xfrm>
            <a:off x="770700" y="886120"/>
            <a:ext cx="8580690" cy="73858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0E60A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Insert Video">
  <p:cSld name="Insert Video">
    <p:spTree>
      <p:nvGrpSpPr>
        <p:cNvPr id="1" name="Shape 230"/>
        <p:cNvGrpSpPr/>
        <p:nvPr/>
      </p:nvGrpSpPr>
      <p:grpSpPr>
        <a:xfrm>
          <a:off x="0" y="0"/>
          <a:ext cx="0" cy="0"/>
          <a:chOff x="0" y="0"/>
          <a:chExt cx="0" cy="0"/>
        </a:xfrm>
      </p:grpSpPr>
      <p:sp>
        <p:nvSpPr>
          <p:cNvPr id="231" name="Google Shape;231;p47"/>
          <p:cNvSpPr txBox="1">
            <a:spLocks noGrp="1"/>
          </p:cNvSpPr>
          <p:nvPr>
            <p:ph type="title"/>
          </p:nvPr>
        </p:nvSpPr>
        <p:spPr>
          <a:xfrm>
            <a:off x="2224726" y="404617"/>
            <a:ext cx="7117238" cy="701457"/>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rgbClr val="0E60AC"/>
              </a:buClr>
              <a:buSzPts val="3200"/>
              <a:buFont typeface="Twentieth Centur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2" name="Google Shape;232;p47"/>
          <p:cNvSpPr>
            <a:spLocks noGrp="1"/>
          </p:cNvSpPr>
          <p:nvPr>
            <p:ph type="media" idx="2"/>
          </p:nvPr>
        </p:nvSpPr>
        <p:spPr>
          <a:xfrm>
            <a:off x="1576887" y="1319017"/>
            <a:ext cx="9184670" cy="5166377"/>
          </a:xfrm>
          <a:prstGeom prst="rect">
            <a:avLst/>
          </a:prstGeom>
          <a:noFill/>
          <a:ln>
            <a:noFill/>
          </a:ln>
        </p:spPr>
        <p:txBody>
          <a:bodyPr spcFirstLastPara="1" wrap="square" lIns="91425" tIns="45700" rIns="91425" bIns="45700" anchor="t" anchorCtr="0">
            <a:normAutofit/>
          </a:bodyPr>
          <a:lstStyle>
            <a:lvl1pPr marR="0" lvl="0" algn="just" rtl="0">
              <a:lnSpc>
                <a:spcPct val="90000"/>
              </a:lnSpc>
              <a:spcBef>
                <a:spcPts val="1000"/>
              </a:spcBef>
              <a:spcAft>
                <a:spcPts val="0"/>
              </a:spcAft>
              <a:buClr>
                <a:srgbClr val="031629"/>
              </a:buClr>
              <a:buSzPts val="2200"/>
              <a:buFont typeface="Twentieth Century"/>
              <a:buNone/>
              <a:defRPr sz="2200" b="0" i="0" u="none" strike="noStrike" cap="none">
                <a:solidFill>
                  <a:srgbClr val="031629"/>
                </a:solidFill>
                <a:latin typeface="Twentieth Century"/>
                <a:ea typeface="Twentieth Century"/>
                <a:cs typeface="Twentieth Century"/>
                <a:sym typeface="Twentieth Century"/>
              </a:defRPr>
            </a:lvl1pPr>
            <a:lvl2pPr marR="0" lvl="1" algn="just" rtl="0">
              <a:lnSpc>
                <a:spcPct val="90000"/>
              </a:lnSpc>
              <a:spcBef>
                <a:spcPts val="500"/>
              </a:spcBef>
              <a:spcAft>
                <a:spcPts val="0"/>
              </a:spcAft>
              <a:buClr>
                <a:srgbClr val="031629"/>
              </a:buClr>
              <a:buSzPts val="2200"/>
              <a:buFont typeface="Twentieth Century"/>
              <a:buAutoNum type="alphaLcPeriod"/>
              <a:defRPr sz="2200" b="0" i="0" u="none" strike="noStrike" cap="none">
                <a:solidFill>
                  <a:srgbClr val="031629"/>
                </a:solidFill>
                <a:latin typeface="Twentieth Century"/>
                <a:ea typeface="Twentieth Century"/>
                <a:cs typeface="Twentieth Century"/>
                <a:sym typeface="Twentieth Century"/>
              </a:defRPr>
            </a:lvl2pPr>
            <a:lvl3pPr marR="0" lvl="2" algn="just" rtl="0">
              <a:lnSpc>
                <a:spcPct val="90000"/>
              </a:lnSpc>
              <a:spcBef>
                <a:spcPts val="500"/>
              </a:spcBef>
              <a:spcAft>
                <a:spcPts val="0"/>
              </a:spcAft>
              <a:buClr>
                <a:srgbClr val="031629"/>
              </a:buClr>
              <a:buSzPts val="2200"/>
              <a:buFont typeface="Arial"/>
              <a:buChar char="•"/>
              <a:defRPr sz="2200" b="0" i="0" u="none" strike="noStrike" cap="none">
                <a:solidFill>
                  <a:srgbClr val="031629"/>
                </a:solidFill>
                <a:latin typeface="Twentieth Century"/>
                <a:ea typeface="Twentieth Century"/>
                <a:cs typeface="Twentieth Century"/>
                <a:sym typeface="Twentieth Century"/>
              </a:defRPr>
            </a:lvl3pPr>
            <a:lvl4pPr marR="0" lvl="3" algn="just" rtl="0">
              <a:lnSpc>
                <a:spcPct val="90000"/>
              </a:lnSpc>
              <a:spcBef>
                <a:spcPts val="500"/>
              </a:spcBef>
              <a:spcAft>
                <a:spcPts val="0"/>
              </a:spcAft>
              <a:buClr>
                <a:srgbClr val="031629"/>
              </a:buClr>
              <a:buSzPts val="2200"/>
              <a:buFont typeface="Arial"/>
              <a:buChar char="•"/>
              <a:defRPr sz="2200" b="0" i="0" u="none" strike="noStrike" cap="none">
                <a:solidFill>
                  <a:srgbClr val="031629"/>
                </a:solidFill>
                <a:latin typeface="Twentieth Century"/>
                <a:ea typeface="Twentieth Century"/>
                <a:cs typeface="Twentieth Century"/>
                <a:sym typeface="Twentieth Century"/>
              </a:defRPr>
            </a:lvl4pPr>
            <a:lvl5pPr marR="0" lvl="4" algn="just" rtl="0">
              <a:lnSpc>
                <a:spcPct val="90000"/>
              </a:lnSpc>
              <a:spcBef>
                <a:spcPts val="500"/>
              </a:spcBef>
              <a:spcAft>
                <a:spcPts val="0"/>
              </a:spcAft>
              <a:buClr>
                <a:srgbClr val="031629"/>
              </a:buClr>
              <a:buSzPts val="2200"/>
              <a:buFont typeface="Arial"/>
              <a:buChar char="•"/>
              <a:defRPr sz="2200" b="0" i="0" u="none" strike="noStrike" cap="none">
                <a:solidFill>
                  <a:srgbClr val="031629"/>
                </a:solidFill>
                <a:latin typeface="Twentieth Century"/>
                <a:ea typeface="Twentieth Century"/>
                <a:cs typeface="Twentieth Century"/>
                <a:sym typeface="Twentieth Century"/>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3"/>
        <p:cNvGrpSpPr/>
        <p:nvPr/>
      </p:nvGrpSpPr>
      <p:grpSpPr>
        <a:xfrm>
          <a:off x="0" y="0"/>
          <a:ext cx="0" cy="0"/>
          <a:chOff x="0" y="0"/>
          <a:chExt cx="0" cy="0"/>
        </a:xfrm>
      </p:grpSpPr>
      <p:sp>
        <p:nvSpPr>
          <p:cNvPr id="234" name="Google Shape;234;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Latihan">
  <p:cSld name="Latihan">
    <p:spTree>
      <p:nvGrpSpPr>
        <p:cNvPr id="1" name="Shape 235"/>
        <p:cNvGrpSpPr/>
        <p:nvPr/>
      </p:nvGrpSpPr>
      <p:grpSpPr>
        <a:xfrm>
          <a:off x="0" y="0"/>
          <a:ext cx="0" cy="0"/>
          <a:chOff x="0" y="0"/>
          <a:chExt cx="0" cy="0"/>
        </a:xfrm>
      </p:grpSpPr>
      <p:sp>
        <p:nvSpPr>
          <p:cNvPr id="236" name="Google Shape;236;p49"/>
          <p:cNvSpPr txBox="1">
            <a:spLocks noGrp="1"/>
          </p:cNvSpPr>
          <p:nvPr>
            <p:ph type="body" idx="1"/>
          </p:nvPr>
        </p:nvSpPr>
        <p:spPr>
          <a:xfrm>
            <a:off x="838200" y="2139885"/>
            <a:ext cx="10515600" cy="3971090"/>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031629"/>
              </a:buClr>
              <a:buSzPts val="2200"/>
              <a:buAutoNum type="arabicPeriod"/>
              <a:defRPr>
                <a:solidFill>
                  <a:srgbClr val="031629"/>
                </a:solidFill>
              </a:defRPr>
            </a:lvl1pPr>
            <a:lvl2pPr marL="914400" lvl="1" indent="-368300" algn="just">
              <a:lnSpc>
                <a:spcPct val="90000"/>
              </a:lnSpc>
              <a:spcBef>
                <a:spcPts val="500"/>
              </a:spcBef>
              <a:spcAft>
                <a:spcPts val="0"/>
              </a:spcAft>
              <a:buClr>
                <a:srgbClr val="031629"/>
              </a:buClr>
              <a:buSzPts val="2200"/>
              <a:buAutoNum type="alphaLcPeriod"/>
              <a:defRPr>
                <a:solidFill>
                  <a:srgbClr val="031629"/>
                </a:solidFill>
              </a:defRPr>
            </a:lvl2pPr>
            <a:lvl3pPr marL="1371600" lvl="2" indent="-368300" algn="just">
              <a:lnSpc>
                <a:spcPct val="90000"/>
              </a:lnSpc>
              <a:spcBef>
                <a:spcPts val="500"/>
              </a:spcBef>
              <a:spcAft>
                <a:spcPts val="0"/>
              </a:spcAft>
              <a:buClr>
                <a:srgbClr val="031629"/>
              </a:buClr>
              <a:buSzPts val="2200"/>
              <a:buChar char="•"/>
              <a:defRPr>
                <a:solidFill>
                  <a:srgbClr val="031629"/>
                </a:solidFill>
              </a:defRPr>
            </a:lvl3pPr>
            <a:lvl4pPr marL="1828800" lvl="3" indent="-368300" algn="just">
              <a:lnSpc>
                <a:spcPct val="90000"/>
              </a:lnSpc>
              <a:spcBef>
                <a:spcPts val="500"/>
              </a:spcBef>
              <a:spcAft>
                <a:spcPts val="0"/>
              </a:spcAft>
              <a:buClr>
                <a:srgbClr val="031629"/>
              </a:buClr>
              <a:buSzPts val="2200"/>
              <a:buChar char="•"/>
              <a:defRPr>
                <a:solidFill>
                  <a:srgbClr val="031629"/>
                </a:solidFill>
              </a:defRPr>
            </a:lvl4pPr>
            <a:lvl5pPr marL="2286000" lvl="4" indent="-368300" algn="just">
              <a:lnSpc>
                <a:spcPct val="90000"/>
              </a:lnSpc>
              <a:spcBef>
                <a:spcPts val="500"/>
              </a:spcBef>
              <a:spcAft>
                <a:spcPts val="0"/>
              </a:spcAft>
              <a:buClr>
                <a:srgbClr val="031629"/>
              </a:buClr>
              <a:buSzPts val="2200"/>
              <a:buChar char="•"/>
              <a:defRPr>
                <a:solidFill>
                  <a:srgbClr val="031629"/>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7" name="Google Shape;237;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grpSp>
        <p:nvGrpSpPr>
          <p:cNvPr id="238" name="Google Shape;238;p49"/>
          <p:cNvGrpSpPr/>
          <p:nvPr/>
        </p:nvGrpSpPr>
        <p:grpSpPr>
          <a:xfrm>
            <a:off x="838200" y="1108530"/>
            <a:ext cx="5999349" cy="769441"/>
            <a:chOff x="838200" y="1108530"/>
            <a:chExt cx="5999349" cy="769441"/>
          </a:xfrm>
        </p:grpSpPr>
        <p:sp>
          <p:nvSpPr>
            <p:cNvPr id="239" name="Google Shape;239;p49"/>
            <p:cNvSpPr/>
            <p:nvPr/>
          </p:nvSpPr>
          <p:spPr>
            <a:xfrm>
              <a:off x="1282045" y="1255025"/>
              <a:ext cx="5555504"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40" name="Google Shape;240;p49"/>
            <p:cNvSpPr/>
            <p:nvPr/>
          </p:nvSpPr>
          <p:spPr>
            <a:xfrm>
              <a:off x="838200" y="1123041"/>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41" name="Google Shape;241;p49"/>
            <p:cNvSpPr/>
            <p:nvPr/>
          </p:nvSpPr>
          <p:spPr>
            <a:xfrm>
              <a:off x="1654410" y="1108530"/>
              <a:ext cx="1923988"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accent3"/>
                  </a:solidFill>
                  <a:latin typeface="Twentieth Century"/>
                  <a:ea typeface="Twentieth Century"/>
                  <a:cs typeface="Twentieth Century"/>
                  <a:sym typeface="Twentieth Century"/>
                </a:rPr>
                <a:t>Latihan</a:t>
              </a:r>
              <a:endParaRPr sz="4400" b="1">
                <a:solidFill>
                  <a:schemeClr val="accent3"/>
                </a:solidFill>
                <a:latin typeface="Twentieth Century"/>
                <a:ea typeface="Twentieth Century"/>
                <a:cs typeface="Twentieth Century"/>
                <a:sym typeface="Twentieth Century"/>
              </a:endParaRPr>
            </a:p>
          </p:txBody>
        </p:sp>
        <p:pic>
          <p:nvPicPr>
            <p:cNvPr id="242" name="Google Shape;242;p49"/>
            <p:cNvPicPr preferRelativeResize="0"/>
            <p:nvPr/>
          </p:nvPicPr>
          <p:blipFill rotWithShape="1">
            <a:blip r:embed="rId2">
              <a:alphaModFix/>
            </a:blip>
            <a:srcRect/>
            <a:stretch/>
          </p:blipFill>
          <p:spPr>
            <a:xfrm>
              <a:off x="917419" y="1120499"/>
              <a:ext cx="650450" cy="745501"/>
            </a:xfrm>
            <a:prstGeom prst="rect">
              <a:avLst/>
            </a:prstGeom>
            <a:noFill/>
            <a:ln>
              <a:noFill/>
            </a:ln>
          </p:spPr>
        </p:pic>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Daftar Pustaka">
  <p:cSld name="Daftar Pustaka">
    <p:spTree>
      <p:nvGrpSpPr>
        <p:cNvPr id="1" name="Shape 243"/>
        <p:cNvGrpSpPr/>
        <p:nvPr/>
      </p:nvGrpSpPr>
      <p:grpSpPr>
        <a:xfrm>
          <a:off x="0" y="0"/>
          <a:ext cx="0" cy="0"/>
          <a:chOff x="0" y="0"/>
          <a:chExt cx="0" cy="0"/>
        </a:xfrm>
      </p:grpSpPr>
      <p:sp>
        <p:nvSpPr>
          <p:cNvPr id="244" name="Google Shape;244;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1pPr>
            <a:lvl2pPr marL="0" marR="0" lvl="1"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2pPr>
            <a:lvl3pPr marL="0" marR="0" lvl="2"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3pPr>
            <a:lvl4pPr marL="0" marR="0" lvl="3"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4pPr>
            <a:lvl5pPr marL="0" marR="0" lvl="4"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5pPr>
            <a:lvl6pPr marL="0" marR="0" lvl="5"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6pPr>
            <a:lvl7pPr marL="0" marR="0" lvl="6"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7pPr>
            <a:lvl8pPr marL="0" marR="0" lvl="7"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8pPr>
            <a:lvl9pPr marL="0" marR="0" lvl="8" indent="0" algn="r">
              <a:lnSpc>
                <a:spcPct val="100000"/>
              </a:lnSpc>
              <a:spcBef>
                <a:spcPts val="0"/>
              </a:spcBef>
              <a:spcAft>
                <a:spcPts val="0"/>
              </a:spcAft>
              <a:buClr>
                <a:srgbClr val="8E8E8E"/>
              </a:buClr>
              <a:buSzPts val="1200"/>
              <a:buFont typeface="Twentieth Century"/>
              <a:buNone/>
              <a:defRPr sz="1200">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grpSp>
        <p:nvGrpSpPr>
          <p:cNvPr id="245" name="Google Shape;245;p50"/>
          <p:cNvGrpSpPr/>
          <p:nvPr/>
        </p:nvGrpSpPr>
        <p:grpSpPr>
          <a:xfrm>
            <a:off x="838200" y="1096559"/>
            <a:ext cx="5999349" cy="769441"/>
            <a:chOff x="838200" y="569942"/>
            <a:chExt cx="5999349" cy="769441"/>
          </a:xfrm>
        </p:grpSpPr>
        <p:sp>
          <p:nvSpPr>
            <p:cNvPr id="246" name="Google Shape;246;p50"/>
            <p:cNvSpPr/>
            <p:nvPr/>
          </p:nvSpPr>
          <p:spPr>
            <a:xfrm>
              <a:off x="1282045" y="716437"/>
              <a:ext cx="5555504" cy="518474"/>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47" name="Google Shape;247;p50"/>
            <p:cNvSpPr/>
            <p:nvPr/>
          </p:nvSpPr>
          <p:spPr>
            <a:xfrm>
              <a:off x="838200" y="584453"/>
              <a:ext cx="754930" cy="75493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248" name="Google Shape;248;p50"/>
            <p:cNvSpPr/>
            <p:nvPr/>
          </p:nvSpPr>
          <p:spPr>
            <a:xfrm>
              <a:off x="1654410" y="569942"/>
              <a:ext cx="3640740" cy="76944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400" b="1">
                  <a:solidFill>
                    <a:schemeClr val="accent3"/>
                  </a:solidFill>
                  <a:latin typeface="Twentieth Century"/>
                  <a:ea typeface="Twentieth Century"/>
                  <a:cs typeface="Twentieth Century"/>
                  <a:sym typeface="Twentieth Century"/>
                </a:rPr>
                <a:t>Daftar Pustaka</a:t>
              </a:r>
              <a:endParaRPr sz="4400" b="1">
                <a:solidFill>
                  <a:schemeClr val="accent3"/>
                </a:solidFill>
                <a:latin typeface="Twentieth Century"/>
                <a:ea typeface="Twentieth Century"/>
                <a:cs typeface="Twentieth Century"/>
                <a:sym typeface="Twentieth Century"/>
              </a:endParaRPr>
            </a:p>
          </p:txBody>
        </p:sp>
        <p:pic>
          <p:nvPicPr>
            <p:cNvPr id="249" name="Google Shape;249;p50"/>
            <p:cNvPicPr preferRelativeResize="0"/>
            <p:nvPr/>
          </p:nvPicPr>
          <p:blipFill rotWithShape="1">
            <a:blip r:embed="rId2">
              <a:alphaModFix/>
            </a:blip>
            <a:srcRect/>
            <a:stretch/>
          </p:blipFill>
          <p:spPr>
            <a:xfrm>
              <a:off x="898017" y="661014"/>
              <a:ext cx="606720" cy="629320"/>
            </a:xfrm>
            <a:prstGeom prst="rect">
              <a:avLst/>
            </a:prstGeom>
            <a:noFill/>
            <a:ln>
              <a:noFill/>
            </a:ln>
          </p:spPr>
        </p:pic>
      </p:grpSp>
      <p:sp>
        <p:nvSpPr>
          <p:cNvPr id="250" name="Google Shape;250;p50"/>
          <p:cNvSpPr txBox="1">
            <a:spLocks noGrp="1"/>
          </p:cNvSpPr>
          <p:nvPr>
            <p:ph type="body" idx="1"/>
          </p:nvPr>
        </p:nvSpPr>
        <p:spPr>
          <a:xfrm>
            <a:off x="838200" y="2139885"/>
            <a:ext cx="10515600" cy="3971090"/>
          </a:xfrm>
          <a:prstGeom prst="rect">
            <a:avLst/>
          </a:prstGeom>
          <a:noFill/>
          <a:ln>
            <a:noFill/>
          </a:ln>
        </p:spPr>
        <p:txBody>
          <a:bodyPr spcFirstLastPara="1" wrap="square" lIns="91425" tIns="45700" rIns="91425" bIns="45700" anchor="t" anchorCtr="0">
            <a:normAutofit/>
          </a:bodyPr>
          <a:lstStyle>
            <a:lvl1pPr marL="457200" lvl="0" indent="-368300" algn="just">
              <a:lnSpc>
                <a:spcPct val="90000"/>
              </a:lnSpc>
              <a:spcBef>
                <a:spcPts val="1000"/>
              </a:spcBef>
              <a:spcAft>
                <a:spcPts val="0"/>
              </a:spcAft>
              <a:buClr>
                <a:srgbClr val="031629"/>
              </a:buClr>
              <a:buSzPts val="2200"/>
              <a:buAutoNum type="arabicPeriod"/>
              <a:defRPr>
                <a:solidFill>
                  <a:srgbClr val="031629"/>
                </a:solidFill>
              </a:defRPr>
            </a:lvl1pPr>
            <a:lvl2pPr marL="914400" lvl="1" indent="-368300" algn="just">
              <a:lnSpc>
                <a:spcPct val="90000"/>
              </a:lnSpc>
              <a:spcBef>
                <a:spcPts val="500"/>
              </a:spcBef>
              <a:spcAft>
                <a:spcPts val="0"/>
              </a:spcAft>
              <a:buClr>
                <a:srgbClr val="031629"/>
              </a:buClr>
              <a:buSzPts val="2200"/>
              <a:buAutoNum type="alphaLcPeriod"/>
              <a:defRPr>
                <a:solidFill>
                  <a:srgbClr val="031629"/>
                </a:solidFill>
              </a:defRPr>
            </a:lvl2pPr>
            <a:lvl3pPr marL="1371600" lvl="2" indent="-368300" algn="just">
              <a:lnSpc>
                <a:spcPct val="90000"/>
              </a:lnSpc>
              <a:spcBef>
                <a:spcPts val="500"/>
              </a:spcBef>
              <a:spcAft>
                <a:spcPts val="0"/>
              </a:spcAft>
              <a:buClr>
                <a:srgbClr val="031629"/>
              </a:buClr>
              <a:buSzPts val="2200"/>
              <a:buChar char="•"/>
              <a:defRPr>
                <a:solidFill>
                  <a:srgbClr val="031629"/>
                </a:solidFill>
              </a:defRPr>
            </a:lvl3pPr>
            <a:lvl4pPr marL="1828800" lvl="3" indent="-368300" algn="just">
              <a:lnSpc>
                <a:spcPct val="90000"/>
              </a:lnSpc>
              <a:spcBef>
                <a:spcPts val="500"/>
              </a:spcBef>
              <a:spcAft>
                <a:spcPts val="0"/>
              </a:spcAft>
              <a:buClr>
                <a:srgbClr val="031629"/>
              </a:buClr>
              <a:buSzPts val="2200"/>
              <a:buChar char="•"/>
              <a:defRPr>
                <a:solidFill>
                  <a:srgbClr val="031629"/>
                </a:solidFill>
              </a:defRPr>
            </a:lvl4pPr>
            <a:lvl5pPr marL="2286000" lvl="4" indent="-368300" algn="just">
              <a:lnSpc>
                <a:spcPct val="90000"/>
              </a:lnSpc>
              <a:spcBef>
                <a:spcPts val="500"/>
              </a:spcBef>
              <a:spcAft>
                <a:spcPts val="0"/>
              </a:spcAft>
              <a:buClr>
                <a:srgbClr val="031629"/>
              </a:buClr>
              <a:buSzPts val="2200"/>
              <a:buChar char="•"/>
              <a:defRPr>
                <a:solidFill>
                  <a:srgbClr val="031629"/>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Dosen Pengampu">
    <p:spTree>
      <p:nvGrpSpPr>
        <p:cNvPr id="1" name=""/>
        <p:cNvGrpSpPr/>
        <p:nvPr/>
      </p:nvGrpSpPr>
      <p:grpSpPr>
        <a:xfrm>
          <a:off x="0" y="0"/>
          <a:ext cx="0" cy="0"/>
          <a:chOff x="0" y="0"/>
          <a:chExt cx="0" cy="0"/>
        </a:xfrm>
      </p:grpSpPr>
      <p:sp>
        <p:nvSpPr>
          <p:cNvPr id="7" name="Rectangle 6"/>
          <p:cNvSpPr/>
          <p:nvPr userDrawn="1"/>
        </p:nvSpPr>
        <p:spPr>
          <a:xfrm>
            <a:off x="0" y="0"/>
            <a:ext cx="3641036" cy="6858000"/>
          </a:xfrm>
          <a:prstGeom prst="rect">
            <a:avLst/>
          </a:prstGeom>
          <a:solidFill>
            <a:srgbClr val="EB70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p>
            <a:endParaRPr lang="en-US" dirty="0"/>
          </a:p>
        </p:txBody>
      </p:sp>
      <p:sp>
        <p:nvSpPr>
          <p:cNvPr id="9" name="Picture Placeholder 8"/>
          <p:cNvSpPr>
            <a:spLocks noGrp="1"/>
          </p:cNvSpPr>
          <p:nvPr>
            <p:ph type="pic" sz="quarter" idx="13" hasCustomPrompt="1"/>
          </p:nvPr>
        </p:nvSpPr>
        <p:spPr>
          <a:xfrm>
            <a:off x="1745563" y="1842892"/>
            <a:ext cx="3063907" cy="3063908"/>
          </a:xfrm>
          <a:prstGeom prst="ellipse">
            <a:avLst/>
          </a:prstGeom>
        </p:spPr>
        <p:txBody>
          <a:bodyPr>
            <a:normAutofit/>
          </a:bodyPr>
          <a:lstStyle>
            <a:lvl1pPr marL="0" indent="0" algn="ctr">
              <a:buNone/>
              <a:defRPr sz="2800" baseline="0"/>
            </a:lvl1pPr>
          </a:lstStyle>
          <a:p>
            <a:r>
              <a:rPr lang="en-US" dirty="0" err="1"/>
              <a:t>Foto</a:t>
            </a:r>
            <a:r>
              <a:rPr lang="en-US" dirty="0"/>
              <a:t> </a:t>
            </a:r>
            <a:r>
              <a:rPr lang="en-US" dirty="0" err="1"/>
              <a:t>Dosen</a:t>
            </a:r>
            <a:endParaRPr lang="en-US" dirty="0"/>
          </a:p>
        </p:txBody>
      </p:sp>
      <p:sp>
        <p:nvSpPr>
          <p:cNvPr id="13" name="Text Placeholder 12"/>
          <p:cNvSpPr>
            <a:spLocks noGrp="1"/>
          </p:cNvSpPr>
          <p:nvPr>
            <p:ph type="body" sz="quarter" idx="14" hasCustomPrompt="1"/>
          </p:nvPr>
        </p:nvSpPr>
        <p:spPr>
          <a:xfrm>
            <a:off x="5154979" y="2275496"/>
            <a:ext cx="6198821" cy="406777"/>
          </a:xfrm>
        </p:spPr>
        <p:txBody>
          <a:bodyPr/>
          <a:lstStyle>
            <a:lvl1pPr marL="0" indent="0">
              <a:buNone/>
              <a:defRPr b="1" baseline="0">
                <a:solidFill>
                  <a:srgbClr val="0E60AC"/>
                </a:solidFill>
              </a:defRPr>
            </a:lvl1pPr>
          </a:lstStyle>
          <a:p>
            <a:pPr lvl="0"/>
            <a:r>
              <a:rPr lang="en-US" dirty="0"/>
              <a:t>Nama </a:t>
            </a:r>
            <a:r>
              <a:rPr lang="en-US" dirty="0" err="1"/>
              <a:t>dan</a:t>
            </a:r>
            <a:r>
              <a:rPr lang="en-US" dirty="0"/>
              <a:t> </a:t>
            </a:r>
            <a:r>
              <a:rPr lang="en-US" dirty="0" err="1"/>
              <a:t>Gelar</a:t>
            </a:r>
            <a:r>
              <a:rPr lang="en-US" dirty="0"/>
              <a:t> </a:t>
            </a:r>
            <a:r>
              <a:rPr lang="en-US" dirty="0" err="1"/>
              <a:t>Dosen</a:t>
            </a:r>
            <a:endParaRPr lang="en-US" dirty="0"/>
          </a:p>
          <a:p>
            <a:pPr lvl="0"/>
            <a:endParaRPr lang="en-US" dirty="0"/>
          </a:p>
        </p:txBody>
      </p:sp>
      <p:sp>
        <p:nvSpPr>
          <p:cNvPr id="14" name="Title 1"/>
          <p:cNvSpPr txBox="1">
            <a:spLocks/>
          </p:cNvSpPr>
          <p:nvPr userDrawn="1"/>
        </p:nvSpPr>
        <p:spPr>
          <a:xfrm>
            <a:off x="5164108" y="1988095"/>
            <a:ext cx="3127989" cy="2736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0" kern="1200">
                <a:solidFill>
                  <a:schemeClr val="accent5">
                    <a:lumMod val="10000"/>
                  </a:schemeClr>
                </a:solidFill>
                <a:latin typeface="Tw Cen MT" panose="020B0602020104020603" pitchFamily="34" charset="0"/>
                <a:ea typeface="+mj-ea"/>
                <a:cs typeface="+mj-cs"/>
              </a:defRPr>
            </a:lvl1pPr>
          </a:lstStyle>
          <a:p>
            <a:r>
              <a:rPr lang="en-US" sz="2000" dirty="0" err="1"/>
              <a:t>Dosen</a:t>
            </a:r>
            <a:r>
              <a:rPr lang="en-US" sz="2000" dirty="0"/>
              <a:t> </a:t>
            </a:r>
            <a:r>
              <a:rPr lang="en-US" sz="2000" dirty="0" err="1"/>
              <a:t>Koordinator</a:t>
            </a:r>
            <a:r>
              <a:rPr lang="en-US" sz="2000" dirty="0"/>
              <a:t>:</a:t>
            </a:r>
          </a:p>
        </p:txBody>
      </p:sp>
      <p:sp>
        <p:nvSpPr>
          <p:cNvPr id="15" name="Text Placeholder 12"/>
          <p:cNvSpPr>
            <a:spLocks noGrp="1"/>
          </p:cNvSpPr>
          <p:nvPr>
            <p:ph type="body" sz="quarter" idx="15" hasCustomPrompt="1"/>
          </p:nvPr>
        </p:nvSpPr>
        <p:spPr>
          <a:xfrm>
            <a:off x="5154979" y="3176643"/>
            <a:ext cx="6198821" cy="406777"/>
          </a:xfrm>
        </p:spPr>
        <p:txBody>
          <a:bodyPr/>
          <a:lstStyle>
            <a:lvl1pPr marL="0" indent="0">
              <a:buNone/>
              <a:defRPr b="1" baseline="0">
                <a:solidFill>
                  <a:srgbClr val="0E60AC"/>
                </a:solidFill>
              </a:defRPr>
            </a:lvl1pPr>
          </a:lstStyle>
          <a:p>
            <a:pPr lvl="0"/>
            <a:r>
              <a:rPr lang="en-US" dirty="0"/>
              <a:t>NID</a:t>
            </a:r>
          </a:p>
        </p:txBody>
      </p:sp>
      <p:sp>
        <p:nvSpPr>
          <p:cNvPr id="16" name="Title 1"/>
          <p:cNvSpPr txBox="1">
            <a:spLocks/>
          </p:cNvSpPr>
          <p:nvPr userDrawn="1"/>
        </p:nvSpPr>
        <p:spPr>
          <a:xfrm>
            <a:off x="5164108" y="2889242"/>
            <a:ext cx="3127989" cy="2736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0" kern="1200">
                <a:solidFill>
                  <a:schemeClr val="accent5">
                    <a:lumMod val="10000"/>
                  </a:schemeClr>
                </a:solidFill>
                <a:latin typeface="Tw Cen MT" panose="020B0602020104020603" pitchFamily="34" charset="0"/>
                <a:ea typeface="+mj-ea"/>
                <a:cs typeface="+mj-cs"/>
              </a:defRPr>
            </a:lvl1pPr>
          </a:lstStyle>
          <a:p>
            <a:r>
              <a:rPr lang="en-US" sz="2000" dirty="0"/>
              <a:t>NID:</a:t>
            </a:r>
          </a:p>
        </p:txBody>
      </p:sp>
      <p:sp>
        <p:nvSpPr>
          <p:cNvPr id="17" name="Text Placeholder 12"/>
          <p:cNvSpPr>
            <a:spLocks noGrp="1"/>
          </p:cNvSpPr>
          <p:nvPr>
            <p:ph type="body" sz="quarter" idx="16" hasCustomPrompt="1"/>
          </p:nvPr>
        </p:nvSpPr>
        <p:spPr>
          <a:xfrm>
            <a:off x="5154979" y="4077790"/>
            <a:ext cx="6198821" cy="406777"/>
          </a:xfrm>
        </p:spPr>
        <p:txBody>
          <a:bodyPr/>
          <a:lstStyle>
            <a:lvl1pPr marL="0" indent="0">
              <a:buNone/>
              <a:defRPr b="1" baseline="0">
                <a:solidFill>
                  <a:srgbClr val="0E60AC"/>
                </a:solidFill>
              </a:defRPr>
            </a:lvl1pPr>
          </a:lstStyle>
          <a:p>
            <a:pPr lvl="0"/>
            <a:r>
              <a:rPr lang="en-US" dirty="0"/>
              <a:t>E-mail</a:t>
            </a:r>
          </a:p>
        </p:txBody>
      </p:sp>
      <p:sp>
        <p:nvSpPr>
          <p:cNvPr id="18" name="Title 1"/>
          <p:cNvSpPr txBox="1">
            <a:spLocks/>
          </p:cNvSpPr>
          <p:nvPr userDrawn="1"/>
        </p:nvSpPr>
        <p:spPr>
          <a:xfrm>
            <a:off x="5164108" y="3790389"/>
            <a:ext cx="3127989" cy="2736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400" b="0" kern="1200">
                <a:solidFill>
                  <a:schemeClr val="accent5">
                    <a:lumMod val="10000"/>
                  </a:schemeClr>
                </a:solidFill>
                <a:latin typeface="Tw Cen MT" panose="020B0602020104020603" pitchFamily="34" charset="0"/>
                <a:ea typeface="+mj-ea"/>
                <a:cs typeface="+mj-cs"/>
              </a:defRPr>
            </a:lvl1pPr>
          </a:lstStyle>
          <a:p>
            <a:r>
              <a:rPr lang="en-US" sz="2000" dirty="0"/>
              <a:t>E-mail:</a:t>
            </a:r>
          </a:p>
        </p:txBody>
      </p:sp>
      <p:grpSp>
        <p:nvGrpSpPr>
          <p:cNvPr id="11" name="Group 10"/>
          <p:cNvGrpSpPr/>
          <p:nvPr userDrawn="1"/>
        </p:nvGrpSpPr>
        <p:grpSpPr>
          <a:xfrm>
            <a:off x="98180" y="96425"/>
            <a:ext cx="1971606" cy="729735"/>
            <a:chOff x="648649" y="653143"/>
            <a:chExt cx="2138362" cy="791455"/>
          </a:xfrm>
        </p:grpSpPr>
        <p:sp>
          <p:nvSpPr>
            <p:cNvPr id="12" name="Rounded Rectangle 11"/>
            <p:cNvSpPr/>
            <p:nvPr userDrawn="1"/>
          </p:nvSpPr>
          <p:spPr>
            <a:xfrm>
              <a:off x="648649" y="653143"/>
              <a:ext cx="2138362" cy="79145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p:cNvPicPr>
              <a:picLocks noChangeAspect="1"/>
            </p:cNvPicPr>
            <p:nvPr userDrawn="1"/>
          </p:nvPicPr>
          <p:blipFill rotWithShape="1">
            <a:blip r:embed="rId2" cstate="print">
              <a:extLst>
                <a:ext uri="{28A0092B-C50C-407E-A947-70E740481C1C}">
                  <a14:useLocalDpi xmlns:a14="http://schemas.microsoft.com/office/drawing/2010/main" val="0"/>
                </a:ext>
              </a:extLst>
            </a:blip>
            <a:srcRect t="16017" b="18101"/>
            <a:stretch/>
          </p:blipFill>
          <p:spPr>
            <a:xfrm>
              <a:off x="702844" y="653143"/>
              <a:ext cx="2029972" cy="753035"/>
            </a:xfrm>
            <a:prstGeom prst="rect">
              <a:avLst/>
            </a:prstGeom>
          </p:spPr>
        </p:pic>
      </p:grpSp>
    </p:spTree>
    <p:extLst>
      <p:ext uri="{BB962C8B-B14F-4D97-AF65-F5344CB8AC3E}">
        <p14:creationId xmlns:p14="http://schemas.microsoft.com/office/powerpoint/2010/main" val="1532023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3"/>
          <p:cNvSpPr/>
          <p:nvPr/>
        </p:nvSpPr>
        <p:spPr>
          <a:xfrm>
            <a:off x="0" y="0"/>
            <a:ext cx="12192000" cy="6858000"/>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pic>
        <p:nvPicPr>
          <p:cNvPr id="11" name="Google Shape;11;p23"/>
          <p:cNvPicPr preferRelativeResize="0"/>
          <p:nvPr/>
        </p:nvPicPr>
        <p:blipFill rotWithShape="1">
          <a:blip r:embed="rId29">
            <a:alphaModFix/>
          </a:blip>
          <a:srcRect/>
          <a:stretch/>
        </p:blipFill>
        <p:spPr>
          <a:xfrm>
            <a:off x="0" y="5470264"/>
            <a:ext cx="12110720" cy="1400730"/>
          </a:xfrm>
          <a:prstGeom prst="rect">
            <a:avLst/>
          </a:prstGeom>
          <a:noFill/>
          <a:ln>
            <a:noFill/>
          </a:ln>
        </p:spPr>
      </p:pic>
      <p:sp>
        <p:nvSpPr>
          <p:cNvPr id="12" name="Google Shape;12;p23"/>
          <p:cNvSpPr txBox="1">
            <a:spLocks noGrp="1"/>
          </p:cNvSpPr>
          <p:nvPr>
            <p:ph type="title"/>
          </p:nvPr>
        </p:nvSpPr>
        <p:spPr>
          <a:xfrm>
            <a:off x="838200" y="922585"/>
            <a:ext cx="8547263" cy="702115"/>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0E60AC"/>
              </a:buClr>
              <a:buSzPts val="3600"/>
              <a:buFont typeface="Twentieth Century"/>
              <a:buNone/>
              <a:defRPr sz="3600" b="1" i="0" u="none" strike="noStrike" cap="none">
                <a:solidFill>
                  <a:srgbClr val="0E60AC"/>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23"/>
          <p:cNvSpPr txBox="1">
            <a:spLocks noGrp="1"/>
          </p:cNvSpPr>
          <p:nvPr>
            <p:ph type="body" idx="1"/>
          </p:nvPr>
        </p:nvSpPr>
        <p:spPr>
          <a:xfrm>
            <a:off x="838200" y="1759637"/>
            <a:ext cx="10515600" cy="4351338"/>
          </a:xfrm>
          <a:prstGeom prst="rect">
            <a:avLst/>
          </a:prstGeom>
          <a:noFill/>
          <a:ln>
            <a:noFill/>
          </a:ln>
        </p:spPr>
        <p:txBody>
          <a:bodyPr spcFirstLastPara="1" wrap="square" lIns="91425" tIns="45700" rIns="91425" bIns="45700" anchor="t" anchorCtr="0">
            <a:normAutofit/>
          </a:bodyPr>
          <a:lstStyle>
            <a:lvl1pPr marL="457200" marR="0" lvl="0" indent="-368300" algn="just" rtl="0">
              <a:lnSpc>
                <a:spcPct val="90000"/>
              </a:lnSpc>
              <a:spcBef>
                <a:spcPts val="1000"/>
              </a:spcBef>
              <a:spcAft>
                <a:spcPts val="0"/>
              </a:spcAft>
              <a:buClr>
                <a:srgbClr val="031629"/>
              </a:buClr>
              <a:buSzPts val="2200"/>
              <a:buFont typeface="Twentieth Century"/>
              <a:buAutoNum type="arabicPeriod"/>
              <a:defRPr sz="2200" b="0" i="0" u="none" strike="noStrike" cap="none">
                <a:solidFill>
                  <a:srgbClr val="031629"/>
                </a:solidFill>
                <a:latin typeface="Twentieth Century"/>
                <a:ea typeface="Twentieth Century"/>
                <a:cs typeface="Twentieth Century"/>
                <a:sym typeface="Twentieth Century"/>
              </a:defRPr>
            </a:lvl1pPr>
            <a:lvl2pPr marL="914400" marR="0" lvl="1" indent="-368300" algn="just" rtl="0">
              <a:lnSpc>
                <a:spcPct val="90000"/>
              </a:lnSpc>
              <a:spcBef>
                <a:spcPts val="500"/>
              </a:spcBef>
              <a:spcAft>
                <a:spcPts val="0"/>
              </a:spcAft>
              <a:buClr>
                <a:srgbClr val="031629"/>
              </a:buClr>
              <a:buSzPts val="2200"/>
              <a:buFont typeface="Twentieth Century"/>
              <a:buAutoNum type="alphaLcPeriod"/>
              <a:defRPr sz="2200" b="0" i="0" u="none" strike="noStrike" cap="none">
                <a:solidFill>
                  <a:srgbClr val="031629"/>
                </a:solidFill>
                <a:latin typeface="Twentieth Century"/>
                <a:ea typeface="Twentieth Century"/>
                <a:cs typeface="Twentieth Century"/>
                <a:sym typeface="Twentieth Century"/>
              </a:defRPr>
            </a:lvl2pPr>
            <a:lvl3pPr marL="1371600" marR="0" lvl="2" indent="-368300" algn="just" rtl="0">
              <a:lnSpc>
                <a:spcPct val="90000"/>
              </a:lnSpc>
              <a:spcBef>
                <a:spcPts val="500"/>
              </a:spcBef>
              <a:spcAft>
                <a:spcPts val="0"/>
              </a:spcAft>
              <a:buClr>
                <a:srgbClr val="031629"/>
              </a:buClr>
              <a:buSzPts val="2200"/>
              <a:buFont typeface="Arial"/>
              <a:buChar char="•"/>
              <a:defRPr sz="2200" b="0" i="0" u="none" strike="noStrike" cap="none">
                <a:solidFill>
                  <a:srgbClr val="031629"/>
                </a:solidFill>
                <a:latin typeface="Twentieth Century"/>
                <a:ea typeface="Twentieth Century"/>
                <a:cs typeface="Twentieth Century"/>
                <a:sym typeface="Twentieth Century"/>
              </a:defRPr>
            </a:lvl3pPr>
            <a:lvl4pPr marL="1828800" marR="0" lvl="3" indent="-368300" algn="just" rtl="0">
              <a:lnSpc>
                <a:spcPct val="90000"/>
              </a:lnSpc>
              <a:spcBef>
                <a:spcPts val="500"/>
              </a:spcBef>
              <a:spcAft>
                <a:spcPts val="0"/>
              </a:spcAft>
              <a:buClr>
                <a:srgbClr val="031629"/>
              </a:buClr>
              <a:buSzPts val="2200"/>
              <a:buFont typeface="Arial"/>
              <a:buChar char="•"/>
              <a:defRPr sz="2200" b="0" i="0" u="none" strike="noStrike" cap="none">
                <a:solidFill>
                  <a:srgbClr val="031629"/>
                </a:solidFill>
                <a:latin typeface="Twentieth Century"/>
                <a:ea typeface="Twentieth Century"/>
                <a:cs typeface="Twentieth Century"/>
                <a:sym typeface="Twentieth Century"/>
              </a:defRPr>
            </a:lvl4pPr>
            <a:lvl5pPr marL="2286000" marR="0" lvl="4" indent="-368300" algn="just" rtl="0">
              <a:lnSpc>
                <a:spcPct val="90000"/>
              </a:lnSpc>
              <a:spcBef>
                <a:spcPts val="500"/>
              </a:spcBef>
              <a:spcAft>
                <a:spcPts val="0"/>
              </a:spcAft>
              <a:buClr>
                <a:srgbClr val="031629"/>
              </a:buClr>
              <a:buSzPts val="2200"/>
              <a:buFont typeface="Arial"/>
              <a:buChar char="•"/>
              <a:defRPr sz="2200" b="0" i="0" u="none" strike="noStrike" cap="none">
                <a:solidFill>
                  <a:srgbClr val="031629"/>
                </a:solidFill>
                <a:latin typeface="Twentieth Century"/>
                <a:ea typeface="Twentieth Century"/>
                <a:cs typeface="Twentieth Century"/>
                <a:sym typeface="Twentieth Century"/>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wentieth Century"/>
                <a:ea typeface="Twentieth Century"/>
                <a:cs typeface="Twentieth Century"/>
                <a:sym typeface="Twentieth Century"/>
              </a:defRPr>
            </a:lvl9pPr>
          </a:lstStyle>
          <a:p>
            <a:endParaRPr/>
          </a:p>
        </p:txBody>
      </p:sp>
      <p:sp>
        <p:nvSpPr>
          <p:cNvPr id="14" name="Google Shape;14;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E8E8E"/>
              </a:buClr>
              <a:buSzPts val="1200"/>
              <a:buFont typeface="Twentieth Century"/>
              <a:buNone/>
              <a:defRPr sz="1200" b="0" i="0" u="none" strike="noStrike" cap="none">
                <a:solidFill>
                  <a:srgbClr val="8E8E8E"/>
                </a:solidFill>
                <a:latin typeface="Twentieth Century"/>
                <a:ea typeface="Twentieth Century"/>
                <a:cs typeface="Twentieth Century"/>
                <a:sym typeface="Twentieth Century"/>
              </a:defRPr>
            </a:lvl1pPr>
            <a:lvl2pPr marL="0" marR="0" lvl="1" indent="0" algn="r" rtl="0">
              <a:lnSpc>
                <a:spcPct val="100000"/>
              </a:lnSpc>
              <a:spcBef>
                <a:spcPts val="0"/>
              </a:spcBef>
              <a:spcAft>
                <a:spcPts val="0"/>
              </a:spcAft>
              <a:buClr>
                <a:srgbClr val="8E8E8E"/>
              </a:buClr>
              <a:buSzPts val="1200"/>
              <a:buFont typeface="Twentieth Century"/>
              <a:buNone/>
              <a:defRPr sz="1200" b="0" i="0" u="none" strike="noStrike" cap="none">
                <a:solidFill>
                  <a:srgbClr val="8E8E8E"/>
                </a:solidFill>
                <a:latin typeface="Twentieth Century"/>
                <a:ea typeface="Twentieth Century"/>
                <a:cs typeface="Twentieth Century"/>
                <a:sym typeface="Twentieth Century"/>
              </a:defRPr>
            </a:lvl2pPr>
            <a:lvl3pPr marL="0" marR="0" lvl="2" indent="0" algn="r" rtl="0">
              <a:lnSpc>
                <a:spcPct val="100000"/>
              </a:lnSpc>
              <a:spcBef>
                <a:spcPts val="0"/>
              </a:spcBef>
              <a:spcAft>
                <a:spcPts val="0"/>
              </a:spcAft>
              <a:buClr>
                <a:srgbClr val="8E8E8E"/>
              </a:buClr>
              <a:buSzPts val="1200"/>
              <a:buFont typeface="Twentieth Century"/>
              <a:buNone/>
              <a:defRPr sz="1200" b="0" i="0" u="none" strike="noStrike" cap="none">
                <a:solidFill>
                  <a:srgbClr val="8E8E8E"/>
                </a:solidFill>
                <a:latin typeface="Twentieth Century"/>
                <a:ea typeface="Twentieth Century"/>
                <a:cs typeface="Twentieth Century"/>
                <a:sym typeface="Twentieth Century"/>
              </a:defRPr>
            </a:lvl3pPr>
            <a:lvl4pPr marL="0" marR="0" lvl="3" indent="0" algn="r" rtl="0">
              <a:lnSpc>
                <a:spcPct val="100000"/>
              </a:lnSpc>
              <a:spcBef>
                <a:spcPts val="0"/>
              </a:spcBef>
              <a:spcAft>
                <a:spcPts val="0"/>
              </a:spcAft>
              <a:buClr>
                <a:srgbClr val="8E8E8E"/>
              </a:buClr>
              <a:buSzPts val="1200"/>
              <a:buFont typeface="Twentieth Century"/>
              <a:buNone/>
              <a:defRPr sz="1200" b="0" i="0" u="none" strike="noStrike" cap="none">
                <a:solidFill>
                  <a:srgbClr val="8E8E8E"/>
                </a:solidFill>
                <a:latin typeface="Twentieth Century"/>
                <a:ea typeface="Twentieth Century"/>
                <a:cs typeface="Twentieth Century"/>
                <a:sym typeface="Twentieth Century"/>
              </a:defRPr>
            </a:lvl4pPr>
            <a:lvl5pPr marL="0" marR="0" lvl="4" indent="0" algn="r" rtl="0">
              <a:lnSpc>
                <a:spcPct val="100000"/>
              </a:lnSpc>
              <a:spcBef>
                <a:spcPts val="0"/>
              </a:spcBef>
              <a:spcAft>
                <a:spcPts val="0"/>
              </a:spcAft>
              <a:buClr>
                <a:srgbClr val="8E8E8E"/>
              </a:buClr>
              <a:buSzPts val="1200"/>
              <a:buFont typeface="Twentieth Century"/>
              <a:buNone/>
              <a:defRPr sz="1200" b="0" i="0" u="none" strike="noStrike" cap="none">
                <a:solidFill>
                  <a:srgbClr val="8E8E8E"/>
                </a:solidFill>
                <a:latin typeface="Twentieth Century"/>
                <a:ea typeface="Twentieth Century"/>
                <a:cs typeface="Twentieth Century"/>
                <a:sym typeface="Twentieth Century"/>
              </a:defRPr>
            </a:lvl5pPr>
            <a:lvl6pPr marL="0" marR="0" lvl="5" indent="0" algn="r" rtl="0">
              <a:lnSpc>
                <a:spcPct val="100000"/>
              </a:lnSpc>
              <a:spcBef>
                <a:spcPts val="0"/>
              </a:spcBef>
              <a:spcAft>
                <a:spcPts val="0"/>
              </a:spcAft>
              <a:buClr>
                <a:srgbClr val="8E8E8E"/>
              </a:buClr>
              <a:buSzPts val="1200"/>
              <a:buFont typeface="Twentieth Century"/>
              <a:buNone/>
              <a:defRPr sz="1200" b="0" i="0" u="none" strike="noStrike" cap="none">
                <a:solidFill>
                  <a:srgbClr val="8E8E8E"/>
                </a:solidFill>
                <a:latin typeface="Twentieth Century"/>
                <a:ea typeface="Twentieth Century"/>
                <a:cs typeface="Twentieth Century"/>
                <a:sym typeface="Twentieth Century"/>
              </a:defRPr>
            </a:lvl6pPr>
            <a:lvl7pPr marL="0" marR="0" lvl="6" indent="0" algn="r" rtl="0">
              <a:lnSpc>
                <a:spcPct val="100000"/>
              </a:lnSpc>
              <a:spcBef>
                <a:spcPts val="0"/>
              </a:spcBef>
              <a:spcAft>
                <a:spcPts val="0"/>
              </a:spcAft>
              <a:buClr>
                <a:srgbClr val="8E8E8E"/>
              </a:buClr>
              <a:buSzPts val="1200"/>
              <a:buFont typeface="Twentieth Century"/>
              <a:buNone/>
              <a:defRPr sz="1200" b="0" i="0" u="none" strike="noStrike" cap="none">
                <a:solidFill>
                  <a:srgbClr val="8E8E8E"/>
                </a:solidFill>
                <a:latin typeface="Twentieth Century"/>
                <a:ea typeface="Twentieth Century"/>
                <a:cs typeface="Twentieth Century"/>
                <a:sym typeface="Twentieth Century"/>
              </a:defRPr>
            </a:lvl7pPr>
            <a:lvl8pPr marL="0" marR="0" lvl="7" indent="0" algn="r" rtl="0">
              <a:lnSpc>
                <a:spcPct val="100000"/>
              </a:lnSpc>
              <a:spcBef>
                <a:spcPts val="0"/>
              </a:spcBef>
              <a:spcAft>
                <a:spcPts val="0"/>
              </a:spcAft>
              <a:buClr>
                <a:srgbClr val="8E8E8E"/>
              </a:buClr>
              <a:buSzPts val="1200"/>
              <a:buFont typeface="Twentieth Century"/>
              <a:buNone/>
              <a:defRPr sz="1200" b="0" i="0" u="none" strike="noStrike" cap="none">
                <a:solidFill>
                  <a:srgbClr val="8E8E8E"/>
                </a:solidFill>
                <a:latin typeface="Twentieth Century"/>
                <a:ea typeface="Twentieth Century"/>
                <a:cs typeface="Twentieth Century"/>
                <a:sym typeface="Twentieth Century"/>
              </a:defRPr>
            </a:lvl8pPr>
            <a:lvl9pPr marL="0" marR="0" lvl="8" indent="0" algn="r" rtl="0">
              <a:lnSpc>
                <a:spcPct val="100000"/>
              </a:lnSpc>
              <a:spcBef>
                <a:spcPts val="0"/>
              </a:spcBef>
              <a:spcAft>
                <a:spcPts val="0"/>
              </a:spcAft>
              <a:buClr>
                <a:srgbClr val="8E8E8E"/>
              </a:buClr>
              <a:buSzPts val="1200"/>
              <a:buFont typeface="Twentieth Century"/>
              <a:buNone/>
              <a:defRPr sz="1200" b="0" i="0" u="none" strike="noStrike" cap="none">
                <a:solidFill>
                  <a:srgbClr val="8E8E8E"/>
                </a:solidFill>
                <a:latin typeface="Twentieth Century"/>
                <a:ea typeface="Twentieth Century"/>
                <a:cs typeface="Twentieth Century"/>
                <a:sym typeface="Twentieth Century"/>
              </a:defRPr>
            </a:lvl9pPr>
          </a:lstStyle>
          <a:p>
            <a:pPr marL="0" lvl="0" indent="0" algn="r" rtl="0">
              <a:spcBef>
                <a:spcPts val="0"/>
              </a:spcBef>
              <a:spcAft>
                <a:spcPts val="0"/>
              </a:spcAft>
              <a:buNone/>
            </a:pPr>
            <a:endParaRPr/>
          </a:p>
        </p:txBody>
      </p:sp>
      <p:grpSp>
        <p:nvGrpSpPr>
          <p:cNvPr id="15" name="Google Shape;15;p23"/>
          <p:cNvGrpSpPr/>
          <p:nvPr/>
        </p:nvGrpSpPr>
        <p:grpSpPr>
          <a:xfrm>
            <a:off x="98180" y="96425"/>
            <a:ext cx="1971606" cy="729735"/>
            <a:chOff x="648649" y="653143"/>
            <a:chExt cx="2138362" cy="791455"/>
          </a:xfrm>
        </p:grpSpPr>
        <p:sp>
          <p:nvSpPr>
            <p:cNvPr id="16" name="Google Shape;16;p23"/>
            <p:cNvSpPr/>
            <p:nvPr/>
          </p:nvSpPr>
          <p:spPr>
            <a:xfrm>
              <a:off x="648649" y="653143"/>
              <a:ext cx="2138362" cy="791455"/>
            </a:xfrm>
            <a:prstGeom prst="roundRect">
              <a:avLst>
                <a:gd name="adj" fmla="val 16667"/>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Twentieth Century"/>
                <a:ea typeface="Twentieth Century"/>
                <a:cs typeface="Twentieth Century"/>
                <a:sym typeface="Twentieth Century"/>
              </a:endParaRPr>
            </a:p>
          </p:txBody>
        </p:sp>
        <p:pic>
          <p:nvPicPr>
            <p:cNvPr id="17" name="Google Shape;17;p23"/>
            <p:cNvPicPr preferRelativeResize="0"/>
            <p:nvPr/>
          </p:nvPicPr>
          <p:blipFill rotWithShape="1">
            <a:blip r:embed="rId30">
              <a:alphaModFix/>
            </a:blip>
            <a:srcRect t="16017" b="18101"/>
            <a:stretch/>
          </p:blipFill>
          <p:spPr>
            <a:xfrm>
              <a:off x="702844" y="653143"/>
              <a:ext cx="2029972" cy="753035"/>
            </a:xfrm>
            <a:prstGeom prst="rect">
              <a:avLst/>
            </a:prstGeom>
            <a:noFill/>
            <a:ln>
              <a:noFill/>
            </a:ln>
          </p:spPr>
        </p:pic>
      </p:gr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
          <p:cNvSpPr txBox="1">
            <a:spLocks noGrp="1"/>
          </p:cNvSpPr>
          <p:nvPr>
            <p:ph type="title"/>
          </p:nvPr>
        </p:nvSpPr>
        <p:spPr>
          <a:xfrm>
            <a:off x="588970" y="1773946"/>
            <a:ext cx="6869665" cy="202410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5400"/>
              <a:buFont typeface="Twentieth Century"/>
              <a:buNone/>
            </a:pPr>
            <a:r>
              <a:rPr lang="en-US">
                <a:latin typeface="Twentieth Century"/>
                <a:ea typeface="Twentieth Century"/>
                <a:cs typeface="Twentieth Century"/>
                <a:sym typeface="Twentieth Century"/>
              </a:rPr>
              <a:t>Machine</a:t>
            </a:r>
            <a:br>
              <a:rPr lang="en-US">
                <a:latin typeface="Twentieth Century"/>
                <a:ea typeface="Twentieth Century"/>
                <a:cs typeface="Twentieth Century"/>
                <a:sym typeface="Twentieth Century"/>
              </a:rPr>
            </a:br>
            <a:r>
              <a:rPr lang="en-US">
                <a:latin typeface="Twentieth Century"/>
                <a:ea typeface="Twentieth Century"/>
                <a:cs typeface="Twentieth Century"/>
                <a:sym typeface="Twentieth Century"/>
              </a:rPr>
              <a:t>Learning</a:t>
            </a:r>
            <a:endParaRPr i="1">
              <a:latin typeface="Twentieth Century"/>
              <a:ea typeface="Twentieth Century"/>
              <a:cs typeface="Twentieth Century"/>
              <a:sym typeface="Twentieth Century"/>
            </a:endParaRPr>
          </a:p>
        </p:txBody>
      </p:sp>
      <p:sp>
        <p:nvSpPr>
          <p:cNvPr id="256" name="Google Shape;256;p1"/>
          <p:cNvSpPr txBox="1">
            <a:spLocks noGrp="1"/>
          </p:cNvSpPr>
          <p:nvPr>
            <p:ph type="body" idx="1"/>
          </p:nvPr>
        </p:nvSpPr>
        <p:spPr>
          <a:xfrm>
            <a:off x="588970" y="4703142"/>
            <a:ext cx="6385335" cy="121217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400"/>
              <a:buNone/>
            </a:pPr>
            <a:r>
              <a:rPr lang="en-US">
                <a:latin typeface="Twentieth Century"/>
                <a:ea typeface="Twentieth Century"/>
                <a:cs typeface="Twentieth Century"/>
                <a:sym typeface="Twentieth Century"/>
              </a:rPr>
              <a:t>Algoritma Supervised Learning</a:t>
            </a:r>
            <a:endParaRPr i="1">
              <a:latin typeface="Twentieth Century"/>
              <a:ea typeface="Twentieth Century"/>
              <a:cs typeface="Twentieth Century"/>
              <a:sym typeface="Twentieth Century"/>
            </a:endParaRPr>
          </a:p>
        </p:txBody>
      </p:sp>
      <p:sp>
        <p:nvSpPr>
          <p:cNvPr id="257" name="Google Shape;257;p1"/>
          <p:cNvSpPr txBox="1">
            <a:spLocks noGrp="1"/>
          </p:cNvSpPr>
          <p:nvPr>
            <p:ph type="body" idx="3"/>
          </p:nvPr>
        </p:nvSpPr>
        <p:spPr>
          <a:xfrm>
            <a:off x="588970" y="4198087"/>
            <a:ext cx="3642135" cy="425950"/>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FFC000"/>
              </a:buClr>
              <a:buSzPts val="2800"/>
              <a:buNone/>
            </a:pPr>
            <a:r>
              <a:rPr lang="en-US"/>
              <a:t>Sesi 3</a:t>
            </a:r>
            <a:endParaRPr/>
          </a:p>
        </p:txBody>
      </p:sp>
      <p:sp>
        <p:nvSpPr>
          <p:cNvPr id="258" name="Google Shape;258;p1"/>
          <p:cNvSpPr txBox="1">
            <a:spLocks noGrp="1"/>
          </p:cNvSpPr>
          <p:nvPr>
            <p:ph type="body" idx="4"/>
          </p:nvPr>
        </p:nvSpPr>
        <p:spPr>
          <a:xfrm>
            <a:off x="588969" y="1268891"/>
            <a:ext cx="3642135" cy="425950"/>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FFC000"/>
              </a:buClr>
              <a:buSzPts val="2800"/>
              <a:buNone/>
            </a:pPr>
            <a:r>
              <a:rPr lang="en-US"/>
              <a:t>CIE407</a:t>
            </a:r>
            <a:endParaRPr/>
          </a:p>
        </p:txBody>
      </p:sp>
      <p:pic>
        <p:nvPicPr>
          <p:cNvPr id="259" name="Google Shape;259;p1"/>
          <p:cNvPicPr preferRelativeResize="0">
            <a:picLocks noGrp="1"/>
          </p:cNvPicPr>
          <p:nvPr>
            <p:ph type="pic" idx="2"/>
          </p:nvPr>
        </p:nvPicPr>
        <p:blipFill rotWithShape="1">
          <a:blip r:embed="rId3">
            <a:alphaModFix/>
          </a:blip>
          <a:srcRect l="26635" r="26636"/>
          <a:stretch/>
        </p:blipFill>
        <p:spPr>
          <a:xfrm flipH="1">
            <a:off x="7384744" y="0"/>
            <a:ext cx="4807256" cy="6858000"/>
          </a:xfrm>
          <a:prstGeom prst="flowChartDelay">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4"/>
          </p:nvPr>
        </p:nvSpPr>
        <p:spPr>
          <a:xfrm>
            <a:off x="5154979" y="2248625"/>
            <a:ext cx="6198821" cy="406777"/>
          </a:xfrm>
        </p:spPr>
        <p:txBody>
          <a:bodyPr>
            <a:normAutofit fontScale="77500" lnSpcReduction="20000"/>
          </a:bodyPr>
          <a:lstStyle/>
          <a:p>
            <a:r>
              <a:rPr lang="en-US" dirty="0"/>
              <a:t>Dr. Rahmat Budiarsa, </a:t>
            </a:r>
            <a:r>
              <a:rPr lang="en-US" dirty="0" err="1"/>
              <a:t>S.Kom</a:t>
            </a:r>
            <a:r>
              <a:rPr lang="en-US" dirty="0"/>
              <a:t>.</a:t>
            </a:r>
          </a:p>
          <a:p>
            <a:endParaRPr lang="en-US" dirty="0"/>
          </a:p>
          <a:p>
            <a:endParaRPr lang="en-US" dirty="0"/>
          </a:p>
        </p:txBody>
      </p:sp>
      <p:sp>
        <p:nvSpPr>
          <p:cNvPr id="10" name="Text Placeholder 9">
            <a:extLst>
              <a:ext uri="{FF2B5EF4-FFF2-40B4-BE49-F238E27FC236}">
                <a16:creationId xmlns:a16="http://schemas.microsoft.com/office/drawing/2014/main" id="{AD49BF15-A3C7-8807-54BE-DD9F243DEA0D}"/>
              </a:ext>
            </a:extLst>
          </p:cNvPr>
          <p:cNvSpPr>
            <a:spLocks noGrp="1"/>
          </p:cNvSpPr>
          <p:nvPr>
            <p:ph type="body" sz="quarter" idx="16"/>
          </p:nvPr>
        </p:nvSpPr>
        <p:spPr/>
        <p:txBody>
          <a:bodyPr>
            <a:normAutofit fontScale="77500" lnSpcReduction="20000"/>
          </a:bodyPr>
          <a:lstStyle/>
          <a:p>
            <a:r>
              <a:rPr lang="en-ID"/>
              <a:t>rahmat.budiarsa@esaunggul.ac.id</a:t>
            </a:r>
          </a:p>
          <a:p>
            <a:endParaRPr lang="en-ID" dirty="0"/>
          </a:p>
        </p:txBody>
      </p:sp>
      <p:sp>
        <p:nvSpPr>
          <p:cNvPr id="12" name="Text Placeholder 11">
            <a:extLst>
              <a:ext uri="{FF2B5EF4-FFF2-40B4-BE49-F238E27FC236}">
                <a16:creationId xmlns:a16="http://schemas.microsoft.com/office/drawing/2014/main" id="{855CCF90-E809-9E7D-836F-C4D3D4F3AFC9}"/>
              </a:ext>
            </a:extLst>
          </p:cNvPr>
          <p:cNvSpPr>
            <a:spLocks noGrp="1"/>
          </p:cNvSpPr>
          <p:nvPr>
            <p:ph type="body" sz="quarter" idx="15"/>
          </p:nvPr>
        </p:nvSpPr>
        <p:spPr/>
        <p:txBody>
          <a:bodyPr>
            <a:normAutofit fontScale="77500" lnSpcReduction="20000"/>
          </a:bodyPr>
          <a:lstStyle/>
          <a:p>
            <a:r>
              <a:rPr lang="en-ID" dirty="0"/>
              <a:t>8482</a:t>
            </a:r>
          </a:p>
          <a:p>
            <a:endParaRPr lang="en-ID" dirty="0"/>
          </a:p>
        </p:txBody>
      </p:sp>
      <p:pic>
        <p:nvPicPr>
          <p:cNvPr id="26" name="Picture Placeholder 25" descr="A person in a suit and tie&#10;&#10;AI-generated content may be incorrect.">
            <a:extLst>
              <a:ext uri="{FF2B5EF4-FFF2-40B4-BE49-F238E27FC236}">
                <a16:creationId xmlns:a16="http://schemas.microsoft.com/office/drawing/2014/main" id="{DE1D53B0-E00D-EA8D-1E4A-F8F7FAC420BB}"/>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t="2008" b="2008"/>
          <a:stretch>
            <a:fillRect/>
          </a:stretch>
        </p:blipFill>
        <p:spPr/>
      </p:pic>
    </p:spTree>
    <p:extLst>
      <p:ext uri="{BB962C8B-B14F-4D97-AF65-F5344CB8AC3E}">
        <p14:creationId xmlns:p14="http://schemas.microsoft.com/office/powerpoint/2010/main" val="1110284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3"/>
          <p:cNvSpPr txBox="1">
            <a:spLocks noGrp="1"/>
          </p:cNvSpPr>
          <p:nvPr>
            <p:ph type="body" idx="1"/>
          </p:nvPr>
        </p:nvSpPr>
        <p:spPr>
          <a:xfrm>
            <a:off x="801277"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83866"/>
              </a:buClr>
              <a:buSzPts val="1600"/>
              <a:buNone/>
            </a:pPr>
            <a:r>
              <a:rPr lang="en-US"/>
              <a:t>Pengenalan Machine Learning</a:t>
            </a:r>
            <a:endParaRPr/>
          </a:p>
        </p:txBody>
      </p:sp>
      <p:sp>
        <p:nvSpPr>
          <p:cNvPr id="273" name="Google Shape;273;p3"/>
          <p:cNvSpPr txBox="1">
            <a:spLocks noGrp="1"/>
          </p:cNvSpPr>
          <p:nvPr>
            <p:ph type="body" idx="2"/>
          </p:nvPr>
        </p:nvSpPr>
        <p:spPr>
          <a:xfrm>
            <a:off x="3593182"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83866"/>
              </a:buClr>
              <a:buSzPts val="1600"/>
              <a:buNone/>
            </a:pPr>
            <a:r>
              <a:rPr lang="en-US"/>
              <a:t>Supervised Learning vs Unsupervised Learning</a:t>
            </a:r>
            <a:endParaRPr/>
          </a:p>
        </p:txBody>
      </p:sp>
      <p:sp>
        <p:nvSpPr>
          <p:cNvPr id="274" name="Google Shape;274;p3"/>
          <p:cNvSpPr txBox="1">
            <a:spLocks noGrp="1"/>
          </p:cNvSpPr>
          <p:nvPr>
            <p:ph type="body" idx="3"/>
          </p:nvPr>
        </p:nvSpPr>
        <p:spPr>
          <a:xfrm>
            <a:off x="6387656"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83866"/>
              </a:buClr>
              <a:buSzPts val="1600"/>
              <a:buNone/>
            </a:pPr>
            <a:r>
              <a:rPr lang="en-US" b="1"/>
              <a:t>Algoritma Supervised Learning</a:t>
            </a:r>
            <a:endParaRPr/>
          </a:p>
        </p:txBody>
      </p:sp>
      <p:sp>
        <p:nvSpPr>
          <p:cNvPr id="275" name="Google Shape;275;p3"/>
          <p:cNvSpPr txBox="1">
            <a:spLocks noGrp="1"/>
          </p:cNvSpPr>
          <p:nvPr>
            <p:ph type="body" idx="4"/>
          </p:nvPr>
        </p:nvSpPr>
        <p:spPr>
          <a:xfrm>
            <a:off x="9179561"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83866"/>
              </a:buClr>
              <a:buSzPts val="1600"/>
              <a:buNone/>
            </a:pPr>
            <a:r>
              <a:rPr lang="en-US"/>
              <a:t>Algoritma Unsupervised Learning</a:t>
            </a:r>
            <a:endParaRPr/>
          </a:p>
        </p:txBody>
      </p:sp>
      <p:sp>
        <p:nvSpPr>
          <p:cNvPr id="276" name="Google Shape;276;p3"/>
          <p:cNvSpPr txBox="1">
            <a:spLocks noGrp="1"/>
          </p:cNvSpPr>
          <p:nvPr>
            <p:ph type="body" idx="5"/>
          </p:nvPr>
        </p:nvSpPr>
        <p:spPr>
          <a:xfrm>
            <a:off x="801277" y="4266643"/>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83866"/>
              </a:buClr>
              <a:buSzPts val="1600"/>
              <a:buNone/>
            </a:pPr>
            <a:r>
              <a:rPr lang="en-US"/>
              <a:t>Supervised Learning: Classification dan Regresi</a:t>
            </a:r>
            <a:endParaRPr/>
          </a:p>
        </p:txBody>
      </p:sp>
      <p:sp>
        <p:nvSpPr>
          <p:cNvPr id="277" name="Google Shape;277;p3"/>
          <p:cNvSpPr txBox="1">
            <a:spLocks noGrp="1"/>
          </p:cNvSpPr>
          <p:nvPr>
            <p:ph type="body" idx="6"/>
          </p:nvPr>
        </p:nvSpPr>
        <p:spPr>
          <a:xfrm>
            <a:off x="3593182" y="4266643"/>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83866"/>
              </a:buClr>
              <a:buSzPts val="1600"/>
              <a:buNone/>
            </a:pPr>
            <a:r>
              <a:rPr lang="en-US"/>
              <a:t>Supervised Learning: Decision Tree (DT)</a:t>
            </a:r>
            <a:endParaRPr/>
          </a:p>
        </p:txBody>
      </p:sp>
      <p:sp>
        <p:nvSpPr>
          <p:cNvPr id="278" name="Google Shape;278;p3"/>
          <p:cNvSpPr txBox="1">
            <a:spLocks noGrp="1"/>
          </p:cNvSpPr>
          <p:nvPr>
            <p:ph type="body" idx="7"/>
          </p:nvPr>
        </p:nvSpPr>
        <p:spPr>
          <a:xfrm>
            <a:off x="6387656" y="4266643"/>
            <a:ext cx="2243579" cy="932713"/>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rgbClr val="083866"/>
              </a:buClr>
              <a:buSzPts val="1600"/>
              <a:buNone/>
            </a:pPr>
            <a:r>
              <a:rPr lang="en-US"/>
              <a:t>Supervised Machine Learning Algorithm: Support Vector Machine (SVM)</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
          <p:cNvSpPr txBox="1">
            <a:spLocks noGrp="1"/>
          </p:cNvSpPr>
          <p:nvPr>
            <p:ph type="body" idx="1"/>
          </p:nvPr>
        </p:nvSpPr>
        <p:spPr>
          <a:xfrm>
            <a:off x="801277"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83866"/>
              </a:buClr>
              <a:buSzPts val="1600"/>
              <a:buNone/>
            </a:pPr>
            <a:r>
              <a:rPr lang="en-US"/>
              <a:t>Supervised Learning: Neural Network (Deep Learning)</a:t>
            </a:r>
            <a:endParaRPr/>
          </a:p>
        </p:txBody>
      </p:sp>
      <p:sp>
        <p:nvSpPr>
          <p:cNvPr id="284" name="Google Shape;284;p4"/>
          <p:cNvSpPr txBox="1">
            <a:spLocks noGrp="1"/>
          </p:cNvSpPr>
          <p:nvPr>
            <p:ph type="body" idx="2"/>
          </p:nvPr>
        </p:nvSpPr>
        <p:spPr>
          <a:xfrm>
            <a:off x="3593182"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83866"/>
              </a:buClr>
              <a:buSzPts val="1600"/>
              <a:buNone/>
            </a:pPr>
            <a:r>
              <a:rPr lang="en-US"/>
              <a:t>Supervised Learning: K-Nearest Neighbor</a:t>
            </a:r>
            <a:endParaRPr/>
          </a:p>
        </p:txBody>
      </p:sp>
      <p:sp>
        <p:nvSpPr>
          <p:cNvPr id="285" name="Google Shape;285;p4"/>
          <p:cNvSpPr txBox="1">
            <a:spLocks noGrp="1"/>
          </p:cNvSpPr>
          <p:nvPr>
            <p:ph type="body" idx="3"/>
          </p:nvPr>
        </p:nvSpPr>
        <p:spPr>
          <a:xfrm>
            <a:off x="6387656"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83866"/>
              </a:buClr>
              <a:buSzPts val="1600"/>
              <a:buNone/>
            </a:pPr>
            <a:r>
              <a:rPr lang="en-US"/>
              <a:t>Unsupervised Learning: Clustering</a:t>
            </a:r>
            <a:endParaRPr/>
          </a:p>
        </p:txBody>
      </p:sp>
      <p:sp>
        <p:nvSpPr>
          <p:cNvPr id="286" name="Google Shape;286;p4"/>
          <p:cNvSpPr txBox="1">
            <a:spLocks noGrp="1"/>
          </p:cNvSpPr>
          <p:nvPr>
            <p:ph type="body" idx="4"/>
          </p:nvPr>
        </p:nvSpPr>
        <p:spPr>
          <a:xfrm>
            <a:off x="9179561" y="2394950"/>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83866"/>
              </a:buClr>
              <a:buSzPts val="1600"/>
              <a:buNone/>
            </a:pPr>
            <a:r>
              <a:rPr lang="en-US"/>
              <a:t>Unsupervised Learning: Principal Component Analysis</a:t>
            </a:r>
            <a:endParaRPr/>
          </a:p>
        </p:txBody>
      </p:sp>
      <p:sp>
        <p:nvSpPr>
          <p:cNvPr id="287" name="Google Shape;287;p4"/>
          <p:cNvSpPr txBox="1">
            <a:spLocks noGrp="1"/>
          </p:cNvSpPr>
          <p:nvPr>
            <p:ph type="body" idx="5"/>
          </p:nvPr>
        </p:nvSpPr>
        <p:spPr>
          <a:xfrm>
            <a:off x="801277" y="4266643"/>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83866"/>
              </a:buClr>
              <a:buSzPts val="1600"/>
              <a:buNone/>
            </a:pPr>
            <a:r>
              <a:rPr lang="en-US"/>
              <a:t>Fitur Representasi dan Rekayasa Data</a:t>
            </a:r>
            <a:endParaRPr/>
          </a:p>
        </p:txBody>
      </p:sp>
      <p:sp>
        <p:nvSpPr>
          <p:cNvPr id="288" name="Google Shape;288;p4"/>
          <p:cNvSpPr txBox="1">
            <a:spLocks noGrp="1"/>
          </p:cNvSpPr>
          <p:nvPr>
            <p:ph type="body" idx="6"/>
          </p:nvPr>
        </p:nvSpPr>
        <p:spPr>
          <a:xfrm>
            <a:off x="3593182" y="4266643"/>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83866"/>
              </a:buClr>
              <a:buSzPts val="1600"/>
              <a:buNone/>
            </a:pPr>
            <a:r>
              <a:rPr lang="en-US"/>
              <a:t>Evaluasi dan Perbaikan Model</a:t>
            </a:r>
            <a:endParaRPr/>
          </a:p>
        </p:txBody>
      </p:sp>
      <p:sp>
        <p:nvSpPr>
          <p:cNvPr id="289" name="Google Shape;289;p4"/>
          <p:cNvSpPr txBox="1">
            <a:spLocks noGrp="1"/>
          </p:cNvSpPr>
          <p:nvPr>
            <p:ph type="body" idx="7"/>
          </p:nvPr>
        </p:nvSpPr>
        <p:spPr>
          <a:xfrm>
            <a:off x="6387656" y="4266643"/>
            <a:ext cx="2243579" cy="93271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83866"/>
              </a:buClr>
              <a:buSzPts val="1600"/>
              <a:buNone/>
            </a:pPr>
            <a:r>
              <a:rPr lang="en-US"/>
              <a:t>Tantangan dalam Machine Learning</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5"/>
          <p:cNvSpPr txBox="1">
            <a:spLocks noGrp="1"/>
          </p:cNvSpPr>
          <p:nvPr>
            <p:ph type="body" idx="1"/>
          </p:nvPr>
        </p:nvSpPr>
        <p:spPr>
          <a:xfrm>
            <a:off x="838200" y="2139885"/>
            <a:ext cx="10515600" cy="3960664"/>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rgbClr val="031629"/>
              </a:buClr>
              <a:buSzPts val="2200"/>
              <a:buNone/>
            </a:pPr>
            <a:r>
              <a:rPr lang="en-US" b="1"/>
              <a:t>Setelah mempelajari materi pada sesi ini, diharapkan mahasiswa:</a:t>
            </a:r>
            <a:endParaRPr/>
          </a:p>
          <a:p>
            <a:pPr marL="342900" lvl="0" indent="-342900" algn="just" rtl="0">
              <a:lnSpc>
                <a:spcPct val="90000"/>
              </a:lnSpc>
              <a:spcBef>
                <a:spcPts val="1000"/>
              </a:spcBef>
              <a:spcAft>
                <a:spcPts val="0"/>
              </a:spcAft>
              <a:buClr>
                <a:srgbClr val="031629"/>
              </a:buClr>
              <a:buSzPts val="2200"/>
              <a:buFont typeface="Arial"/>
              <a:buChar char="•"/>
            </a:pPr>
            <a:r>
              <a:rPr lang="en-US"/>
              <a:t>Mampu menjelaskan algoritma-algoritma yang termasuk dalam supervised learning.</a:t>
            </a:r>
            <a:endParaRPr/>
          </a:p>
          <a:p>
            <a:pPr marL="342900" lvl="0" indent="-342900" algn="just" rtl="0">
              <a:lnSpc>
                <a:spcPct val="90000"/>
              </a:lnSpc>
              <a:spcBef>
                <a:spcPts val="1000"/>
              </a:spcBef>
              <a:spcAft>
                <a:spcPts val="0"/>
              </a:spcAft>
              <a:buClr>
                <a:srgbClr val="031629"/>
              </a:buClr>
              <a:buSzPts val="2200"/>
              <a:buFont typeface="Arial"/>
              <a:buChar char="•"/>
            </a:pPr>
            <a:r>
              <a:rPr lang="en-US"/>
              <a:t>Mampu menjelaskan manfaat algoritma-algoritma yang termasuk dalam supervised learning.</a:t>
            </a:r>
            <a:endParaRPr/>
          </a:p>
          <a:p>
            <a:pPr marL="342900" lvl="0" indent="-203200" algn="just" rtl="0">
              <a:lnSpc>
                <a:spcPct val="90000"/>
              </a:lnSpc>
              <a:spcBef>
                <a:spcPts val="1000"/>
              </a:spcBef>
              <a:spcAft>
                <a:spcPts val="0"/>
              </a:spcAft>
              <a:buClr>
                <a:srgbClr val="031629"/>
              </a:buClr>
              <a:buSzPts val="2200"/>
              <a:buFont typeface="Arial"/>
              <a:buNone/>
            </a:pPr>
            <a:endParaRPr/>
          </a:p>
          <a:p>
            <a:pPr marL="342900" lvl="0" indent="-203200" algn="just" rtl="0">
              <a:lnSpc>
                <a:spcPct val="90000"/>
              </a:lnSpc>
              <a:spcBef>
                <a:spcPts val="1000"/>
              </a:spcBef>
              <a:spcAft>
                <a:spcPts val="0"/>
              </a:spcAft>
              <a:buClr>
                <a:srgbClr val="031629"/>
              </a:buClr>
              <a:buSzPts val="2200"/>
              <a:buFont typeface="Arial"/>
              <a:buNone/>
            </a:pP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6"/>
          <p:cNvSpPr txBox="1">
            <a:spLocks noGrp="1"/>
          </p:cNvSpPr>
          <p:nvPr>
            <p:ph type="ctrTitle"/>
          </p:nvPr>
        </p:nvSpPr>
        <p:spPr>
          <a:xfrm>
            <a:off x="5824603" y="2413722"/>
            <a:ext cx="5529197" cy="1920647"/>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E60AC"/>
              </a:buClr>
              <a:buSzPts val="5400"/>
              <a:buFont typeface="Twentieth Century"/>
              <a:buNone/>
            </a:pPr>
            <a:r>
              <a:rPr lang="en-US" sz="5400"/>
              <a:t>Algoritma dalam Supervised Learning</a:t>
            </a:r>
            <a:endParaRPr/>
          </a:p>
        </p:txBody>
      </p:sp>
      <p:pic>
        <p:nvPicPr>
          <p:cNvPr id="300" name="Google Shape;300;p6"/>
          <p:cNvPicPr preferRelativeResize="0">
            <a:picLocks noGrp="1"/>
          </p:cNvPicPr>
          <p:nvPr>
            <p:ph type="pic" idx="2"/>
          </p:nvPr>
        </p:nvPicPr>
        <p:blipFill rotWithShape="1">
          <a:blip r:embed="rId3">
            <a:alphaModFix/>
          </a:blip>
          <a:srcRect l="4608" r="4607"/>
          <a:stretch/>
        </p:blipFill>
        <p:spPr>
          <a:xfrm>
            <a:off x="0" y="1001713"/>
            <a:ext cx="5316538" cy="5856287"/>
          </a:xfrm>
          <a:prstGeom prst="flowChartDelay">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7"/>
          <p:cNvSpPr/>
          <p:nvPr/>
        </p:nvSpPr>
        <p:spPr>
          <a:xfrm>
            <a:off x="4329113" y="0"/>
            <a:ext cx="2271712" cy="68580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Twentieth Century"/>
              <a:ea typeface="Twentieth Century"/>
              <a:cs typeface="Twentieth Century"/>
              <a:sym typeface="Twentieth Century"/>
            </a:endParaRPr>
          </a:p>
        </p:txBody>
      </p:sp>
      <p:sp>
        <p:nvSpPr>
          <p:cNvPr id="306" name="Google Shape;306;p7"/>
          <p:cNvSpPr txBox="1">
            <a:spLocks noGrp="1"/>
          </p:cNvSpPr>
          <p:nvPr>
            <p:ph type="title"/>
          </p:nvPr>
        </p:nvSpPr>
        <p:spPr>
          <a:xfrm>
            <a:off x="687780" y="1822237"/>
            <a:ext cx="5263315" cy="796874"/>
          </a:xfrm>
          <a:prstGeom prst="rect">
            <a:avLst/>
          </a:prstGeom>
          <a:noFill/>
          <a:ln>
            <a:noFill/>
          </a:ln>
        </p:spPr>
        <p:txBody>
          <a:bodyPr spcFirstLastPara="1" wrap="square" lIns="91425" tIns="45700" rIns="91425" bIns="45700" anchor="b" anchorCtr="0">
            <a:normAutofit fontScale="90000"/>
          </a:bodyPr>
          <a:lstStyle/>
          <a:p>
            <a:pPr marL="0" lvl="0" indent="0" algn="l" rtl="0">
              <a:lnSpc>
                <a:spcPct val="90000"/>
              </a:lnSpc>
              <a:spcBef>
                <a:spcPts val="0"/>
              </a:spcBef>
              <a:spcAft>
                <a:spcPts val="0"/>
              </a:spcAft>
              <a:buClr>
                <a:srgbClr val="FFC000"/>
              </a:buClr>
              <a:buSzPts val="3200"/>
              <a:buFont typeface="Twentieth Century"/>
              <a:buNone/>
            </a:pPr>
            <a:r>
              <a:rPr lang="en-US"/>
              <a:t>Apa Itu Supervised Learning?</a:t>
            </a:r>
            <a:endParaRPr/>
          </a:p>
        </p:txBody>
      </p:sp>
      <p:sp>
        <p:nvSpPr>
          <p:cNvPr id="307" name="Google Shape;307;p7"/>
          <p:cNvSpPr txBox="1">
            <a:spLocks noGrp="1"/>
          </p:cNvSpPr>
          <p:nvPr>
            <p:ph type="body" idx="1"/>
          </p:nvPr>
        </p:nvSpPr>
        <p:spPr>
          <a:xfrm>
            <a:off x="687781" y="2778819"/>
            <a:ext cx="5127232" cy="2392788"/>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chemeClr val="lt1"/>
              </a:buClr>
              <a:buSzPts val="2200"/>
              <a:buNone/>
            </a:pPr>
            <a:r>
              <a:rPr lang="en-US" sz="2200">
                <a:latin typeface="Twentieth Century"/>
                <a:ea typeface="Twentieth Century"/>
                <a:cs typeface="Twentieth Century"/>
                <a:sym typeface="Twentieth Century"/>
              </a:rPr>
              <a:t>Supervised Learning adalah suatu pendekatan dalam pembuatan AI. Disebut “supervised” karena dalam pendekatan ini, machine learning dilatih untuk mengenali pola antara input data dan label output.</a:t>
            </a:r>
            <a:endParaRPr/>
          </a:p>
          <a:p>
            <a:pPr marL="0" lvl="0" indent="0" algn="just" rtl="0">
              <a:lnSpc>
                <a:spcPct val="100000"/>
              </a:lnSpc>
              <a:spcBef>
                <a:spcPts val="0"/>
              </a:spcBef>
              <a:spcAft>
                <a:spcPts val="0"/>
              </a:spcAft>
              <a:buClr>
                <a:schemeClr val="lt1"/>
              </a:buClr>
              <a:buSzPts val="2200"/>
              <a:buNone/>
            </a:pPr>
            <a:r>
              <a:rPr lang="en-US" sz="2200">
                <a:latin typeface="Twentieth Century"/>
                <a:ea typeface="Twentieth Century"/>
                <a:cs typeface="Twentieth Century"/>
                <a:sym typeface="Twentieth Century"/>
              </a:rPr>
              <a:t/>
            </a:r>
            <a:br>
              <a:rPr lang="en-US" sz="2200">
                <a:latin typeface="Twentieth Century"/>
                <a:ea typeface="Twentieth Century"/>
                <a:cs typeface="Twentieth Century"/>
                <a:sym typeface="Twentieth Century"/>
              </a:rPr>
            </a:br>
            <a:r>
              <a:rPr lang="en-US" sz="2200">
                <a:latin typeface="Twentieth Century"/>
                <a:ea typeface="Twentieth Century"/>
                <a:cs typeface="Twentieth Century"/>
                <a:sym typeface="Twentieth Century"/>
              </a:rPr>
              <a:t/>
            </a:r>
            <a:br>
              <a:rPr lang="en-US" sz="2200">
                <a:latin typeface="Twentieth Century"/>
                <a:ea typeface="Twentieth Century"/>
                <a:cs typeface="Twentieth Century"/>
                <a:sym typeface="Twentieth Century"/>
              </a:rPr>
            </a:br>
            <a:endParaRPr sz="2200">
              <a:latin typeface="Twentieth Century"/>
              <a:ea typeface="Twentieth Century"/>
              <a:cs typeface="Twentieth Century"/>
              <a:sym typeface="Twentieth Century"/>
            </a:endParaRPr>
          </a:p>
        </p:txBody>
      </p:sp>
      <p:pic>
        <p:nvPicPr>
          <p:cNvPr id="308" name="Google Shape;308;p7" descr="3 Jenis ML: Supervised, Unsuperviced, Reinforcement Learning - VPSLabs R&amp;D"/>
          <p:cNvPicPr preferRelativeResize="0"/>
          <p:nvPr/>
        </p:nvPicPr>
        <p:blipFill rotWithShape="1">
          <a:blip r:embed="rId3">
            <a:alphaModFix/>
          </a:blip>
          <a:srcRect l="1833" t="22924" r="69146" b="6821"/>
          <a:stretch/>
        </p:blipFill>
        <p:spPr>
          <a:xfrm>
            <a:off x="7053084" y="961581"/>
            <a:ext cx="3499992" cy="493483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8"/>
          <p:cNvSpPr/>
          <p:nvPr/>
        </p:nvSpPr>
        <p:spPr>
          <a:xfrm>
            <a:off x="6027808" y="2307694"/>
            <a:ext cx="2461025" cy="460894"/>
          </a:xfrm>
          <a:prstGeom prst="roundRect">
            <a:avLst>
              <a:gd name="adj" fmla="val 16667"/>
            </a:avLst>
          </a:prstGeom>
          <a:solidFill>
            <a:srgbClr val="C0DFF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chemeClr val="dk1"/>
                </a:solidFill>
                <a:latin typeface="Twentieth Century"/>
                <a:ea typeface="Twentieth Century"/>
                <a:cs typeface="Twentieth Century"/>
                <a:sym typeface="Twentieth Century"/>
              </a:rPr>
              <a:t>1. Decision Trees</a:t>
            </a:r>
            <a:endParaRPr/>
          </a:p>
        </p:txBody>
      </p:sp>
      <p:pic>
        <p:nvPicPr>
          <p:cNvPr id="314" name="Google Shape;314;p8"/>
          <p:cNvPicPr preferRelativeResize="0">
            <a:picLocks noGrp="1"/>
          </p:cNvPicPr>
          <p:nvPr>
            <p:ph type="pic" idx="2"/>
          </p:nvPr>
        </p:nvPicPr>
        <p:blipFill rotWithShape="1">
          <a:blip r:embed="rId3">
            <a:alphaModFix/>
          </a:blip>
          <a:srcRect l="13465" r="13466"/>
          <a:stretch/>
        </p:blipFill>
        <p:spPr>
          <a:xfrm>
            <a:off x="569913" y="1100138"/>
            <a:ext cx="4887912" cy="5021262"/>
          </a:xfrm>
          <a:prstGeom prst="rect">
            <a:avLst/>
          </a:prstGeom>
          <a:noFill/>
          <a:ln>
            <a:noFill/>
          </a:ln>
        </p:spPr>
      </p:pic>
      <p:sp>
        <p:nvSpPr>
          <p:cNvPr id="315" name="Google Shape;315;p8"/>
          <p:cNvSpPr txBox="1">
            <a:spLocks noGrp="1"/>
          </p:cNvSpPr>
          <p:nvPr>
            <p:ph type="body" idx="1"/>
          </p:nvPr>
        </p:nvSpPr>
        <p:spPr>
          <a:xfrm>
            <a:off x="5918477" y="980721"/>
            <a:ext cx="5280565" cy="1244184"/>
          </a:xfrm>
          <a:prstGeom prst="rect">
            <a:avLst/>
          </a:prstGeom>
          <a:noFill/>
          <a:ln>
            <a:noFill/>
          </a:ln>
        </p:spPr>
        <p:txBody>
          <a:bodyPr spcFirstLastPara="1" wrap="square" lIns="91425" tIns="45700" rIns="91425" bIns="45700" anchor="t" anchorCtr="0">
            <a:normAutofit/>
          </a:bodyPr>
          <a:lstStyle/>
          <a:p>
            <a:pPr marL="0" lvl="0" indent="0" algn="just" rtl="0">
              <a:lnSpc>
                <a:spcPct val="100000"/>
              </a:lnSpc>
              <a:spcBef>
                <a:spcPts val="0"/>
              </a:spcBef>
              <a:spcAft>
                <a:spcPts val="0"/>
              </a:spcAft>
              <a:buClr>
                <a:schemeClr val="dk2"/>
              </a:buClr>
              <a:buSzPts val="2400"/>
              <a:buNone/>
            </a:pPr>
            <a:r>
              <a:rPr lang="en-US" sz="2400" b="1">
                <a:solidFill>
                  <a:schemeClr val="dk2"/>
                </a:solidFill>
                <a:latin typeface="Twentieth Century"/>
                <a:ea typeface="Twentieth Century"/>
                <a:cs typeface="Twentieth Century"/>
                <a:sym typeface="Twentieth Century"/>
              </a:rPr>
              <a:t>Adapun algoritma-algoritma yang termasuk dalam Supervised Learning adalah:</a:t>
            </a:r>
            <a:endParaRPr/>
          </a:p>
        </p:txBody>
      </p:sp>
      <p:sp>
        <p:nvSpPr>
          <p:cNvPr id="316" name="Google Shape;316;p8"/>
          <p:cNvSpPr/>
          <p:nvPr/>
        </p:nvSpPr>
        <p:spPr>
          <a:xfrm>
            <a:off x="6027808" y="2866562"/>
            <a:ext cx="3990836" cy="460894"/>
          </a:xfrm>
          <a:prstGeom prst="roundRect">
            <a:avLst>
              <a:gd name="adj" fmla="val 16667"/>
            </a:avLst>
          </a:prstGeom>
          <a:solidFill>
            <a:srgbClr val="C0DFF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chemeClr val="dk1"/>
                </a:solidFill>
                <a:latin typeface="Twentieth Century"/>
                <a:ea typeface="Twentieth Century"/>
                <a:cs typeface="Twentieth Century"/>
                <a:sym typeface="Twentieth Century"/>
              </a:rPr>
              <a:t>2. KNN (K-Nearest Neighbor)</a:t>
            </a:r>
            <a:endParaRPr/>
          </a:p>
        </p:txBody>
      </p:sp>
      <p:sp>
        <p:nvSpPr>
          <p:cNvPr id="317" name="Google Shape;317;p8"/>
          <p:cNvSpPr/>
          <p:nvPr/>
        </p:nvSpPr>
        <p:spPr>
          <a:xfrm>
            <a:off x="6027808" y="3425430"/>
            <a:ext cx="2917410" cy="460894"/>
          </a:xfrm>
          <a:prstGeom prst="roundRect">
            <a:avLst>
              <a:gd name="adj" fmla="val 16667"/>
            </a:avLst>
          </a:prstGeom>
          <a:solidFill>
            <a:srgbClr val="C0DFF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chemeClr val="dk1"/>
                </a:solidFill>
                <a:latin typeface="Twentieth Century"/>
                <a:ea typeface="Twentieth Century"/>
                <a:cs typeface="Twentieth Century"/>
                <a:sym typeface="Twentieth Century"/>
              </a:rPr>
              <a:t>3. Feature Extraction</a:t>
            </a:r>
            <a:endParaRPr/>
          </a:p>
        </p:txBody>
      </p:sp>
      <p:sp>
        <p:nvSpPr>
          <p:cNvPr id="318" name="Google Shape;318;p8"/>
          <p:cNvSpPr/>
          <p:nvPr/>
        </p:nvSpPr>
        <p:spPr>
          <a:xfrm>
            <a:off x="6027808" y="3984298"/>
            <a:ext cx="2191853" cy="460894"/>
          </a:xfrm>
          <a:prstGeom prst="roundRect">
            <a:avLst>
              <a:gd name="adj" fmla="val 16667"/>
            </a:avLst>
          </a:prstGeom>
          <a:solidFill>
            <a:srgbClr val="C0DFF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chemeClr val="dk1"/>
                </a:solidFill>
                <a:latin typeface="Twentieth Century"/>
                <a:ea typeface="Twentieth Century"/>
                <a:cs typeface="Twentieth Century"/>
                <a:sym typeface="Twentieth Century"/>
              </a:rPr>
              <a:t>4. Naïve Bayes</a:t>
            </a:r>
            <a:endParaRPr/>
          </a:p>
        </p:txBody>
      </p:sp>
      <p:sp>
        <p:nvSpPr>
          <p:cNvPr id="319" name="Google Shape;319;p8"/>
          <p:cNvSpPr/>
          <p:nvPr/>
        </p:nvSpPr>
        <p:spPr>
          <a:xfrm>
            <a:off x="6027807" y="4543166"/>
            <a:ext cx="4547427" cy="460894"/>
          </a:xfrm>
          <a:prstGeom prst="roundRect">
            <a:avLst>
              <a:gd name="adj" fmla="val 16667"/>
            </a:avLst>
          </a:prstGeom>
          <a:solidFill>
            <a:srgbClr val="C0DFF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chemeClr val="dk1"/>
                </a:solidFill>
                <a:latin typeface="Twentieth Century"/>
                <a:ea typeface="Twentieth Century"/>
                <a:cs typeface="Twentieth Century"/>
                <a:sym typeface="Twentieth Century"/>
              </a:rPr>
              <a:t>5. SVM (Support Vector Machines)</a:t>
            </a:r>
            <a:endParaRPr/>
          </a:p>
        </p:txBody>
      </p:sp>
      <p:sp>
        <p:nvSpPr>
          <p:cNvPr id="320" name="Google Shape;320;p8"/>
          <p:cNvSpPr/>
          <p:nvPr/>
        </p:nvSpPr>
        <p:spPr>
          <a:xfrm>
            <a:off x="6027807" y="5102034"/>
            <a:ext cx="3782115" cy="460894"/>
          </a:xfrm>
          <a:prstGeom prst="roundRect">
            <a:avLst>
              <a:gd name="adj" fmla="val 16667"/>
            </a:avLst>
          </a:prstGeom>
          <a:solidFill>
            <a:srgbClr val="C0DFF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chemeClr val="dk1"/>
                </a:solidFill>
                <a:latin typeface="Twentieth Century"/>
                <a:ea typeface="Twentieth Century"/>
                <a:cs typeface="Twentieth Century"/>
                <a:sym typeface="Twentieth Century"/>
              </a:rPr>
              <a:t>6. Artificial Neural Network</a:t>
            </a:r>
            <a:endParaRPr/>
          </a:p>
        </p:txBody>
      </p:sp>
      <p:sp>
        <p:nvSpPr>
          <p:cNvPr id="321" name="Google Shape;321;p8"/>
          <p:cNvSpPr/>
          <p:nvPr/>
        </p:nvSpPr>
        <p:spPr>
          <a:xfrm>
            <a:off x="6027807" y="5660902"/>
            <a:ext cx="3493882" cy="460894"/>
          </a:xfrm>
          <a:prstGeom prst="roundRect">
            <a:avLst>
              <a:gd name="adj" fmla="val 16667"/>
            </a:avLst>
          </a:prstGeom>
          <a:solidFill>
            <a:srgbClr val="C0DFF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chemeClr val="dk1"/>
                </a:solidFill>
                <a:latin typeface="Twentieth Century"/>
                <a:ea typeface="Twentieth Century"/>
                <a:cs typeface="Twentieth Century"/>
                <a:sym typeface="Twentieth Century"/>
              </a:rPr>
              <a:t>7. Unsupervised Learning</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9"/>
          <p:cNvSpPr txBox="1">
            <a:spLocks noGrp="1"/>
          </p:cNvSpPr>
          <p:nvPr>
            <p:ph type="body" idx="1"/>
          </p:nvPr>
        </p:nvSpPr>
        <p:spPr>
          <a:xfrm>
            <a:off x="751682" y="1528227"/>
            <a:ext cx="10493114" cy="1451728"/>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rgbClr val="031629"/>
              </a:buClr>
              <a:buSzPts val="2200"/>
              <a:buNone/>
            </a:pPr>
            <a:r>
              <a:rPr lang="en-US" sz="2200">
                <a:latin typeface="Twentieth Century"/>
                <a:ea typeface="Twentieth Century"/>
                <a:cs typeface="Twentieth Century"/>
                <a:sym typeface="Twentieth Century"/>
              </a:rPr>
              <a:t>KNN adalah sebuah metode klasifikasi terhadap sekumpulan data berdasarkan pembelajaran  data yang sudah terklasifikasikan sebelumya. </a:t>
            </a:r>
            <a:endParaRPr/>
          </a:p>
          <a:p>
            <a:pPr marL="0" lvl="0" indent="0" algn="just" rtl="0">
              <a:lnSpc>
                <a:spcPct val="100000"/>
              </a:lnSpc>
              <a:spcBef>
                <a:spcPts val="0"/>
              </a:spcBef>
              <a:spcAft>
                <a:spcPts val="0"/>
              </a:spcAft>
              <a:buClr>
                <a:srgbClr val="031629"/>
              </a:buClr>
              <a:buSzPts val="2200"/>
              <a:buNone/>
            </a:pPr>
            <a:endParaRPr sz="2200">
              <a:latin typeface="Twentieth Century"/>
              <a:ea typeface="Twentieth Century"/>
              <a:cs typeface="Twentieth Century"/>
              <a:sym typeface="Twentieth Century"/>
            </a:endParaRPr>
          </a:p>
          <a:p>
            <a:pPr marL="0" lvl="0" indent="0" algn="just" rtl="0">
              <a:lnSpc>
                <a:spcPct val="100000"/>
              </a:lnSpc>
              <a:spcBef>
                <a:spcPts val="0"/>
              </a:spcBef>
              <a:spcAft>
                <a:spcPts val="0"/>
              </a:spcAft>
              <a:buClr>
                <a:srgbClr val="031629"/>
              </a:buClr>
              <a:buSzPts val="2200"/>
              <a:buNone/>
            </a:pPr>
            <a:r>
              <a:rPr lang="en-US" sz="2200">
                <a:latin typeface="Twentieth Century"/>
                <a:ea typeface="Twentieth Century"/>
                <a:cs typeface="Twentieth Century"/>
                <a:sym typeface="Twentieth Century"/>
              </a:rPr>
              <a:t>Termasuk dalam supervised learning, dimana hasil query instance yang baru diklasifikasikan berdasarkan mayoritas kedekatan jarak dari kategori yang ada dalam KNN.</a:t>
            </a:r>
            <a:endParaRPr/>
          </a:p>
        </p:txBody>
      </p:sp>
      <p:sp>
        <p:nvSpPr>
          <p:cNvPr id="327" name="Google Shape;327;p9"/>
          <p:cNvSpPr txBox="1"/>
          <p:nvPr/>
        </p:nvSpPr>
        <p:spPr>
          <a:xfrm>
            <a:off x="751682" y="939831"/>
            <a:ext cx="10493113" cy="618376"/>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E60AC"/>
              </a:buClr>
              <a:buSzPts val="3600"/>
              <a:buFont typeface="Twentieth Century"/>
              <a:buNone/>
            </a:pPr>
            <a:r>
              <a:rPr lang="en-US" sz="3600" b="1" dirty="0">
                <a:solidFill>
                  <a:srgbClr val="0E60AC"/>
                </a:solidFill>
                <a:latin typeface="Twentieth Century"/>
                <a:ea typeface="Twentieth Century"/>
                <a:cs typeface="Twentieth Century"/>
                <a:sym typeface="Twentieth Century"/>
              </a:rPr>
              <a:t>K-Nearest Neighbor Classifies (KNN)</a:t>
            </a:r>
            <a:endParaRPr dirty="0"/>
          </a:p>
        </p:txBody>
      </p:sp>
      <p:pic>
        <p:nvPicPr>
          <p:cNvPr id="328" name="Google Shape;328;p9" descr="Yuk Kenali Apa itu Algoritma K-Nearest Neighbors (KNN) - Trivusi"/>
          <p:cNvPicPr preferRelativeResize="0"/>
          <p:nvPr/>
        </p:nvPicPr>
        <p:blipFill rotWithShape="1">
          <a:blip r:embed="rId3">
            <a:alphaModFix/>
          </a:blip>
          <a:srcRect/>
          <a:stretch/>
        </p:blipFill>
        <p:spPr>
          <a:xfrm>
            <a:off x="3140738" y="3520225"/>
            <a:ext cx="5715000" cy="28575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10"/>
          <p:cNvSpPr txBox="1">
            <a:spLocks noGrp="1"/>
          </p:cNvSpPr>
          <p:nvPr>
            <p:ph type="body" idx="1"/>
          </p:nvPr>
        </p:nvSpPr>
        <p:spPr>
          <a:xfrm>
            <a:off x="751682" y="2097504"/>
            <a:ext cx="5949907" cy="3124201"/>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rgbClr val="031629"/>
              </a:buClr>
              <a:buSzPts val="2200"/>
              <a:buNone/>
            </a:pPr>
            <a:r>
              <a:rPr lang="en-US" sz="2200">
                <a:latin typeface="Twentieth Century"/>
                <a:ea typeface="Twentieth Century"/>
                <a:cs typeface="Twentieth Century"/>
                <a:sym typeface="Twentieth Century"/>
              </a:rPr>
              <a:t>Model Linier adalah salah satu model dalam pembelajaran mesin. Ini adalah landasan bagi banyak algoritme pembelajaran mesin yang kompleks, termasuk jaringan saraf dalam.</a:t>
            </a:r>
            <a:endParaRPr/>
          </a:p>
          <a:p>
            <a:pPr marL="0" lvl="0" indent="0" algn="just" rtl="0">
              <a:lnSpc>
                <a:spcPct val="100000"/>
              </a:lnSpc>
              <a:spcBef>
                <a:spcPts val="0"/>
              </a:spcBef>
              <a:spcAft>
                <a:spcPts val="0"/>
              </a:spcAft>
              <a:buClr>
                <a:srgbClr val="031629"/>
              </a:buClr>
              <a:buSzPts val="2200"/>
              <a:buNone/>
            </a:pPr>
            <a:endParaRPr sz="2200">
              <a:latin typeface="Twentieth Century"/>
              <a:ea typeface="Twentieth Century"/>
              <a:cs typeface="Twentieth Century"/>
              <a:sym typeface="Twentieth Century"/>
            </a:endParaRPr>
          </a:p>
          <a:p>
            <a:pPr marL="0" lvl="0" indent="0" algn="just" rtl="0">
              <a:lnSpc>
                <a:spcPct val="100000"/>
              </a:lnSpc>
              <a:spcBef>
                <a:spcPts val="0"/>
              </a:spcBef>
              <a:spcAft>
                <a:spcPts val="0"/>
              </a:spcAft>
              <a:buClr>
                <a:srgbClr val="031629"/>
              </a:buClr>
              <a:buSzPts val="2200"/>
              <a:buNone/>
            </a:pPr>
            <a:r>
              <a:rPr lang="en-US" sz="2200">
                <a:latin typeface="Twentieth Century"/>
                <a:ea typeface="Twentieth Century"/>
                <a:cs typeface="Twentieth Century"/>
                <a:sym typeface="Twentieth Century"/>
              </a:rPr>
              <a:t>Beberapa skenario kehidupan nyata mengikuti hubungan linier antara variabel dependen dan independen. </a:t>
            </a:r>
            <a:endParaRPr/>
          </a:p>
        </p:txBody>
      </p:sp>
      <p:sp>
        <p:nvSpPr>
          <p:cNvPr id="334" name="Google Shape;334;p10"/>
          <p:cNvSpPr txBox="1"/>
          <p:nvPr/>
        </p:nvSpPr>
        <p:spPr>
          <a:xfrm>
            <a:off x="751682" y="939831"/>
            <a:ext cx="10493113" cy="618376"/>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E60AC"/>
              </a:buClr>
              <a:buSzPts val="3600"/>
              <a:buFont typeface="Twentieth Century"/>
              <a:buNone/>
            </a:pPr>
            <a:r>
              <a:rPr lang="en-US" sz="3600" b="1">
                <a:solidFill>
                  <a:srgbClr val="0E60AC"/>
                </a:solidFill>
                <a:latin typeface="Twentieth Century"/>
                <a:ea typeface="Twentieth Century"/>
                <a:cs typeface="Twentieth Century"/>
                <a:sym typeface="Twentieth Century"/>
              </a:rPr>
              <a:t>Linear Model</a:t>
            </a:r>
            <a:endParaRPr/>
          </a:p>
        </p:txBody>
      </p:sp>
      <p:pic>
        <p:nvPicPr>
          <p:cNvPr id="335" name="Google Shape;335;p10"/>
          <p:cNvPicPr preferRelativeResize="0"/>
          <p:nvPr/>
        </p:nvPicPr>
        <p:blipFill rotWithShape="1">
          <a:blip r:embed="rId3">
            <a:alphaModFix/>
          </a:blip>
          <a:srcRect t="13030"/>
          <a:stretch/>
        </p:blipFill>
        <p:spPr>
          <a:xfrm>
            <a:off x="7168305" y="1965155"/>
            <a:ext cx="3977391" cy="3076076"/>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11"/>
          <p:cNvSpPr txBox="1">
            <a:spLocks noGrp="1"/>
          </p:cNvSpPr>
          <p:nvPr>
            <p:ph type="body" idx="1"/>
          </p:nvPr>
        </p:nvSpPr>
        <p:spPr>
          <a:xfrm>
            <a:off x="751682" y="1528227"/>
            <a:ext cx="10493114" cy="1451728"/>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031629"/>
              </a:buClr>
              <a:buSzPts val="2200"/>
              <a:buNone/>
            </a:pPr>
            <a:r>
              <a:rPr lang="en-US" sz="2200">
                <a:latin typeface="Twentieth Century"/>
                <a:ea typeface="Twentieth Century"/>
                <a:cs typeface="Twentieth Century"/>
                <a:sym typeface="Twentieth Century"/>
              </a:rPr>
              <a:t>Naïve Bayes Classifier merupakan sebuah metoda klasifikasi yang berakar pada teorema Bayes . Metode pengklasifikasian dg menggunakan metode probabilitas dan statistik yg dikemukakan oleh ilmuwan Inggris Thomas Bayes.</a:t>
            </a:r>
            <a:endParaRPr/>
          </a:p>
        </p:txBody>
      </p:sp>
      <p:sp>
        <p:nvSpPr>
          <p:cNvPr id="341" name="Google Shape;341;p11"/>
          <p:cNvSpPr txBox="1"/>
          <p:nvPr/>
        </p:nvSpPr>
        <p:spPr>
          <a:xfrm>
            <a:off x="751682" y="939831"/>
            <a:ext cx="10493113" cy="618376"/>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E60AC"/>
              </a:buClr>
              <a:buSzPts val="3600"/>
              <a:buFont typeface="Twentieth Century"/>
              <a:buNone/>
            </a:pPr>
            <a:r>
              <a:rPr lang="en-US" sz="3600" b="1">
                <a:solidFill>
                  <a:srgbClr val="0E60AC"/>
                </a:solidFill>
                <a:latin typeface="Twentieth Century"/>
                <a:ea typeface="Twentieth Century"/>
                <a:cs typeface="Twentieth Century"/>
                <a:sym typeface="Twentieth Century"/>
              </a:rPr>
              <a:t>Naïve Bayes Classifiers</a:t>
            </a:r>
            <a:endParaRPr/>
          </a:p>
        </p:txBody>
      </p:sp>
      <p:pic>
        <p:nvPicPr>
          <p:cNvPr id="342" name="Google Shape;342;p11"/>
          <p:cNvPicPr preferRelativeResize="0"/>
          <p:nvPr/>
        </p:nvPicPr>
        <p:blipFill rotWithShape="1">
          <a:blip r:embed="rId3">
            <a:alphaModFix/>
          </a:blip>
          <a:srcRect/>
          <a:stretch/>
        </p:blipFill>
        <p:spPr>
          <a:xfrm>
            <a:off x="7196669" y="2779295"/>
            <a:ext cx="2130918" cy="2954767"/>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pic>
        <p:nvPicPr>
          <p:cNvPr id="343" name="Google Shape;343;p11"/>
          <p:cNvPicPr preferRelativeResize="0"/>
          <p:nvPr/>
        </p:nvPicPr>
        <p:blipFill rotWithShape="1">
          <a:blip r:embed="rId4">
            <a:alphaModFix/>
          </a:blip>
          <a:srcRect/>
          <a:stretch/>
        </p:blipFill>
        <p:spPr>
          <a:xfrm>
            <a:off x="2860375" y="2795900"/>
            <a:ext cx="3975257" cy="2904237"/>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12"/>
          <p:cNvSpPr txBox="1">
            <a:spLocks noGrp="1"/>
          </p:cNvSpPr>
          <p:nvPr>
            <p:ph type="title"/>
          </p:nvPr>
        </p:nvSpPr>
        <p:spPr>
          <a:xfrm>
            <a:off x="1347537" y="800775"/>
            <a:ext cx="3015916" cy="1823475"/>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FFC000"/>
              </a:buClr>
              <a:buSzPts val="3600"/>
              <a:buFont typeface="Twentieth Century"/>
              <a:buNone/>
            </a:pPr>
            <a:r>
              <a:rPr lang="en-US" sz="3600"/>
              <a:t>Kegunaan Naïve Bayes</a:t>
            </a:r>
            <a:endParaRPr/>
          </a:p>
        </p:txBody>
      </p:sp>
      <p:sp>
        <p:nvSpPr>
          <p:cNvPr id="349" name="Google Shape;349;p12"/>
          <p:cNvSpPr/>
          <p:nvPr/>
        </p:nvSpPr>
        <p:spPr>
          <a:xfrm>
            <a:off x="5213683" y="1561408"/>
            <a:ext cx="5855369" cy="770022"/>
          </a:xfrm>
          <a:prstGeom prst="rect">
            <a:avLst/>
          </a:prstGeom>
          <a:solidFill>
            <a:srgbClr val="FCE2D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200">
                <a:solidFill>
                  <a:schemeClr val="dk1"/>
                </a:solidFill>
                <a:latin typeface="Twentieth Century"/>
                <a:ea typeface="Twentieth Century"/>
                <a:cs typeface="Twentieth Century"/>
                <a:sym typeface="Twentieth Century"/>
              </a:rPr>
              <a:t>Mengklasifikasikan dokumen teks seperti teks berita ataupun teks akademis</a:t>
            </a:r>
            <a:endParaRPr sz="2200">
              <a:solidFill>
                <a:schemeClr val="dk1"/>
              </a:solidFill>
              <a:latin typeface="Twentieth Century"/>
              <a:ea typeface="Twentieth Century"/>
              <a:cs typeface="Twentieth Century"/>
              <a:sym typeface="Twentieth Century"/>
            </a:endParaRPr>
          </a:p>
        </p:txBody>
      </p:sp>
      <p:sp>
        <p:nvSpPr>
          <p:cNvPr id="350" name="Google Shape;350;p12"/>
          <p:cNvSpPr/>
          <p:nvPr/>
        </p:nvSpPr>
        <p:spPr>
          <a:xfrm>
            <a:off x="4620125" y="1689746"/>
            <a:ext cx="513346" cy="513346"/>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lt1"/>
                </a:solidFill>
                <a:latin typeface="Twentieth Century"/>
                <a:ea typeface="Twentieth Century"/>
                <a:cs typeface="Twentieth Century"/>
                <a:sym typeface="Twentieth Century"/>
              </a:rPr>
              <a:t>1</a:t>
            </a:r>
            <a:endParaRPr/>
          </a:p>
        </p:txBody>
      </p:sp>
      <p:sp>
        <p:nvSpPr>
          <p:cNvPr id="351" name="Google Shape;351;p12"/>
          <p:cNvSpPr/>
          <p:nvPr/>
        </p:nvSpPr>
        <p:spPr>
          <a:xfrm>
            <a:off x="5213683" y="2495912"/>
            <a:ext cx="5855369" cy="770022"/>
          </a:xfrm>
          <a:prstGeom prst="rect">
            <a:avLst/>
          </a:prstGeom>
          <a:solidFill>
            <a:srgbClr val="FCE2D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200">
                <a:solidFill>
                  <a:schemeClr val="dk1"/>
                </a:solidFill>
                <a:latin typeface="Twentieth Century"/>
                <a:ea typeface="Twentieth Century"/>
                <a:cs typeface="Twentieth Century"/>
                <a:sym typeface="Twentieth Century"/>
              </a:rPr>
              <a:t>Sebagai metode machine learning yang menggunakan probabilitas</a:t>
            </a:r>
            <a:endParaRPr sz="2200">
              <a:solidFill>
                <a:schemeClr val="dk1"/>
              </a:solidFill>
              <a:latin typeface="Twentieth Century"/>
              <a:ea typeface="Twentieth Century"/>
              <a:cs typeface="Twentieth Century"/>
              <a:sym typeface="Twentieth Century"/>
            </a:endParaRPr>
          </a:p>
        </p:txBody>
      </p:sp>
      <p:sp>
        <p:nvSpPr>
          <p:cNvPr id="352" name="Google Shape;352;p12"/>
          <p:cNvSpPr/>
          <p:nvPr/>
        </p:nvSpPr>
        <p:spPr>
          <a:xfrm>
            <a:off x="4620125" y="2624250"/>
            <a:ext cx="513346" cy="513346"/>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lt1"/>
                </a:solidFill>
                <a:latin typeface="Twentieth Century"/>
                <a:ea typeface="Twentieth Century"/>
                <a:cs typeface="Twentieth Century"/>
                <a:sym typeface="Twentieth Century"/>
              </a:rPr>
              <a:t>2</a:t>
            </a:r>
            <a:endParaRPr/>
          </a:p>
        </p:txBody>
      </p:sp>
      <p:sp>
        <p:nvSpPr>
          <p:cNvPr id="353" name="Google Shape;353;p12"/>
          <p:cNvSpPr/>
          <p:nvPr/>
        </p:nvSpPr>
        <p:spPr>
          <a:xfrm>
            <a:off x="5213683" y="3418439"/>
            <a:ext cx="5855369" cy="770022"/>
          </a:xfrm>
          <a:prstGeom prst="rect">
            <a:avLst/>
          </a:prstGeom>
          <a:solidFill>
            <a:srgbClr val="FCE2D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200">
                <a:solidFill>
                  <a:schemeClr val="dk1"/>
                </a:solidFill>
                <a:latin typeface="Twentieth Century"/>
                <a:ea typeface="Twentieth Century"/>
                <a:cs typeface="Twentieth Century"/>
                <a:sym typeface="Twentieth Century"/>
              </a:rPr>
              <a:t>Untuk membuat diagnosis medis secara otomatis</a:t>
            </a:r>
            <a:endParaRPr sz="2200">
              <a:solidFill>
                <a:schemeClr val="dk1"/>
              </a:solidFill>
              <a:latin typeface="Twentieth Century"/>
              <a:ea typeface="Twentieth Century"/>
              <a:cs typeface="Twentieth Century"/>
              <a:sym typeface="Twentieth Century"/>
            </a:endParaRPr>
          </a:p>
        </p:txBody>
      </p:sp>
      <p:sp>
        <p:nvSpPr>
          <p:cNvPr id="354" name="Google Shape;354;p12"/>
          <p:cNvSpPr/>
          <p:nvPr/>
        </p:nvSpPr>
        <p:spPr>
          <a:xfrm>
            <a:off x="4620125" y="3546777"/>
            <a:ext cx="513346" cy="513346"/>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lt1"/>
                </a:solidFill>
                <a:latin typeface="Twentieth Century"/>
                <a:ea typeface="Twentieth Century"/>
                <a:cs typeface="Twentieth Century"/>
                <a:sym typeface="Twentieth Century"/>
              </a:rPr>
              <a:t>3</a:t>
            </a:r>
            <a:endParaRPr/>
          </a:p>
        </p:txBody>
      </p:sp>
      <p:sp>
        <p:nvSpPr>
          <p:cNvPr id="355" name="Google Shape;355;p12"/>
          <p:cNvSpPr/>
          <p:nvPr/>
        </p:nvSpPr>
        <p:spPr>
          <a:xfrm>
            <a:off x="5213683" y="4352943"/>
            <a:ext cx="5855369" cy="770022"/>
          </a:xfrm>
          <a:prstGeom prst="rect">
            <a:avLst/>
          </a:prstGeom>
          <a:solidFill>
            <a:srgbClr val="FCE2D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200">
                <a:solidFill>
                  <a:schemeClr val="dk1"/>
                </a:solidFill>
                <a:latin typeface="Twentieth Century"/>
                <a:ea typeface="Twentieth Century"/>
                <a:cs typeface="Twentieth Century"/>
                <a:sym typeface="Twentieth Century"/>
              </a:rPr>
              <a:t>Mendeteksi atau menyaring spam</a:t>
            </a:r>
            <a:endParaRPr/>
          </a:p>
        </p:txBody>
      </p:sp>
      <p:sp>
        <p:nvSpPr>
          <p:cNvPr id="356" name="Google Shape;356;p12"/>
          <p:cNvSpPr/>
          <p:nvPr/>
        </p:nvSpPr>
        <p:spPr>
          <a:xfrm>
            <a:off x="4620125" y="4481281"/>
            <a:ext cx="513346" cy="513346"/>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lt1"/>
                </a:solidFill>
                <a:latin typeface="Twentieth Century"/>
                <a:ea typeface="Twentieth Century"/>
                <a:cs typeface="Twentieth Century"/>
                <a:sym typeface="Twentieth Century"/>
              </a:rPr>
              <a:t>4</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13"/>
          <p:cNvSpPr txBox="1">
            <a:spLocks noGrp="1"/>
          </p:cNvSpPr>
          <p:nvPr>
            <p:ph type="body" idx="1"/>
          </p:nvPr>
        </p:nvSpPr>
        <p:spPr>
          <a:xfrm>
            <a:off x="751682" y="1528227"/>
            <a:ext cx="10493114" cy="1451728"/>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031629"/>
              </a:buClr>
              <a:buSzPts val="2200"/>
              <a:buNone/>
            </a:pPr>
            <a:r>
              <a:rPr lang="en-US" sz="2200">
                <a:latin typeface="Twentieth Century"/>
                <a:ea typeface="Twentieth Century"/>
                <a:cs typeface="Twentieth Century"/>
                <a:sym typeface="Twentieth Century"/>
              </a:rPr>
              <a:t>Decision tree adalah metode yang biasa dilakukan untuk mengambil keputusan-keputusan informal atau sederhana. </a:t>
            </a:r>
            <a:endParaRPr/>
          </a:p>
          <a:p>
            <a:pPr marL="0" lvl="0" indent="0" algn="just" rtl="0">
              <a:lnSpc>
                <a:spcPct val="90000"/>
              </a:lnSpc>
              <a:spcBef>
                <a:spcPts val="0"/>
              </a:spcBef>
              <a:spcAft>
                <a:spcPts val="0"/>
              </a:spcAft>
              <a:buClr>
                <a:srgbClr val="031629"/>
              </a:buClr>
              <a:buSzPts val="2200"/>
              <a:buNone/>
            </a:pPr>
            <a:endParaRPr sz="2200">
              <a:latin typeface="Twentieth Century"/>
              <a:ea typeface="Twentieth Century"/>
              <a:cs typeface="Twentieth Century"/>
              <a:sym typeface="Twentieth Century"/>
            </a:endParaRPr>
          </a:p>
          <a:p>
            <a:pPr marL="0" lvl="0" indent="0" algn="just" rtl="0">
              <a:lnSpc>
                <a:spcPct val="90000"/>
              </a:lnSpc>
              <a:spcBef>
                <a:spcPts val="0"/>
              </a:spcBef>
              <a:spcAft>
                <a:spcPts val="0"/>
              </a:spcAft>
              <a:buClr>
                <a:srgbClr val="031629"/>
              </a:buClr>
              <a:buSzPts val="2200"/>
              <a:buNone/>
            </a:pPr>
            <a:r>
              <a:rPr lang="en-US" sz="2200">
                <a:latin typeface="Twentieth Century"/>
                <a:ea typeface="Twentieth Century"/>
                <a:cs typeface="Twentieth Century"/>
                <a:sym typeface="Twentieth Century"/>
              </a:rPr>
              <a:t>Namun, menurut Lucidchart, tidak sedikit pula yang menggunakannya untuk memprediksi hasil secara sistematis. Salah satu contohnya adalah dalam analisis data.</a:t>
            </a:r>
            <a:endParaRPr/>
          </a:p>
        </p:txBody>
      </p:sp>
      <p:sp>
        <p:nvSpPr>
          <p:cNvPr id="362" name="Google Shape;362;p13"/>
          <p:cNvSpPr txBox="1"/>
          <p:nvPr/>
        </p:nvSpPr>
        <p:spPr>
          <a:xfrm>
            <a:off x="751682" y="939831"/>
            <a:ext cx="10493113" cy="618376"/>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E60AC"/>
              </a:buClr>
              <a:buSzPts val="3600"/>
              <a:buFont typeface="Twentieth Century"/>
              <a:buNone/>
            </a:pPr>
            <a:r>
              <a:rPr lang="en-US" sz="3600" b="1">
                <a:solidFill>
                  <a:srgbClr val="0E60AC"/>
                </a:solidFill>
                <a:latin typeface="Twentieth Century"/>
                <a:ea typeface="Twentieth Century"/>
                <a:cs typeface="Twentieth Century"/>
                <a:sym typeface="Twentieth Century"/>
              </a:rPr>
              <a:t>Decision Trees</a:t>
            </a:r>
            <a:endParaRPr/>
          </a:p>
        </p:txBody>
      </p:sp>
      <p:pic>
        <p:nvPicPr>
          <p:cNvPr id="363" name="Google Shape;363;p13"/>
          <p:cNvPicPr preferRelativeResize="0"/>
          <p:nvPr/>
        </p:nvPicPr>
        <p:blipFill rotWithShape="1">
          <a:blip r:embed="rId3">
            <a:alphaModFix/>
          </a:blip>
          <a:srcRect/>
          <a:stretch/>
        </p:blipFill>
        <p:spPr>
          <a:xfrm>
            <a:off x="3133174" y="3472099"/>
            <a:ext cx="5730127" cy="2674852"/>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14"/>
          <p:cNvSpPr txBox="1">
            <a:spLocks noGrp="1"/>
          </p:cNvSpPr>
          <p:nvPr>
            <p:ph type="title"/>
          </p:nvPr>
        </p:nvSpPr>
        <p:spPr>
          <a:xfrm>
            <a:off x="866274" y="1041407"/>
            <a:ext cx="3015916" cy="1823475"/>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FFC000"/>
              </a:buClr>
              <a:buSzPts val="3600"/>
              <a:buFont typeface="Twentieth Century"/>
              <a:buNone/>
            </a:pPr>
            <a:r>
              <a:rPr lang="en-US" sz="3600"/>
              <a:t>Manfaat Decision Tree</a:t>
            </a:r>
            <a:endParaRPr/>
          </a:p>
        </p:txBody>
      </p:sp>
      <p:sp>
        <p:nvSpPr>
          <p:cNvPr id="369" name="Google Shape;369;p14"/>
          <p:cNvSpPr/>
          <p:nvPr/>
        </p:nvSpPr>
        <p:spPr>
          <a:xfrm>
            <a:off x="4475748" y="1802040"/>
            <a:ext cx="6817896" cy="770022"/>
          </a:xfrm>
          <a:prstGeom prst="rect">
            <a:avLst/>
          </a:prstGeom>
          <a:solidFill>
            <a:srgbClr val="FCE2D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200">
                <a:solidFill>
                  <a:srgbClr val="000000"/>
                </a:solidFill>
                <a:latin typeface="Twentieth Century"/>
                <a:ea typeface="Twentieth Century"/>
                <a:cs typeface="Twentieth Century"/>
                <a:sym typeface="Twentieth Century"/>
              </a:rPr>
              <a:t>Opsi yang akan dipilih dijabarkan secara logis, sehingga memudahkan membuat keputusan yang tepat</a:t>
            </a:r>
            <a:endParaRPr sz="2200">
              <a:solidFill>
                <a:srgbClr val="000000"/>
              </a:solidFill>
              <a:latin typeface="Twentieth Century"/>
              <a:ea typeface="Twentieth Century"/>
              <a:cs typeface="Twentieth Century"/>
              <a:sym typeface="Twentieth Century"/>
            </a:endParaRPr>
          </a:p>
        </p:txBody>
      </p:sp>
      <p:sp>
        <p:nvSpPr>
          <p:cNvPr id="370" name="Google Shape;370;p14"/>
          <p:cNvSpPr/>
          <p:nvPr/>
        </p:nvSpPr>
        <p:spPr>
          <a:xfrm>
            <a:off x="3882190" y="1930378"/>
            <a:ext cx="513346" cy="513346"/>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lt1"/>
                </a:solidFill>
                <a:latin typeface="Twentieth Century"/>
                <a:ea typeface="Twentieth Century"/>
                <a:cs typeface="Twentieth Century"/>
                <a:sym typeface="Twentieth Century"/>
              </a:rPr>
              <a:t>1</a:t>
            </a:r>
            <a:endParaRPr/>
          </a:p>
        </p:txBody>
      </p:sp>
      <p:sp>
        <p:nvSpPr>
          <p:cNvPr id="371" name="Google Shape;371;p14"/>
          <p:cNvSpPr/>
          <p:nvPr/>
        </p:nvSpPr>
        <p:spPr>
          <a:xfrm>
            <a:off x="4475748" y="2784669"/>
            <a:ext cx="6817896" cy="1273983"/>
          </a:xfrm>
          <a:prstGeom prst="rect">
            <a:avLst/>
          </a:prstGeom>
          <a:solidFill>
            <a:srgbClr val="FCE2D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200">
                <a:solidFill>
                  <a:srgbClr val="000000"/>
                </a:solidFill>
                <a:latin typeface="Twentieth Century"/>
                <a:ea typeface="Twentieth Century"/>
                <a:cs typeface="Twentieth Century"/>
                <a:sym typeface="Twentieth Century"/>
              </a:rPr>
              <a:t>Setiap opsi dan pilihan bisa dipertimbangkan secara bersamaan, yang memungkinkan setiap orang yang terlibat menganalisis setiap opsi secara komprehensif</a:t>
            </a:r>
            <a:endParaRPr sz="2200">
              <a:solidFill>
                <a:srgbClr val="000000"/>
              </a:solidFill>
              <a:latin typeface="Twentieth Century"/>
              <a:ea typeface="Twentieth Century"/>
              <a:cs typeface="Twentieth Century"/>
              <a:sym typeface="Twentieth Century"/>
            </a:endParaRPr>
          </a:p>
        </p:txBody>
      </p:sp>
      <p:sp>
        <p:nvSpPr>
          <p:cNvPr id="372" name="Google Shape;372;p14"/>
          <p:cNvSpPr/>
          <p:nvPr/>
        </p:nvSpPr>
        <p:spPr>
          <a:xfrm>
            <a:off x="3882190" y="3164987"/>
            <a:ext cx="513346" cy="513346"/>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lt1"/>
                </a:solidFill>
                <a:latin typeface="Twentieth Century"/>
                <a:ea typeface="Twentieth Century"/>
                <a:cs typeface="Twentieth Century"/>
                <a:sym typeface="Twentieth Century"/>
              </a:rPr>
              <a:t>2</a:t>
            </a:r>
            <a:endParaRPr/>
          </a:p>
        </p:txBody>
      </p:sp>
      <p:sp>
        <p:nvSpPr>
          <p:cNvPr id="373" name="Google Shape;373;p14"/>
          <p:cNvSpPr/>
          <p:nvPr/>
        </p:nvSpPr>
        <p:spPr>
          <a:xfrm>
            <a:off x="4475748" y="4271259"/>
            <a:ext cx="6817896" cy="770022"/>
          </a:xfrm>
          <a:prstGeom prst="rect">
            <a:avLst/>
          </a:prstGeom>
          <a:solidFill>
            <a:srgbClr val="FCE2D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200">
                <a:solidFill>
                  <a:srgbClr val="000000"/>
                </a:solidFill>
                <a:latin typeface="Twentieth Century"/>
                <a:ea typeface="Twentieth Century"/>
                <a:cs typeface="Twentieth Century"/>
                <a:sym typeface="Twentieth Century"/>
              </a:rPr>
              <a:t>Risiko dari setiap opsi bisa dianalisis dan dipertimbangkan karena menggunakan faktor kemungkinan</a:t>
            </a:r>
            <a:endParaRPr sz="2200">
              <a:solidFill>
                <a:srgbClr val="000000"/>
              </a:solidFill>
              <a:latin typeface="Twentieth Century"/>
              <a:ea typeface="Twentieth Century"/>
              <a:cs typeface="Twentieth Century"/>
              <a:sym typeface="Twentieth Century"/>
            </a:endParaRPr>
          </a:p>
        </p:txBody>
      </p:sp>
      <p:sp>
        <p:nvSpPr>
          <p:cNvPr id="374" name="Google Shape;374;p14"/>
          <p:cNvSpPr/>
          <p:nvPr/>
        </p:nvSpPr>
        <p:spPr>
          <a:xfrm>
            <a:off x="3882190" y="4399597"/>
            <a:ext cx="513346" cy="513346"/>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000" b="1">
                <a:solidFill>
                  <a:schemeClr val="lt1"/>
                </a:solidFill>
                <a:latin typeface="Twentieth Century"/>
                <a:ea typeface="Twentieth Century"/>
                <a:cs typeface="Twentieth Century"/>
                <a:sym typeface="Twentieth Century"/>
              </a:rPr>
              <a:t>3</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15"/>
          <p:cNvSpPr txBox="1">
            <a:spLocks noGrp="1"/>
          </p:cNvSpPr>
          <p:nvPr>
            <p:ph type="body" idx="1"/>
          </p:nvPr>
        </p:nvSpPr>
        <p:spPr>
          <a:xfrm>
            <a:off x="582878" y="4126906"/>
            <a:ext cx="10830718" cy="1451728"/>
          </a:xfrm>
          <a:prstGeom prst="rect">
            <a:avLst/>
          </a:prstGeom>
          <a:noFill/>
          <a:ln>
            <a:noFill/>
          </a:ln>
        </p:spPr>
        <p:txBody>
          <a:bodyPr spcFirstLastPara="1" wrap="square" lIns="91425" tIns="45700" rIns="91425" bIns="45700" anchor="t" anchorCtr="0">
            <a:noAutofit/>
          </a:bodyPr>
          <a:lstStyle/>
          <a:p>
            <a:pPr marL="457200" lvl="0" indent="-457200" algn="just" rtl="0">
              <a:lnSpc>
                <a:spcPct val="100000"/>
              </a:lnSpc>
              <a:spcBef>
                <a:spcPts val="0"/>
              </a:spcBef>
              <a:spcAft>
                <a:spcPts val="0"/>
              </a:spcAft>
              <a:buClr>
                <a:srgbClr val="000000"/>
              </a:buClr>
              <a:buSzPts val="2000"/>
              <a:buFont typeface="Twentieth Century"/>
              <a:buAutoNum type="arabicPeriod"/>
            </a:pPr>
            <a:r>
              <a:rPr lang="en-US">
                <a:solidFill>
                  <a:srgbClr val="000000"/>
                </a:solidFill>
                <a:latin typeface="Twentieth Century"/>
                <a:ea typeface="Twentieth Century"/>
                <a:cs typeface="Twentieth Century"/>
                <a:sym typeface="Twentieth Century"/>
              </a:rPr>
              <a:t>Bagian awal dari </a:t>
            </a:r>
            <a:r>
              <a:rPr lang="en-US" i="1">
                <a:solidFill>
                  <a:srgbClr val="000000"/>
                </a:solidFill>
                <a:latin typeface="Twentieth Century"/>
                <a:ea typeface="Twentieth Century"/>
                <a:cs typeface="Twentieth Century"/>
                <a:sym typeface="Twentieth Century"/>
              </a:rPr>
              <a:t>decision tree </a:t>
            </a:r>
            <a:r>
              <a:rPr lang="en-US">
                <a:solidFill>
                  <a:srgbClr val="000000"/>
                </a:solidFill>
                <a:latin typeface="Twentieth Century"/>
                <a:ea typeface="Twentieth Century"/>
                <a:cs typeface="Twentieth Century"/>
                <a:sym typeface="Twentieth Century"/>
              </a:rPr>
              <a:t>adalah keputusan yang ingin kamu ambil.</a:t>
            </a:r>
            <a:endParaRPr/>
          </a:p>
          <a:p>
            <a:pPr marL="457200" lvl="0" indent="-457200" algn="just" rtl="0">
              <a:lnSpc>
                <a:spcPct val="100000"/>
              </a:lnSpc>
              <a:spcBef>
                <a:spcPts val="1000"/>
              </a:spcBef>
              <a:spcAft>
                <a:spcPts val="0"/>
              </a:spcAft>
              <a:buClr>
                <a:srgbClr val="000000"/>
              </a:buClr>
              <a:buSzPts val="2000"/>
              <a:buFont typeface="Twentieth Century"/>
              <a:buAutoNum type="arabicPeriod"/>
            </a:pPr>
            <a:r>
              <a:rPr lang="en-US">
                <a:solidFill>
                  <a:srgbClr val="000000"/>
                </a:solidFill>
                <a:latin typeface="Twentieth Century"/>
                <a:ea typeface="Twentieth Century"/>
                <a:cs typeface="Twentieth Century"/>
                <a:sym typeface="Twentieth Century"/>
              </a:rPr>
              <a:t>Gambar kotak kecil untuk mewakili hal tersebut di bagian paling atas atau kiri kertasmu. </a:t>
            </a:r>
            <a:endParaRPr/>
          </a:p>
          <a:p>
            <a:pPr marL="457200" lvl="0" indent="-457200" algn="just" rtl="0">
              <a:lnSpc>
                <a:spcPct val="100000"/>
              </a:lnSpc>
              <a:spcBef>
                <a:spcPts val="1000"/>
              </a:spcBef>
              <a:spcAft>
                <a:spcPts val="0"/>
              </a:spcAft>
              <a:buClr>
                <a:srgbClr val="000000"/>
              </a:buClr>
              <a:buSzPts val="2000"/>
              <a:buFont typeface="Twentieth Century"/>
              <a:buAutoNum type="arabicPeriod"/>
            </a:pPr>
            <a:r>
              <a:rPr lang="en-US">
                <a:solidFill>
                  <a:srgbClr val="000000"/>
                </a:solidFill>
                <a:latin typeface="Twentieth Century"/>
                <a:ea typeface="Twentieth Century"/>
                <a:cs typeface="Twentieth Century"/>
                <a:sym typeface="Twentieth Century"/>
              </a:rPr>
              <a:t>Kemudian, buat garis dari kotak tersebut untuk setiap pilihan solusi. Tulis solusi-solusi tersebut pada garis yang telah kamu buat.</a:t>
            </a:r>
            <a:endParaRPr/>
          </a:p>
          <a:p>
            <a:pPr marL="457200" lvl="0" indent="-457200" algn="just" rtl="0">
              <a:lnSpc>
                <a:spcPct val="100000"/>
              </a:lnSpc>
              <a:spcBef>
                <a:spcPts val="1000"/>
              </a:spcBef>
              <a:spcAft>
                <a:spcPts val="0"/>
              </a:spcAft>
              <a:buClr>
                <a:srgbClr val="000000"/>
              </a:buClr>
              <a:buSzPts val="2000"/>
              <a:buFont typeface="Twentieth Century"/>
              <a:buAutoNum type="arabicPeriod"/>
            </a:pPr>
            <a:r>
              <a:rPr lang="en-US">
                <a:solidFill>
                  <a:srgbClr val="000000"/>
                </a:solidFill>
                <a:latin typeface="Twentieth Century"/>
                <a:ea typeface="Twentieth Century"/>
                <a:cs typeface="Twentieth Century"/>
                <a:sym typeface="Twentieth Century"/>
              </a:rPr>
              <a:t>Pastikan setiap garis memiliki jarak yang cukup jauh. Jadi, kamu masih mempunyai ruang untuk memperluas pilihan-pilihan berikutnya.</a:t>
            </a:r>
            <a:endParaRPr/>
          </a:p>
        </p:txBody>
      </p:sp>
      <p:sp>
        <p:nvSpPr>
          <p:cNvPr id="380" name="Google Shape;380;p15"/>
          <p:cNvSpPr txBox="1"/>
          <p:nvPr/>
        </p:nvSpPr>
        <p:spPr>
          <a:xfrm>
            <a:off x="751682" y="458567"/>
            <a:ext cx="10493113" cy="618376"/>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E60AC"/>
              </a:buClr>
              <a:buSzPts val="3600"/>
              <a:buFont typeface="Twentieth Century"/>
              <a:buNone/>
            </a:pPr>
            <a:r>
              <a:rPr lang="en-US" sz="3600" b="1">
                <a:solidFill>
                  <a:srgbClr val="0E60AC"/>
                </a:solidFill>
                <a:latin typeface="Twentieth Century"/>
                <a:ea typeface="Twentieth Century"/>
                <a:cs typeface="Twentieth Century"/>
                <a:sym typeface="Twentieth Century"/>
              </a:rPr>
              <a:t>Decision Trees</a:t>
            </a:r>
            <a:endParaRPr/>
          </a:p>
        </p:txBody>
      </p:sp>
      <p:pic>
        <p:nvPicPr>
          <p:cNvPr id="381" name="Google Shape;381;p15"/>
          <p:cNvPicPr preferRelativeResize="0"/>
          <p:nvPr/>
        </p:nvPicPr>
        <p:blipFill rotWithShape="1">
          <a:blip r:embed="rId3">
            <a:alphaModFix/>
          </a:blip>
          <a:srcRect/>
          <a:stretch/>
        </p:blipFill>
        <p:spPr>
          <a:xfrm>
            <a:off x="3133174" y="1221322"/>
            <a:ext cx="5730127" cy="2674852"/>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16"/>
          <p:cNvSpPr txBox="1">
            <a:spLocks noGrp="1"/>
          </p:cNvSpPr>
          <p:nvPr>
            <p:ph type="body" idx="1"/>
          </p:nvPr>
        </p:nvSpPr>
        <p:spPr>
          <a:xfrm>
            <a:off x="751682" y="1528227"/>
            <a:ext cx="10493114" cy="1451728"/>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rgbClr val="031629"/>
              </a:buClr>
              <a:buSzPts val="2200"/>
              <a:buNone/>
            </a:pPr>
            <a:r>
              <a:rPr lang="en-US" sz="2200">
                <a:latin typeface="Twentieth Century"/>
                <a:ea typeface="Twentieth Century"/>
                <a:cs typeface="Twentieth Century"/>
                <a:sym typeface="Twentieth Century"/>
              </a:rPr>
              <a:t>Support Vector Machine atau SVM adalah algoritme pembelajaran mesin yang diawasi yang dapat digunakan untuk klasifikasi dan regresi. Cara kerja SVM didasarkan pada SRM atau Structural Risk Minimization yang dirancang untuk mengolah data menjadi Hyperplane yang mengklasifikasikan ruang input menjadi dua kelas. </a:t>
            </a:r>
            <a:endParaRPr/>
          </a:p>
        </p:txBody>
      </p:sp>
      <p:sp>
        <p:nvSpPr>
          <p:cNvPr id="387" name="Google Shape;387;p16"/>
          <p:cNvSpPr txBox="1"/>
          <p:nvPr/>
        </p:nvSpPr>
        <p:spPr>
          <a:xfrm>
            <a:off x="751682" y="939831"/>
            <a:ext cx="10493113" cy="618376"/>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E60AC"/>
              </a:buClr>
              <a:buSzPts val="3600"/>
              <a:buFont typeface="Twentieth Century"/>
              <a:buNone/>
            </a:pPr>
            <a:r>
              <a:rPr lang="en-US" sz="3600" b="1">
                <a:solidFill>
                  <a:srgbClr val="0E60AC"/>
                </a:solidFill>
                <a:latin typeface="Twentieth Century"/>
                <a:ea typeface="Twentieth Century"/>
                <a:cs typeface="Twentieth Century"/>
                <a:sym typeface="Twentieth Century"/>
              </a:rPr>
              <a:t>SVM (Support Vector Machines)</a:t>
            </a:r>
            <a:endParaRPr/>
          </a:p>
        </p:txBody>
      </p:sp>
      <p:pic>
        <p:nvPicPr>
          <p:cNvPr id="388" name="Google Shape;388;p16"/>
          <p:cNvPicPr preferRelativeResize="0"/>
          <p:nvPr/>
        </p:nvPicPr>
        <p:blipFill rotWithShape="1">
          <a:blip r:embed="rId3">
            <a:alphaModFix/>
          </a:blip>
          <a:srcRect/>
          <a:stretch/>
        </p:blipFill>
        <p:spPr>
          <a:xfrm>
            <a:off x="1005404" y="3307985"/>
            <a:ext cx="3906698" cy="2675720"/>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
        <p:nvSpPr>
          <p:cNvPr id="389" name="Google Shape;389;p16"/>
          <p:cNvSpPr/>
          <p:nvPr/>
        </p:nvSpPr>
        <p:spPr>
          <a:xfrm>
            <a:off x="5337998" y="4514006"/>
            <a:ext cx="2338150" cy="558158"/>
          </a:xfrm>
          <a:prstGeom prst="roundRect">
            <a:avLst>
              <a:gd name="adj" fmla="val 16667"/>
            </a:avLst>
          </a:prstGeom>
          <a:solidFill>
            <a:srgbClr val="C0DFF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chemeClr val="dk1"/>
                </a:solidFill>
                <a:latin typeface="Twentieth Century"/>
                <a:ea typeface="Twentieth Century"/>
                <a:cs typeface="Twentieth Century"/>
                <a:sym typeface="Twentieth Century"/>
              </a:rPr>
              <a:t>1. Metode Linier</a:t>
            </a:r>
            <a:endParaRPr/>
          </a:p>
        </p:txBody>
      </p:sp>
      <p:sp>
        <p:nvSpPr>
          <p:cNvPr id="390" name="Google Shape;390;p16"/>
          <p:cNvSpPr txBox="1"/>
          <p:nvPr/>
        </p:nvSpPr>
        <p:spPr>
          <a:xfrm>
            <a:off x="5212624" y="3881172"/>
            <a:ext cx="6257481" cy="602596"/>
          </a:xfrm>
          <a:prstGeom prst="rect">
            <a:avLst/>
          </a:prstGeom>
          <a:noFill/>
          <a:ln>
            <a:noFill/>
          </a:ln>
        </p:spPr>
        <p:txBody>
          <a:bodyPr spcFirstLastPara="1" wrap="square" lIns="91425" tIns="45700" rIns="91425" bIns="45700" anchor="t" anchorCtr="0">
            <a:normAutofit fontScale="92500"/>
          </a:bodyPr>
          <a:lstStyle/>
          <a:p>
            <a:pPr marL="0" marR="0" lvl="0" indent="0" algn="just" rtl="0">
              <a:lnSpc>
                <a:spcPct val="100000"/>
              </a:lnSpc>
              <a:spcBef>
                <a:spcPts val="0"/>
              </a:spcBef>
              <a:spcAft>
                <a:spcPts val="0"/>
              </a:spcAft>
              <a:buClr>
                <a:schemeClr val="dk2"/>
              </a:buClr>
              <a:buSzPts val="2400"/>
              <a:buFont typeface="Twentieth Century"/>
              <a:buNone/>
            </a:pPr>
            <a:r>
              <a:rPr lang="en-US" sz="2400" b="1">
                <a:solidFill>
                  <a:schemeClr val="dk2"/>
                </a:solidFill>
                <a:latin typeface="Twentieth Century"/>
                <a:ea typeface="Twentieth Century"/>
                <a:cs typeface="Twentieth Century"/>
                <a:sym typeface="Twentieth Century"/>
              </a:rPr>
              <a:t>Ada 2 metode dalam support vector machine:</a:t>
            </a:r>
            <a:endParaRPr/>
          </a:p>
        </p:txBody>
      </p:sp>
      <p:sp>
        <p:nvSpPr>
          <p:cNvPr id="391" name="Google Shape;391;p16"/>
          <p:cNvSpPr/>
          <p:nvPr/>
        </p:nvSpPr>
        <p:spPr>
          <a:xfrm>
            <a:off x="7864629" y="4514006"/>
            <a:ext cx="2446435" cy="558158"/>
          </a:xfrm>
          <a:prstGeom prst="roundRect">
            <a:avLst>
              <a:gd name="adj" fmla="val 16667"/>
            </a:avLst>
          </a:prstGeom>
          <a:solidFill>
            <a:srgbClr val="C0DFFB"/>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2400" b="1">
                <a:solidFill>
                  <a:schemeClr val="dk1"/>
                </a:solidFill>
                <a:latin typeface="Twentieth Century"/>
                <a:ea typeface="Twentieth Century"/>
                <a:cs typeface="Twentieth Century"/>
                <a:sym typeface="Twentieth Century"/>
              </a:rPr>
              <a:t>2. Metode Kernel</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17"/>
          <p:cNvSpPr txBox="1">
            <a:spLocks noGrp="1"/>
          </p:cNvSpPr>
          <p:nvPr>
            <p:ph type="body" idx="1"/>
          </p:nvPr>
        </p:nvSpPr>
        <p:spPr>
          <a:xfrm>
            <a:off x="751682" y="1528227"/>
            <a:ext cx="10493114" cy="1451728"/>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rgbClr val="031629"/>
              </a:buClr>
              <a:buSzPts val="2200"/>
              <a:buNone/>
            </a:pPr>
            <a:r>
              <a:rPr lang="en-US" sz="2200">
                <a:latin typeface="Twentieth Century"/>
                <a:ea typeface="Twentieth Century"/>
                <a:cs typeface="Twentieth Century"/>
                <a:sym typeface="Twentieth Century"/>
              </a:rPr>
              <a:t>Deep learning adalah metode dalam kecerdasan buatan (AI) yang mengajarkan komputer untuk memproses data dengan cara yang terinspirasi otak manusia. Model deep learning dapat mengenali pola kompleks dalam gambar, teks, suara, dan data lain untuk menghasilkan wawasan dan prediksi yang akurat. </a:t>
            </a:r>
            <a:endParaRPr/>
          </a:p>
          <a:p>
            <a:pPr marL="0" lvl="0" indent="0" algn="just" rtl="0">
              <a:lnSpc>
                <a:spcPct val="100000"/>
              </a:lnSpc>
              <a:spcBef>
                <a:spcPts val="0"/>
              </a:spcBef>
              <a:spcAft>
                <a:spcPts val="0"/>
              </a:spcAft>
              <a:buClr>
                <a:srgbClr val="031629"/>
              </a:buClr>
              <a:buSzPts val="2200"/>
              <a:buNone/>
            </a:pPr>
            <a:endParaRPr sz="2200">
              <a:latin typeface="Twentieth Century"/>
              <a:ea typeface="Twentieth Century"/>
              <a:cs typeface="Twentieth Century"/>
              <a:sym typeface="Twentieth Century"/>
            </a:endParaRPr>
          </a:p>
          <a:p>
            <a:pPr marL="0" lvl="0" indent="0" algn="just" rtl="0">
              <a:lnSpc>
                <a:spcPct val="100000"/>
              </a:lnSpc>
              <a:spcBef>
                <a:spcPts val="0"/>
              </a:spcBef>
              <a:spcAft>
                <a:spcPts val="0"/>
              </a:spcAft>
              <a:buClr>
                <a:srgbClr val="031629"/>
              </a:buClr>
              <a:buSzPts val="2200"/>
              <a:buNone/>
            </a:pPr>
            <a:r>
              <a:rPr lang="en-US" sz="2200">
                <a:latin typeface="Twentieth Century"/>
                <a:ea typeface="Twentieth Century"/>
                <a:cs typeface="Twentieth Century"/>
                <a:sym typeface="Twentieth Century"/>
              </a:rPr>
              <a:t>Kecerdasan buatan (AI) mencoba melatih komputer untuk berpikir dan belajar seperti yang dilakukan manusia. Teknologi deep learning mendorong banyak aplikasi AI yang digunakan dalam produk sehari-hari, seperti berikut ini:</a:t>
            </a:r>
            <a:endParaRPr/>
          </a:p>
        </p:txBody>
      </p:sp>
      <p:sp>
        <p:nvSpPr>
          <p:cNvPr id="397" name="Google Shape;397;p17"/>
          <p:cNvSpPr txBox="1"/>
          <p:nvPr/>
        </p:nvSpPr>
        <p:spPr>
          <a:xfrm>
            <a:off x="751682" y="939831"/>
            <a:ext cx="10493113" cy="618376"/>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E60AC"/>
              </a:buClr>
              <a:buSzPts val="3600"/>
              <a:buFont typeface="Twentieth Century"/>
              <a:buNone/>
            </a:pPr>
            <a:r>
              <a:rPr lang="en-US" sz="3600" b="1">
                <a:solidFill>
                  <a:srgbClr val="0E60AC"/>
                </a:solidFill>
                <a:latin typeface="Twentieth Century"/>
                <a:ea typeface="Twentieth Century"/>
                <a:cs typeface="Twentieth Century"/>
                <a:sym typeface="Twentieth Century"/>
              </a:rPr>
              <a:t>Deep Learning</a:t>
            </a:r>
            <a:endParaRPr/>
          </a:p>
        </p:txBody>
      </p:sp>
      <p:sp>
        <p:nvSpPr>
          <p:cNvPr id="398" name="Google Shape;398;p17"/>
          <p:cNvSpPr/>
          <p:nvPr/>
        </p:nvSpPr>
        <p:spPr>
          <a:xfrm>
            <a:off x="1160756" y="4586197"/>
            <a:ext cx="2220118" cy="558158"/>
          </a:xfrm>
          <a:prstGeom prst="roundRect">
            <a:avLst>
              <a:gd name="adj" fmla="val 16667"/>
            </a:avLst>
          </a:prstGeom>
          <a:solidFill>
            <a:srgbClr val="C0DFF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Twentieth Century"/>
                <a:ea typeface="Twentieth Century"/>
                <a:cs typeface="Twentieth Century"/>
                <a:sym typeface="Twentieth Century"/>
              </a:rPr>
              <a:t>Asisten Digital</a:t>
            </a:r>
            <a:endParaRPr/>
          </a:p>
        </p:txBody>
      </p:sp>
      <p:sp>
        <p:nvSpPr>
          <p:cNvPr id="399" name="Google Shape;399;p17"/>
          <p:cNvSpPr/>
          <p:nvPr/>
        </p:nvSpPr>
        <p:spPr>
          <a:xfrm>
            <a:off x="3575093" y="4586197"/>
            <a:ext cx="7301454" cy="558158"/>
          </a:xfrm>
          <a:prstGeom prst="roundRect">
            <a:avLst>
              <a:gd name="adj" fmla="val 16667"/>
            </a:avLst>
          </a:prstGeom>
          <a:solidFill>
            <a:srgbClr val="C0DFF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Twentieth Century"/>
                <a:ea typeface="Twentieth Century"/>
                <a:cs typeface="Twentieth Century"/>
                <a:sym typeface="Twentieth Century"/>
              </a:rPr>
              <a:t>Pengendali Jarak Jauh Televisi yang Diaktifkan Suara</a:t>
            </a:r>
            <a:endParaRPr sz="2400" b="1">
              <a:solidFill>
                <a:schemeClr val="dk1"/>
              </a:solidFill>
              <a:latin typeface="Twentieth Century"/>
              <a:ea typeface="Twentieth Century"/>
              <a:cs typeface="Twentieth Century"/>
              <a:sym typeface="Twentieth Century"/>
            </a:endParaRPr>
          </a:p>
        </p:txBody>
      </p:sp>
      <p:sp>
        <p:nvSpPr>
          <p:cNvPr id="400" name="Google Shape;400;p17"/>
          <p:cNvSpPr/>
          <p:nvPr/>
        </p:nvSpPr>
        <p:spPr>
          <a:xfrm>
            <a:off x="2592513" y="5340176"/>
            <a:ext cx="2544971" cy="558158"/>
          </a:xfrm>
          <a:prstGeom prst="roundRect">
            <a:avLst>
              <a:gd name="adj" fmla="val 16667"/>
            </a:avLst>
          </a:prstGeom>
          <a:solidFill>
            <a:srgbClr val="C0DFF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Twentieth Century"/>
                <a:ea typeface="Twentieth Century"/>
                <a:cs typeface="Twentieth Century"/>
                <a:sym typeface="Twentieth Century"/>
              </a:rPr>
              <a:t>Deteksi Penipuan</a:t>
            </a:r>
            <a:endParaRPr sz="2400" b="1">
              <a:solidFill>
                <a:schemeClr val="dk1"/>
              </a:solidFill>
              <a:latin typeface="Twentieth Century"/>
              <a:ea typeface="Twentieth Century"/>
              <a:cs typeface="Twentieth Century"/>
              <a:sym typeface="Twentieth Century"/>
            </a:endParaRPr>
          </a:p>
        </p:txBody>
      </p:sp>
      <p:sp>
        <p:nvSpPr>
          <p:cNvPr id="401" name="Google Shape;401;p17"/>
          <p:cNvSpPr/>
          <p:nvPr/>
        </p:nvSpPr>
        <p:spPr>
          <a:xfrm>
            <a:off x="5319670" y="5340176"/>
            <a:ext cx="3992772" cy="558158"/>
          </a:xfrm>
          <a:prstGeom prst="roundRect">
            <a:avLst>
              <a:gd name="adj" fmla="val 16667"/>
            </a:avLst>
          </a:prstGeom>
          <a:solidFill>
            <a:srgbClr val="C0DFF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a:solidFill>
                  <a:schemeClr val="dk1"/>
                </a:solidFill>
                <a:latin typeface="Twentieth Century"/>
                <a:ea typeface="Twentieth Century"/>
                <a:cs typeface="Twentieth Century"/>
                <a:sym typeface="Twentieth Century"/>
              </a:rPr>
              <a:t>Pengenalan Wajah Otomatis</a:t>
            </a:r>
            <a:endParaRPr sz="2400" b="1">
              <a:solidFill>
                <a:schemeClr val="dk1"/>
              </a:solidFill>
              <a:latin typeface="Twentieth Century"/>
              <a:ea typeface="Twentieth Century"/>
              <a:cs typeface="Twentieth Century"/>
              <a:sym typeface="Twentieth Century"/>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sp>
        <p:nvSpPr>
          <p:cNvPr id="406" name="Google Shape;406;p18"/>
          <p:cNvSpPr txBox="1">
            <a:spLocks noGrp="1"/>
          </p:cNvSpPr>
          <p:nvPr>
            <p:ph type="body" idx="1"/>
          </p:nvPr>
        </p:nvSpPr>
        <p:spPr>
          <a:xfrm>
            <a:off x="751682" y="1528226"/>
            <a:ext cx="10493114" cy="2851269"/>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031629"/>
              </a:buClr>
              <a:buSzPts val="2200"/>
              <a:buNone/>
            </a:pPr>
            <a:r>
              <a:rPr lang="en-US" sz="2200">
                <a:latin typeface="Twentieth Century"/>
                <a:ea typeface="Twentieth Century"/>
                <a:cs typeface="Twentieth Century"/>
                <a:sym typeface="Twentieth Century"/>
              </a:rPr>
              <a:t>Yaitu metode yang ada di kelas classifier{ SVC, Regresi Logistik } kerangka pembelajaran mesin sklearn.</a:t>
            </a:r>
            <a:endParaRPr/>
          </a:p>
          <a:p>
            <a:pPr marL="0" lvl="0" indent="0" algn="just" rtl="0">
              <a:lnSpc>
                <a:spcPct val="90000"/>
              </a:lnSpc>
              <a:spcBef>
                <a:spcPts val="0"/>
              </a:spcBef>
              <a:spcAft>
                <a:spcPts val="0"/>
              </a:spcAft>
              <a:buClr>
                <a:srgbClr val="031629"/>
              </a:buClr>
              <a:buSzPts val="2200"/>
              <a:buNone/>
            </a:pPr>
            <a:endParaRPr sz="2200">
              <a:latin typeface="Twentieth Century"/>
              <a:ea typeface="Twentieth Century"/>
              <a:cs typeface="Twentieth Century"/>
              <a:sym typeface="Twentieth Century"/>
            </a:endParaRPr>
          </a:p>
          <a:p>
            <a:pPr marL="0" lvl="0" indent="0" algn="just" rtl="0">
              <a:lnSpc>
                <a:spcPct val="90000"/>
              </a:lnSpc>
              <a:spcBef>
                <a:spcPts val="0"/>
              </a:spcBef>
              <a:spcAft>
                <a:spcPts val="0"/>
              </a:spcAft>
              <a:buClr>
                <a:srgbClr val="031629"/>
              </a:buClr>
              <a:buSzPts val="2200"/>
              <a:buNone/>
            </a:pPr>
            <a:r>
              <a:rPr lang="en-US" sz="2200">
                <a:latin typeface="Twentieth Century"/>
                <a:ea typeface="Twentieth Century"/>
                <a:cs typeface="Twentieth Century"/>
                <a:sym typeface="Twentieth Century"/>
              </a:rPr>
              <a:t>Metode ini pada dasarnya mengembalikan array Numpy, di mana setiap elemen mewakili apakah sampel yang diprediksi untuk x_test oleh pengklasifikasi terletak di sisi kanan atau kiri Hyperplane dan juga seberapa jauh dari HyperPlane. </a:t>
            </a:r>
            <a:endParaRPr/>
          </a:p>
          <a:p>
            <a:pPr marL="0" lvl="0" indent="0" algn="just" rtl="0">
              <a:lnSpc>
                <a:spcPct val="90000"/>
              </a:lnSpc>
              <a:spcBef>
                <a:spcPts val="0"/>
              </a:spcBef>
              <a:spcAft>
                <a:spcPts val="0"/>
              </a:spcAft>
              <a:buClr>
                <a:srgbClr val="031629"/>
              </a:buClr>
              <a:buSzPts val="2200"/>
              <a:buNone/>
            </a:pPr>
            <a:endParaRPr sz="2200">
              <a:latin typeface="Twentieth Century"/>
              <a:ea typeface="Twentieth Century"/>
              <a:cs typeface="Twentieth Century"/>
              <a:sym typeface="Twentieth Century"/>
            </a:endParaRPr>
          </a:p>
          <a:p>
            <a:pPr marL="0" lvl="0" indent="0" algn="just" rtl="0">
              <a:lnSpc>
                <a:spcPct val="90000"/>
              </a:lnSpc>
              <a:spcBef>
                <a:spcPts val="0"/>
              </a:spcBef>
              <a:spcAft>
                <a:spcPts val="0"/>
              </a:spcAft>
              <a:buClr>
                <a:srgbClr val="031629"/>
              </a:buClr>
              <a:buSzPts val="2200"/>
              <a:buNone/>
            </a:pPr>
            <a:r>
              <a:rPr lang="en-US" sz="2200" b="1">
                <a:latin typeface="Twentieth Century"/>
                <a:ea typeface="Twentieth Century"/>
                <a:cs typeface="Twentieth Century"/>
                <a:sym typeface="Twentieth Century"/>
              </a:rPr>
              <a:t>Berikut adalah contoh Decision Function:</a:t>
            </a:r>
            <a:endParaRPr/>
          </a:p>
        </p:txBody>
      </p:sp>
      <p:sp>
        <p:nvSpPr>
          <p:cNvPr id="407" name="Google Shape;407;p18"/>
          <p:cNvSpPr txBox="1"/>
          <p:nvPr/>
        </p:nvSpPr>
        <p:spPr>
          <a:xfrm>
            <a:off x="751682" y="939831"/>
            <a:ext cx="10493113" cy="618376"/>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E60AC"/>
              </a:buClr>
              <a:buSzPts val="3600"/>
              <a:buFont typeface="Twentieth Century"/>
              <a:buNone/>
            </a:pPr>
            <a:r>
              <a:rPr lang="en-US" sz="3600" b="1">
                <a:solidFill>
                  <a:srgbClr val="0E60AC"/>
                </a:solidFill>
                <a:latin typeface="Twentieth Century"/>
                <a:ea typeface="Twentieth Century"/>
                <a:cs typeface="Twentieth Century"/>
                <a:sym typeface="Twentieth Century"/>
              </a:rPr>
              <a:t>Decision Function</a:t>
            </a:r>
            <a:endParaRPr/>
          </a:p>
        </p:txBody>
      </p:sp>
      <p:pic>
        <p:nvPicPr>
          <p:cNvPr id="408" name="Google Shape;408;p18"/>
          <p:cNvPicPr preferRelativeResize="0"/>
          <p:nvPr/>
        </p:nvPicPr>
        <p:blipFill rotWithShape="1">
          <a:blip r:embed="rId3">
            <a:alphaModFix/>
          </a:blip>
          <a:srcRect/>
          <a:stretch/>
        </p:blipFill>
        <p:spPr>
          <a:xfrm>
            <a:off x="3052447" y="4269438"/>
            <a:ext cx="5891582" cy="1674161"/>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19"/>
          <p:cNvSpPr txBox="1">
            <a:spLocks noGrp="1"/>
          </p:cNvSpPr>
          <p:nvPr>
            <p:ph type="body" idx="1"/>
          </p:nvPr>
        </p:nvSpPr>
        <p:spPr>
          <a:xfrm>
            <a:off x="727619" y="1768857"/>
            <a:ext cx="5492708" cy="3741605"/>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Clr>
                <a:srgbClr val="031629"/>
              </a:buClr>
              <a:buSzPts val="2200"/>
              <a:buNone/>
            </a:pPr>
            <a:r>
              <a:rPr lang="en-US" sz="2200">
                <a:latin typeface="Twentieth Century"/>
                <a:ea typeface="Twentieth Century"/>
                <a:cs typeface="Twentieth Century"/>
                <a:sym typeface="Twentieth Century"/>
              </a:rPr>
              <a:t>Multiclass classification adalah model klasifikasi yang memiliki setidaknya dua label berbeda, di mana tujuannya adalah untuk memprediksi klasifikasi mana yang tepat untuk data yang diberikan.</a:t>
            </a:r>
            <a:endParaRPr/>
          </a:p>
          <a:p>
            <a:pPr marL="0" lvl="0" indent="0" algn="just" rtl="0">
              <a:lnSpc>
                <a:spcPct val="100000"/>
              </a:lnSpc>
              <a:spcBef>
                <a:spcPts val="0"/>
              </a:spcBef>
              <a:spcAft>
                <a:spcPts val="0"/>
              </a:spcAft>
              <a:buClr>
                <a:srgbClr val="031629"/>
              </a:buClr>
              <a:buSzPts val="2200"/>
              <a:buNone/>
            </a:pPr>
            <a:endParaRPr sz="2200">
              <a:latin typeface="Twentieth Century"/>
              <a:ea typeface="Twentieth Century"/>
              <a:cs typeface="Twentieth Century"/>
              <a:sym typeface="Twentieth Century"/>
            </a:endParaRPr>
          </a:p>
          <a:p>
            <a:pPr marL="0" lvl="0" indent="0" algn="just" rtl="0">
              <a:lnSpc>
                <a:spcPct val="100000"/>
              </a:lnSpc>
              <a:spcBef>
                <a:spcPts val="0"/>
              </a:spcBef>
              <a:spcAft>
                <a:spcPts val="0"/>
              </a:spcAft>
              <a:buClr>
                <a:schemeClr val="dk2"/>
              </a:buClr>
              <a:buSzPts val="2800"/>
              <a:buNone/>
            </a:pPr>
            <a:r>
              <a:rPr lang="en-US" sz="2800" b="1">
                <a:solidFill>
                  <a:schemeClr val="dk2"/>
                </a:solidFill>
                <a:latin typeface="Twentieth Century"/>
                <a:ea typeface="Twentieth Century"/>
                <a:cs typeface="Twentieth Century"/>
                <a:sym typeface="Twentieth Century"/>
              </a:rPr>
              <a:t>One-versus-one</a:t>
            </a:r>
            <a:endParaRPr/>
          </a:p>
          <a:p>
            <a:pPr marL="0" lvl="0" indent="0" algn="just" rtl="0">
              <a:lnSpc>
                <a:spcPct val="100000"/>
              </a:lnSpc>
              <a:spcBef>
                <a:spcPts val="0"/>
              </a:spcBef>
              <a:spcAft>
                <a:spcPts val="0"/>
              </a:spcAft>
              <a:buClr>
                <a:srgbClr val="031629"/>
              </a:buClr>
              <a:buSzPts val="2200"/>
              <a:buNone/>
            </a:pPr>
            <a:r>
              <a:rPr lang="en-US" sz="2200">
                <a:latin typeface="Twentieth Century"/>
                <a:ea typeface="Twentieth Century"/>
                <a:cs typeface="Twentieth Century"/>
                <a:sym typeface="Twentieth Century"/>
              </a:rPr>
              <a:t>Cara ini dilakukan dengan melatih sebanyak mungkin data yang dimasukkan menjadi pasangan label. Jika kita memiliki 3 kelas klasifikasi maka kita akan memasangkan setiap kelas tersebut.</a:t>
            </a:r>
            <a:endParaRPr/>
          </a:p>
        </p:txBody>
      </p:sp>
      <p:sp>
        <p:nvSpPr>
          <p:cNvPr id="414" name="Google Shape;414;p19"/>
          <p:cNvSpPr txBox="1"/>
          <p:nvPr/>
        </p:nvSpPr>
        <p:spPr>
          <a:xfrm>
            <a:off x="751682" y="939831"/>
            <a:ext cx="10493113" cy="618376"/>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E60AC"/>
              </a:buClr>
              <a:buSzPts val="3600"/>
              <a:buFont typeface="Twentieth Century"/>
              <a:buNone/>
            </a:pPr>
            <a:r>
              <a:rPr lang="en-US" sz="3600" b="1">
                <a:solidFill>
                  <a:srgbClr val="0E60AC"/>
                </a:solidFill>
                <a:latin typeface="Twentieth Century"/>
                <a:ea typeface="Twentieth Century"/>
                <a:cs typeface="Twentieth Century"/>
                <a:sym typeface="Twentieth Century"/>
              </a:rPr>
              <a:t>Multiclass Clasification</a:t>
            </a:r>
            <a:endParaRPr sz="3600" b="1">
              <a:solidFill>
                <a:srgbClr val="0E60AC"/>
              </a:solidFill>
              <a:latin typeface="Twentieth Century"/>
              <a:ea typeface="Twentieth Century"/>
              <a:cs typeface="Twentieth Century"/>
              <a:sym typeface="Twentieth Century"/>
            </a:endParaRPr>
          </a:p>
        </p:txBody>
      </p:sp>
      <p:pic>
        <p:nvPicPr>
          <p:cNvPr id="415" name="Google Shape;415;p19" descr="Multi-class Classification — One-vs-All &amp; One-vs-One | by Amey Band |  Towards Data Science"/>
          <p:cNvPicPr preferRelativeResize="0"/>
          <p:nvPr/>
        </p:nvPicPr>
        <p:blipFill rotWithShape="1">
          <a:blip r:embed="rId3">
            <a:alphaModFix/>
          </a:blip>
          <a:srcRect/>
          <a:stretch/>
        </p:blipFill>
        <p:spPr>
          <a:xfrm>
            <a:off x="6564867" y="2130527"/>
            <a:ext cx="4804973" cy="3018263"/>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20"/>
          <p:cNvSpPr txBox="1">
            <a:spLocks noGrp="1"/>
          </p:cNvSpPr>
          <p:nvPr>
            <p:ph type="body" idx="1"/>
          </p:nvPr>
        </p:nvSpPr>
        <p:spPr>
          <a:xfrm>
            <a:off x="727619" y="2322316"/>
            <a:ext cx="5492708" cy="2839235"/>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chemeClr val="dk2"/>
              </a:buClr>
              <a:buSzPts val="2800"/>
              <a:buNone/>
            </a:pPr>
            <a:r>
              <a:rPr lang="en-US" sz="2800" b="1">
                <a:solidFill>
                  <a:schemeClr val="dk2"/>
                </a:solidFill>
                <a:latin typeface="Twentieth Century"/>
                <a:ea typeface="Twentieth Century"/>
                <a:cs typeface="Twentieth Century"/>
                <a:sym typeface="Twentieth Century"/>
              </a:rPr>
              <a:t>One-versus-rest</a:t>
            </a:r>
            <a:endParaRPr sz="1600">
              <a:latin typeface="Twentieth Century"/>
              <a:ea typeface="Twentieth Century"/>
              <a:cs typeface="Twentieth Century"/>
              <a:sym typeface="Twentieth Century"/>
            </a:endParaRPr>
          </a:p>
          <a:p>
            <a:pPr marL="0" lvl="0" indent="0" algn="just" rtl="0">
              <a:lnSpc>
                <a:spcPct val="90000"/>
              </a:lnSpc>
              <a:spcBef>
                <a:spcPts val="0"/>
              </a:spcBef>
              <a:spcAft>
                <a:spcPts val="0"/>
              </a:spcAft>
              <a:buClr>
                <a:srgbClr val="031629"/>
              </a:buClr>
              <a:buSzPts val="2200"/>
              <a:buNone/>
            </a:pPr>
            <a:r>
              <a:rPr lang="en-US" sz="2200">
                <a:latin typeface="Twentieth Century"/>
                <a:ea typeface="Twentieth Century"/>
                <a:cs typeface="Twentieth Century"/>
                <a:sym typeface="Twentieth Century"/>
              </a:rPr>
              <a:t>pada tahap ini, kalian mulai dengan mempertimbangkan setiap label sebagai label independen dan mempertimbangkan gabungan lainnya hanya sebagai satu label. Dengan 3 kelas, kita akan memiliki tiga pengklasifikasi.</a:t>
            </a:r>
            <a:endParaRPr sz="2200">
              <a:latin typeface="Twentieth Century"/>
              <a:ea typeface="Twentieth Century"/>
              <a:cs typeface="Twentieth Century"/>
              <a:sym typeface="Twentieth Century"/>
            </a:endParaRPr>
          </a:p>
          <a:p>
            <a:pPr marL="0" lvl="0" indent="0" algn="just" rtl="0">
              <a:lnSpc>
                <a:spcPct val="90000"/>
              </a:lnSpc>
              <a:spcBef>
                <a:spcPts val="0"/>
              </a:spcBef>
              <a:spcAft>
                <a:spcPts val="0"/>
              </a:spcAft>
              <a:buClr>
                <a:srgbClr val="031629"/>
              </a:buClr>
              <a:buSzPts val="2200"/>
              <a:buNone/>
            </a:pPr>
            <a:endParaRPr sz="2200">
              <a:latin typeface="Twentieth Century"/>
              <a:ea typeface="Twentieth Century"/>
              <a:cs typeface="Twentieth Century"/>
              <a:sym typeface="Twentieth Century"/>
            </a:endParaRPr>
          </a:p>
          <a:p>
            <a:pPr marL="0" lvl="0" indent="0" algn="just" rtl="0">
              <a:lnSpc>
                <a:spcPct val="90000"/>
              </a:lnSpc>
              <a:spcBef>
                <a:spcPts val="0"/>
              </a:spcBef>
              <a:spcAft>
                <a:spcPts val="0"/>
              </a:spcAft>
              <a:buClr>
                <a:srgbClr val="031629"/>
              </a:buClr>
              <a:buSzPts val="2200"/>
              <a:buNone/>
            </a:pPr>
            <a:endParaRPr sz="2200">
              <a:latin typeface="Twentieth Century"/>
              <a:ea typeface="Twentieth Century"/>
              <a:cs typeface="Twentieth Century"/>
              <a:sym typeface="Twentieth Century"/>
            </a:endParaRPr>
          </a:p>
        </p:txBody>
      </p:sp>
      <p:sp>
        <p:nvSpPr>
          <p:cNvPr id="421" name="Google Shape;421;p20"/>
          <p:cNvSpPr txBox="1"/>
          <p:nvPr/>
        </p:nvSpPr>
        <p:spPr>
          <a:xfrm>
            <a:off x="751682" y="939831"/>
            <a:ext cx="10493113" cy="618376"/>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rgbClr val="0E60AC"/>
              </a:buClr>
              <a:buSzPts val="3600"/>
              <a:buFont typeface="Twentieth Century"/>
              <a:buNone/>
            </a:pPr>
            <a:r>
              <a:rPr lang="en-US" sz="3600" b="1">
                <a:solidFill>
                  <a:srgbClr val="0E60AC"/>
                </a:solidFill>
                <a:latin typeface="Twentieth Century"/>
                <a:ea typeface="Twentieth Century"/>
                <a:cs typeface="Twentieth Century"/>
                <a:sym typeface="Twentieth Century"/>
              </a:rPr>
              <a:t>Multiclass Clasification</a:t>
            </a:r>
            <a:endParaRPr sz="3600" b="1">
              <a:solidFill>
                <a:srgbClr val="0E60AC"/>
              </a:solidFill>
              <a:latin typeface="Twentieth Century"/>
              <a:ea typeface="Twentieth Century"/>
              <a:cs typeface="Twentieth Century"/>
              <a:sym typeface="Twentieth Century"/>
            </a:endParaRPr>
          </a:p>
        </p:txBody>
      </p:sp>
      <p:pic>
        <p:nvPicPr>
          <p:cNvPr id="422" name="Google Shape;422;p20" descr="Multi-class Classification — One-vs-All &amp; One-vs-One | by Amey Band |  Towards Data Science"/>
          <p:cNvPicPr preferRelativeResize="0"/>
          <p:nvPr/>
        </p:nvPicPr>
        <p:blipFill rotWithShape="1">
          <a:blip r:embed="rId3">
            <a:alphaModFix/>
          </a:blip>
          <a:srcRect/>
          <a:stretch/>
        </p:blipFill>
        <p:spPr>
          <a:xfrm>
            <a:off x="6514551" y="2123663"/>
            <a:ext cx="4855072" cy="3037888"/>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pic>
        <p:nvPicPr>
          <p:cNvPr id="427" name="Google Shape;427;p21"/>
          <p:cNvPicPr preferRelativeResize="0"/>
          <p:nvPr/>
        </p:nvPicPr>
        <p:blipFill rotWithShape="1">
          <a:blip r:embed="rId3">
            <a:alphaModFix/>
          </a:blip>
          <a:srcRect/>
          <a:stretch/>
        </p:blipFill>
        <p:spPr>
          <a:xfrm>
            <a:off x="5387638" y="1114979"/>
            <a:ext cx="5646121" cy="3920268"/>
          </a:xfrm>
          <a:prstGeom prst="rect">
            <a:avLst/>
          </a:prstGeom>
          <a:solidFill>
            <a:srgbClr val="ECECEC"/>
          </a:solidFill>
          <a:ln w="88900" cap="sq" cmpd="sng">
            <a:solidFill>
              <a:srgbClr val="FFFFFF"/>
            </a:solidFill>
            <a:prstDash val="solid"/>
            <a:miter lim="800000"/>
            <a:headEnd type="none" w="sm" len="sm"/>
            <a:tailEnd type="none" w="sm" len="sm"/>
          </a:ln>
          <a:effectLst>
            <a:outerShdw blurRad="55000" dist="18000" dir="5400000" algn="tl" rotWithShape="0">
              <a:srgbClr val="000000">
                <a:alpha val="40000"/>
              </a:srgbClr>
            </a:outerShdw>
          </a:effectLst>
        </p:spPr>
      </p:pic>
      <p:sp>
        <p:nvSpPr>
          <p:cNvPr id="428" name="Google Shape;428;p21"/>
          <p:cNvSpPr txBox="1"/>
          <p:nvPr/>
        </p:nvSpPr>
        <p:spPr>
          <a:xfrm>
            <a:off x="5303520" y="5307000"/>
            <a:ext cx="5760719" cy="1015663"/>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000">
                <a:solidFill>
                  <a:schemeClr val="dk1"/>
                </a:solidFill>
                <a:latin typeface="Twentieth Century"/>
                <a:ea typeface="Twentieth Century"/>
                <a:cs typeface="Twentieth Century"/>
                <a:sym typeface="Twentieth Century"/>
              </a:rPr>
              <a:t>Plot sebar dari kumpulan data tempa Seperti yang terlihat dari X.shape, dataset ini terdiri dari 26 titik data, dengan 2 fitur.</a:t>
            </a:r>
            <a:endParaRPr/>
          </a:p>
        </p:txBody>
      </p:sp>
      <p:sp>
        <p:nvSpPr>
          <p:cNvPr id="429" name="Google Shape;429;p21"/>
          <p:cNvSpPr txBox="1"/>
          <p:nvPr/>
        </p:nvSpPr>
        <p:spPr>
          <a:xfrm>
            <a:off x="577456" y="1508760"/>
            <a:ext cx="4840662" cy="534924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1000"/>
              </a:spcBef>
              <a:spcAft>
                <a:spcPts val="0"/>
              </a:spcAft>
              <a:buClr>
                <a:schemeClr val="lt1"/>
              </a:buClr>
              <a:buSzPts val="1800"/>
              <a:buFont typeface="Twentieth Century"/>
              <a:buNone/>
            </a:pPr>
            <a:r>
              <a:rPr lang="en-US" sz="1800">
                <a:solidFill>
                  <a:schemeClr val="lt1"/>
                </a:solidFill>
                <a:latin typeface="Twentieth Century"/>
                <a:ea typeface="Twentieth Century"/>
                <a:cs typeface="Twentieth Century"/>
                <a:sym typeface="Twentieth Century"/>
              </a:rPr>
              <a:t>In[2]:	</a:t>
            </a:r>
            <a:endParaRPr/>
          </a:p>
          <a:p>
            <a:pPr marL="0" marR="0" lvl="0" indent="0" algn="l" rtl="0">
              <a:lnSpc>
                <a:spcPct val="100000"/>
              </a:lnSpc>
              <a:spcBef>
                <a:spcPts val="1000"/>
              </a:spcBef>
              <a:spcAft>
                <a:spcPts val="0"/>
              </a:spcAft>
              <a:buClr>
                <a:schemeClr val="lt1"/>
              </a:buClr>
              <a:buSzPts val="1800"/>
              <a:buFont typeface="Twentieth Century"/>
              <a:buNone/>
            </a:pPr>
            <a:r>
              <a:rPr lang="en-US" sz="1800">
                <a:solidFill>
                  <a:schemeClr val="lt1"/>
                </a:solidFill>
                <a:latin typeface="Twentieth Century"/>
                <a:ea typeface="Twentieth Century"/>
                <a:cs typeface="Twentieth Century"/>
                <a:sym typeface="Twentieth Century"/>
              </a:rPr>
              <a:t># generate dataset</a:t>
            </a:r>
            <a:endParaRPr/>
          </a:p>
          <a:p>
            <a:pPr marL="0" marR="0" lvl="0" indent="0" algn="l" rtl="0">
              <a:lnSpc>
                <a:spcPct val="100000"/>
              </a:lnSpc>
              <a:spcBef>
                <a:spcPts val="1000"/>
              </a:spcBef>
              <a:spcAft>
                <a:spcPts val="0"/>
              </a:spcAft>
              <a:buClr>
                <a:schemeClr val="lt1"/>
              </a:buClr>
              <a:buSzPts val="1800"/>
              <a:buFont typeface="Twentieth Century"/>
              <a:buNone/>
            </a:pPr>
            <a:r>
              <a:rPr lang="en-US" sz="1800">
                <a:solidFill>
                  <a:schemeClr val="lt1"/>
                </a:solidFill>
                <a:latin typeface="Twentieth Century"/>
                <a:ea typeface="Twentieth Century"/>
                <a:cs typeface="Twentieth Century"/>
                <a:sym typeface="Twentieth Century"/>
              </a:rPr>
              <a:t>X, y = mglearn.datasets.make_forge()</a:t>
            </a:r>
            <a:endParaRPr/>
          </a:p>
          <a:p>
            <a:pPr marL="0" marR="0" lvl="0" indent="0" algn="l" rtl="0">
              <a:lnSpc>
                <a:spcPct val="100000"/>
              </a:lnSpc>
              <a:spcBef>
                <a:spcPts val="1000"/>
              </a:spcBef>
              <a:spcAft>
                <a:spcPts val="0"/>
              </a:spcAft>
              <a:buClr>
                <a:schemeClr val="lt1"/>
              </a:buClr>
              <a:buSzPts val="1800"/>
              <a:buFont typeface="Twentieth Century"/>
              <a:buNone/>
            </a:pPr>
            <a:r>
              <a:rPr lang="en-US" sz="1800">
                <a:solidFill>
                  <a:schemeClr val="lt1"/>
                </a:solidFill>
                <a:latin typeface="Twentieth Century"/>
                <a:ea typeface="Twentieth Century"/>
                <a:cs typeface="Twentieth Century"/>
                <a:sym typeface="Twentieth Century"/>
              </a:rPr>
              <a:t># plot dataset</a:t>
            </a:r>
            <a:endParaRPr/>
          </a:p>
          <a:p>
            <a:pPr marL="0" marR="0" lvl="0" indent="0" algn="l" rtl="0">
              <a:lnSpc>
                <a:spcPct val="100000"/>
              </a:lnSpc>
              <a:spcBef>
                <a:spcPts val="1000"/>
              </a:spcBef>
              <a:spcAft>
                <a:spcPts val="0"/>
              </a:spcAft>
              <a:buClr>
                <a:schemeClr val="lt1"/>
              </a:buClr>
              <a:buSzPts val="1800"/>
              <a:buFont typeface="Twentieth Century"/>
              <a:buNone/>
            </a:pPr>
            <a:r>
              <a:rPr lang="en-US" sz="1800">
                <a:solidFill>
                  <a:schemeClr val="lt1"/>
                </a:solidFill>
                <a:latin typeface="Twentieth Century"/>
                <a:ea typeface="Twentieth Century"/>
                <a:cs typeface="Twentieth Century"/>
                <a:sym typeface="Twentieth Century"/>
              </a:rPr>
              <a:t>mglearn.discrete_scatter(X[:, 0], X[:, 1], y)</a:t>
            </a:r>
            <a:endParaRPr/>
          </a:p>
          <a:p>
            <a:pPr marL="0" marR="0" lvl="0" indent="0" algn="l" rtl="0">
              <a:lnSpc>
                <a:spcPct val="100000"/>
              </a:lnSpc>
              <a:spcBef>
                <a:spcPts val="1000"/>
              </a:spcBef>
              <a:spcAft>
                <a:spcPts val="0"/>
              </a:spcAft>
              <a:buClr>
                <a:schemeClr val="lt1"/>
              </a:buClr>
              <a:buSzPts val="1800"/>
              <a:buFont typeface="Twentieth Century"/>
              <a:buNone/>
            </a:pPr>
            <a:r>
              <a:rPr lang="en-US" sz="1800">
                <a:solidFill>
                  <a:schemeClr val="lt1"/>
                </a:solidFill>
                <a:latin typeface="Twentieth Century"/>
                <a:ea typeface="Twentieth Century"/>
                <a:cs typeface="Twentieth Century"/>
                <a:sym typeface="Twentieth Century"/>
              </a:rPr>
              <a:t>plt.legend(["Class 0", "Class 1"], loc=4)</a:t>
            </a:r>
            <a:endParaRPr/>
          </a:p>
          <a:p>
            <a:pPr marL="0" marR="0" lvl="0" indent="0" algn="l" rtl="0">
              <a:lnSpc>
                <a:spcPct val="100000"/>
              </a:lnSpc>
              <a:spcBef>
                <a:spcPts val="1000"/>
              </a:spcBef>
              <a:spcAft>
                <a:spcPts val="0"/>
              </a:spcAft>
              <a:buClr>
                <a:schemeClr val="lt1"/>
              </a:buClr>
              <a:buSzPts val="1800"/>
              <a:buFont typeface="Twentieth Century"/>
              <a:buNone/>
            </a:pPr>
            <a:r>
              <a:rPr lang="en-US" sz="1800">
                <a:solidFill>
                  <a:schemeClr val="lt1"/>
                </a:solidFill>
                <a:latin typeface="Twentieth Century"/>
                <a:ea typeface="Twentieth Century"/>
                <a:cs typeface="Twentieth Century"/>
                <a:sym typeface="Twentieth Century"/>
              </a:rPr>
              <a:t>plt.xlabel("First feature")</a:t>
            </a:r>
            <a:endParaRPr/>
          </a:p>
          <a:p>
            <a:pPr marL="0" marR="0" lvl="0" indent="0" algn="l" rtl="0">
              <a:lnSpc>
                <a:spcPct val="100000"/>
              </a:lnSpc>
              <a:spcBef>
                <a:spcPts val="1000"/>
              </a:spcBef>
              <a:spcAft>
                <a:spcPts val="0"/>
              </a:spcAft>
              <a:buClr>
                <a:schemeClr val="lt1"/>
              </a:buClr>
              <a:buSzPts val="1800"/>
              <a:buFont typeface="Twentieth Century"/>
              <a:buNone/>
            </a:pPr>
            <a:r>
              <a:rPr lang="en-US" sz="1800">
                <a:solidFill>
                  <a:schemeClr val="lt1"/>
                </a:solidFill>
                <a:latin typeface="Twentieth Century"/>
                <a:ea typeface="Twentieth Century"/>
                <a:cs typeface="Twentieth Century"/>
                <a:sym typeface="Twentieth Century"/>
              </a:rPr>
              <a:t>plt.ylabel("Second feature")</a:t>
            </a:r>
            <a:endParaRPr/>
          </a:p>
          <a:p>
            <a:pPr marL="0" marR="0" lvl="0" indent="0" algn="l" rtl="0">
              <a:lnSpc>
                <a:spcPct val="100000"/>
              </a:lnSpc>
              <a:spcBef>
                <a:spcPts val="1000"/>
              </a:spcBef>
              <a:spcAft>
                <a:spcPts val="0"/>
              </a:spcAft>
              <a:buClr>
                <a:schemeClr val="lt1"/>
              </a:buClr>
              <a:buSzPts val="1800"/>
              <a:buFont typeface="Twentieth Century"/>
              <a:buNone/>
            </a:pPr>
            <a:r>
              <a:rPr lang="en-US" sz="1800">
                <a:solidFill>
                  <a:schemeClr val="lt1"/>
                </a:solidFill>
                <a:latin typeface="Twentieth Century"/>
                <a:ea typeface="Twentieth Century"/>
                <a:cs typeface="Twentieth Century"/>
                <a:sym typeface="Twentieth Century"/>
              </a:rPr>
              <a:t>print("X.shape: {}".format(X.shape))</a:t>
            </a:r>
            <a:endParaRPr/>
          </a:p>
          <a:p>
            <a:pPr marL="0" marR="0" lvl="0" indent="0" algn="l" rtl="0">
              <a:lnSpc>
                <a:spcPct val="100000"/>
              </a:lnSpc>
              <a:spcBef>
                <a:spcPts val="1000"/>
              </a:spcBef>
              <a:spcAft>
                <a:spcPts val="0"/>
              </a:spcAft>
              <a:buClr>
                <a:srgbClr val="031629"/>
              </a:buClr>
              <a:buSzPts val="1800"/>
              <a:buFont typeface="Twentieth Century"/>
              <a:buNone/>
            </a:pPr>
            <a:endParaRPr sz="1800">
              <a:solidFill>
                <a:schemeClr val="lt1"/>
              </a:solidFill>
              <a:latin typeface="Twentieth Century"/>
              <a:ea typeface="Twentieth Century"/>
              <a:cs typeface="Twentieth Century"/>
              <a:sym typeface="Twentieth Century"/>
            </a:endParaRPr>
          </a:p>
          <a:p>
            <a:pPr marL="0" marR="0" lvl="0" indent="0" algn="l" rtl="0">
              <a:lnSpc>
                <a:spcPct val="100000"/>
              </a:lnSpc>
              <a:spcBef>
                <a:spcPts val="1000"/>
              </a:spcBef>
              <a:spcAft>
                <a:spcPts val="0"/>
              </a:spcAft>
              <a:buClr>
                <a:schemeClr val="lt1"/>
              </a:buClr>
              <a:buSzPts val="1800"/>
              <a:buFont typeface="Twentieth Century"/>
              <a:buNone/>
            </a:pPr>
            <a:r>
              <a:rPr lang="en-US" sz="1800">
                <a:solidFill>
                  <a:schemeClr val="lt1"/>
                </a:solidFill>
                <a:latin typeface="Twentieth Century"/>
                <a:ea typeface="Twentieth Century"/>
                <a:cs typeface="Twentieth Century"/>
                <a:sym typeface="Twentieth Century"/>
              </a:rPr>
              <a:t>Out[2]:</a:t>
            </a:r>
            <a:endParaRPr/>
          </a:p>
          <a:p>
            <a:pPr marL="0" marR="0" lvl="0" indent="0" algn="l" rtl="0">
              <a:lnSpc>
                <a:spcPct val="100000"/>
              </a:lnSpc>
              <a:spcBef>
                <a:spcPts val="1000"/>
              </a:spcBef>
              <a:spcAft>
                <a:spcPts val="0"/>
              </a:spcAft>
              <a:buClr>
                <a:schemeClr val="lt1"/>
              </a:buClr>
              <a:buSzPts val="1800"/>
              <a:buFont typeface="Twentieth Century"/>
              <a:buNone/>
            </a:pPr>
            <a:r>
              <a:rPr lang="en-US" sz="1800">
                <a:solidFill>
                  <a:schemeClr val="lt1"/>
                </a:solidFill>
                <a:latin typeface="Twentieth Century"/>
                <a:ea typeface="Twentieth Century"/>
                <a:cs typeface="Twentieth Century"/>
                <a:sym typeface="Twentieth Century"/>
              </a:rPr>
              <a:t>X.shape: (26, 2)</a:t>
            </a:r>
            <a:endParaRPr/>
          </a:p>
        </p:txBody>
      </p:sp>
      <p:sp>
        <p:nvSpPr>
          <p:cNvPr id="430" name="Google Shape;430;p21"/>
          <p:cNvSpPr txBox="1"/>
          <p:nvPr/>
        </p:nvSpPr>
        <p:spPr>
          <a:xfrm>
            <a:off x="546977" y="939830"/>
            <a:ext cx="4635956" cy="568929"/>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FFC000"/>
              </a:buClr>
              <a:buSzPts val="3600"/>
              <a:buFont typeface="Twentieth Century"/>
              <a:buNone/>
            </a:pPr>
            <a:r>
              <a:rPr lang="en-US" sz="3600" b="1">
                <a:solidFill>
                  <a:srgbClr val="FFC000"/>
                </a:solidFill>
                <a:latin typeface="Twentieth Century"/>
                <a:ea typeface="Twentieth Century"/>
                <a:cs typeface="Twentieth Century"/>
                <a:sym typeface="Twentieth Century"/>
              </a:rPr>
              <a:t>Sample Dataset</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22"/>
          <p:cNvSpPr txBox="1">
            <a:spLocks noGrp="1"/>
          </p:cNvSpPr>
          <p:nvPr>
            <p:ph type="ctrTitle"/>
          </p:nvPr>
        </p:nvSpPr>
        <p:spPr>
          <a:xfrm>
            <a:off x="2333732" y="2541902"/>
            <a:ext cx="3048000" cy="1768845"/>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Twentieth Century"/>
              <a:buNone/>
            </a:pPr>
            <a:r>
              <a:rPr lang="en-US"/>
              <a:t>Terima</a:t>
            </a:r>
            <a:br>
              <a:rPr lang="en-US"/>
            </a:br>
            <a:r>
              <a:rPr lang="en-US"/>
              <a:t>Kasih</a:t>
            </a:r>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CD26F7-231A-BC23-9E2C-BA809A061CBE}"/>
              </a:ext>
            </a:extLst>
          </p:cNvPr>
          <p:cNvSpPr>
            <a:spLocks noGrp="1"/>
          </p:cNvSpPr>
          <p:nvPr>
            <p:ph type="body" idx="1"/>
          </p:nvPr>
        </p:nvSpPr>
        <p:spPr/>
        <p:txBody>
          <a:bodyPr>
            <a:normAutofit fontScale="92500" lnSpcReduction="20000"/>
          </a:bodyPr>
          <a:lstStyle/>
          <a:p>
            <a:r>
              <a:rPr lang="en-US" dirty="0" err="1"/>
              <a:t>Jelaskan</a:t>
            </a:r>
            <a:r>
              <a:rPr lang="en-US" dirty="0"/>
              <a:t> </a:t>
            </a:r>
            <a:r>
              <a:rPr lang="en-US" b="1" dirty="0" err="1"/>
              <a:t>cara</a:t>
            </a:r>
            <a:r>
              <a:rPr lang="en-US" b="1" dirty="0"/>
              <a:t> </a:t>
            </a:r>
            <a:r>
              <a:rPr lang="en-US" b="1" dirty="0" err="1"/>
              <a:t>kerja</a:t>
            </a:r>
            <a:r>
              <a:rPr lang="en-US" dirty="0"/>
              <a:t> </a:t>
            </a:r>
            <a:r>
              <a:rPr lang="en-US" dirty="0" err="1"/>
              <a:t>dari</a:t>
            </a:r>
            <a:r>
              <a:rPr lang="en-US" dirty="0"/>
              <a:t> algoritma Decision Tree, Naïve Bayes, K-NN, dan SVM.</a:t>
            </a:r>
          </a:p>
          <a:p>
            <a:r>
              <a:rPr lang="en-US" dirty="0" err="1"/>
              <a:t>Berikan</a:t>
            </a:r>
            <a:r>
              <a:rPr lang="en-US" dirty="0"/>
              <a:t> </a:t>
            </a:r>
            <a:r>
              <a:rPr lang="en-US" b="1" dirty="0" err="1"/>
              <a:t>contoh</a:t>
            </a:r>
            <a:r>
              <a:rPr lang="en-US" b="1" dirty="0"/>
              <a:t> </a:t>
            </a:r>
            <a:r>
              <a:rPr lang="en-US" b="1" dirty="0" err="1"/>
              <a:t>implementasi</a:t>
            </a:r>
            <a:r>
              <a:rPr lang="en-US" b="1" dirty="0"/>
              <a:t> </a:t>
            </a:r>
            <a:r>
              <a:rPr lang="en-US" dirty="0"/>
              <a:t>Algoritma Decision Tree, Naïve Bayes, K-NN, dan SVM.</a:t>
            </a:r>
          </a:p>
          <a:p>
            <a:r>
              <a:rPr lang="en-ID" dirty="0" err="1"/>
              <a:t>Sebutkan</a:t>
            </a:r>
            <a:r>
              <a:rPr lang="en-ID" dirty="0"/>
              <a:t> </a:t>
            </a:r>
            <a:r>
              <a:rPr lang="en-ID" dirty="0" err="1"/>
              <a:t>kekurangan</a:t>
            </a:r>
            <a:r>
              <a:rPr lang="en-ID" dirty="0"/>
              <a:t> dan </a:t>
            </a:r>
            <a:r>
              <a:rPr lang="en-ID" dirty="0" err="1"/>
              <a:t>kelebihan</a:t>
            </a:r>
            <a:r>
              <a:rPr lang="en-ID" dirty="0"/>
              <a:t> </a:t>
            </a:r>
            <a:r>
              <a:rPr lang="en-ID" dirty="0" err="1"/>
              <a:t>dari</a:t>
            </a:r>
            <a:r>
              <a:rPr lang="en-ID" dirty="0"/>
              <a:t> algoritma </a:t>
            </a:r>
            <a:r>
              <a:rPr lang="en-US" dirty="0"/>
              <a:t>Decision Tree, Naïve Bayes, K-NN, dan SVM.</a:t>
            </a:r>
          </a:p>
          <a:p>
            <a:pPr marL="88900" indent="0">
              <a:buNone/>
            </a:pPr>
            <a:endParaRPr lang="en-US" dirty="0"/>
          </a:p>
          <a:p>
            <a:pPr marL="88900" indent="0">
              <a:buNone/>
            </a:pPr>
            <a:r>
              <a:rPr lang="en-US" dirty="0" err="1"/>
              <a:t>Tugas</a:t>
            </a:r>
            <a:r>
              <a:rPr lang="en-US" dirty="0"/>
              <a:t> Project</a:t>
            </a:r>
          </a:p>
          <a:p>
            <a:r>
              <a:rPr lang="en-US" dirty="0" err="1"/>
              <a:t>Tentukan</a:t>
            </a:r>
            <a:r>
              <a:rPr lang="en-US" dirty="0"/>
              <a:t> </a:t>
            </a:r>
            <a:r>
              <a:rPr lang="en-US" dirty="0" err="1"/>
              <a:t>topik</a:t>
            </a:r>
            <a:r>
              <a:rPr lang="en-US" dirty="0"/>
              <a:t> yang </a:t>
            </a:r>
            <a:r>
              <a:rPr lang="en-US" dirty="0" err="1"/>
              <a:t>diinginkan</a:t>
            </a:r>
            <a:r>
              <a:rPr lang="en-US" dirty="0"/>
              <a:t> (ex: </a:t>
            </a:r>
            <a:r>
              <a:rPr lang="en-US" dirty="0" err="1"/>
              <a:t>perkiraan</a:t>
            </a:r>
            <a:r>
              <a:rPr lang="en-US" dirty="0"/>
              <a:t> </a:t>
            </a:r>
            <a:r>
              <a:rPr lang="en-US" dirty="0" err="1"/>
              <a:t>cuaca</a:t>
            </a:r>
            <a:r>
              <a:rPr lang="en-US" dirty="0"/>
              <a:t>).</a:t>
            </a:r>
          </a:p>
          <a:p>
            <a:r>
              <a:rPr lang="en-US" dirty="0" err="1"/>
              <a:t>Kumpulkan</a:t>
            </a:r>
            <a:r>
              <a:rPr lang="en-US" dirty="0"/>
              <a:t> data </a:t>
            </a:r>
            <a:r>
              <a:rPr lang="en-US" dirty="0" err="1"/>
              <a:t>sesuai</a:t>
            </a:r>
            <a:r>
              <a:rPr lang="en-US" dirty="0"/>
              <a:t> </a:t>
            </a:r>
            <a:r>
              <a:rPr lang="en-US" dirty="0" err="1"/>
              <a:t>topik</a:t>
            </a:r>
            <a:r>
              <a:rPr lang="en-US" dirty="0"/>
              <a:t> yang </a:t>
            </a:r>
            <a:r>
              <a:rPr lang="en-US" dirty="0" err="1"/>
              <a:t>diinginkan</a:t>
            </a:r>
            <a:r>
              <a:rPr lang="en-US" dirty="0" smtClean="0"/>
              <a:t>.</a:t>
            </a:r>
          </a:p>
          <a:p>
            <a:endParaRPr lang="en-US" dirty="0"/>
          </a:p>
          <a:p>
            <a:pPr marL="88900" indent="0">
              <a:buNone/>
            </a:pPr>
            <a:r>
              <a:rPr lang="en-US" dirty="0" smtClean="0"/>
              <a:t>Email: rahmat.budiarsa@esaunggul.ac.id</a:t>
            </a:r>
            <a:endParaRPr lang="en-US" dirty="0"/>
          </a:p>
          <a:p>
            <a:pPr marL="88900" indent="0">
              <a:buNone/>
            </a:pPr>
            <a:r>
              <a:rPr lang="en-US" dirty="0" smtClean="0"/>
              <a:t>Subject: ML – </a:t>
            </a:r>
            <a:r>
              <a:rPr lang="en-US" dirty="0" err="1" smtClean="0"/>
              <a:t>nama</a:t>
            </a:r>
            <a:r>
              <a:rPr lang="en-US" dirty="0" smtClean="0"/>
              <a:t> </a:t>
            </a:r>
            <a:r>
              <a:rPr lang="en-US" dirty="0" err="1" smtClean="0"/>
              <a:t>kelompok</a:t>
            </a:r>
            <a:r>
              <a:rPr lang="en-US" dirty="0" smtClean="0"/>
              <a:t> - </a:t>
            </a:r>
            <a:r>
              <a:rPr lang="en-US" dirty="0" err="1" smtClean="0"/>
              <a:t>topik</a:t>
            </a:r>
            <a:endParaRPr lang="en-US" dirty="0"/>
          </a:p>
          <a:p>
            <a:pPr marL="88900" indent="0">
              <a:buNone/>
            </a:pPr>
            <a:r>
              <a:rPr lang="en-US" dirty="0" err="1" smtClean="0"/>
              <a:t>Kirim</a:t>
            </a:r>
            <a:r>
              <a:rPr lang="en-US" dirty="0" smtClean="0"/>
              <a:t> dataset.</a:t>
            </a:r>
            <a:endParaRPr lang="en-US" dirty="0"/>
          </a:p>
          <a:p>
            <a:pPr marL="88900" indent="0">
              <a:buNone/>
            </a:pPr>
            <a:endParaRPr lang="en-ID" dirty="0"/>
          </a:p>
        </p:txBody>
      </p:sp>
      <p:sp>
        <p:nvSpPr>
          <p:cNvPr id="3" name="Title 2">
            <a:extLst>
              <a:ext uri="{FF2B5EF4-FFF2-40B4-BE49-F238E27FC236}">
                <a16:creationId xmlns:a16="http://schemas.microsoft.com/office/drawing/2014/main" id="{EEB0C53B-15F3-5590-1E7B-B15E4D167338}"/>
              </a:ext>
            </a:extLst>
          </p:cNvPr>
          <p:cNvSpPr>
            <a:spLocks noGrp="1"/>
          </p:cNvSpPr>
          <p:nvPr>
            <p:ph type="title"/>
          </p:nvPr>
        </p:nvSpPr>
        <p:spPr/>
        <p:txBody>
          <a:bodyPr/>
          <a:lstStyle/>
          <a:p>
            <a:r>
              <a:rPr lang="en-US" dirty="0" err="1"/>
              <a:t>Tugas</a:t>
            </a:r>
            <a:r>
              <a:rPr lang="en-US" dirty="0"/>
              <a:t> 2</a:t>
            </a:r>
            <a:endParaRPr lang="en-ID" dirty="0"/>
          </a:p>
        </p:txBody>
      </p:sp>
    </p:spTree>
    <p:extLst>
      <p:ext uri="{BB962C8B-B14F-4D97-AF65-F5344CB8AC3E}">
        <p14:creationId xmlns:p14="http://schemas.microsoft.com/office/powerpoint/2010/main" val="559764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smtClean="0"/>
              <a:t>20240801102 – </a:t>
            </a:r>
            <a:r>
              <a:rPr lang="en-US" dirty="0" err="1" smtClean="0"/>
              <a:t>Ilham</a:t>
            </a:r>
            <a:r>
              <a:rPr lang="en-US" dirty="0" smtClean="0"/>
              <a:t> </a:t>
            </a:r>
            <a:r>
              <a:rPr lang="en-US" dirty="0" err="1" smtClean="0"/>
              <a:t>Firmansyah</a:t>
            </a:r>
            <a:endParaRPr lang="en-US" dirty="0" smtClean="0"/>
          </a:p>
          <a:p>
            <a:r>
              <a:rPr lang="en-US" dirty="0" smtClean="0"/>
              <a:t>20240801067 – Muhammad </a:t>
            </a:r>
            <a:r>
              <a:rPr lang="en-US" dirty="0" err="1" smtClean="0"/>
              <a:t>Aliff</a:t>
            </a:r>
            <a:r>
              <a:rPr lang="en-US" dirty="0" smtClean="0"/>
              <a:t> Al </a:t>
            </a:r>
            <a:r>
              <a:rPr lang="en-US" dirty="0" err="1" smtClean="0"/>
              <a:t>Fitroh</a:t>
            </a:r>
            <a:endParaRPr lang="en-US" dirty="0" smtClean="0"/>
          </a:p>
          <a:p>
            <a:r>
              <a:rPr lang="en-US" dirty="0" smtClean="0"/>
              <a:t>20240801098 – Wilson Fabian </a:t>
            </a:r>
          </a:p>
          <a:p>
            <a:r>
              <a:rPr lang="en-US" dirty="0" smtClean="0"/>
              <a:t>20240801004 – Michael </a:t>
            </a:r>
            <a:r>
              <a:rPr lang="en-US" smtClean="0"/>
              <a:t>Cornelius Bong </a:t>
            </a:r>
            <a:endParaRPr lang="en-US" dirty="0" smtClean="0"/>
          </a:p>
          <a:p>
            <a:r>
              <a:rPr lang="en-US" dirty="0" smtClean="0"/>
              <a:t>20230801001 – </a:t>
            </a:r>
            <a:r>
              <a:rPr lang="en-US" dirty="0" err="1" smtClean="0"/>
              <a:t>Radith</a:t>
            </a:r>
            <a:r>
              <a:rPr lang="en-US" dirty="0" smtClean="0"/>
              <a:t> </a:t>
            </a:r>
            <a:r>
              <a:rPr lang="en-US" dirty="0" err="1" smtClean="0"/>
              <a:t>Yafi</a:t>
            </a:r>
            <a:r>
              <a:rPr lang="en-US" dirty="0" smtClean="0"/>
              <a:t> Valerian</a:t>
            </a:r>
          </a:p>
          <a:p>
            <a:r>
              <a:rPr lang="en-US" dirty="0" smtClean="0"/>
              <a:t>20230801109 – </a:t>
            </a:r>
            <a:r>
              <a:rPr lang="en-US" dirty="0" err="1" smtClean="0"/>
              <a:t>Fransiskus</a:t>
            </a:r>
            <a:r>
              <a:rPr lang="en-US" dirty="0" smtClean="0"/>
              <a:t> </a:t>
            </a:r>
            <a:r>
              <a:rPr lang="en-US" dirty="0" err="1" smtClean="0"/>
              <a:t>Desales</a:t>
            </a:r>
            <a:r>
              <a:rPr lang="en-US" dirty="0" smtClean="0"/>
              <a:t> </a:t>
            </a:r>
            <a:r>
              <a:rPr lang="en-US" dirty="0" err="1" smtClean="0"/>
              <a:t>Bayu</a:t>
            </a:r>
            <a:r>
              <a:rPr lang="en-US" dirty="0" smtClean="0"/>
              <a:t> </a:t>
            </a:r>
            <a:r>
              <a:rPr lang="en-US" dirty="0" err="1" smtClean="0"/>
              <a:t>Priatmoko</a:t>
            </a:r>
            <a:r>
              <a:rPr lang="en-US" dirty="0" smtClean="0"/>
              <a:t> </a:t>
            </a:r>
          </a:p>
          <a:p>
            <a:r>
              <a:rPr lang="en-US" dirty="0" smtClean="0"/>
              <a:t>20230801081 – </a:t>
            </a:r>
            <a:r>
              <a:rPr lang="en-US" dirty="0" err="1" smtClean="0"/>
              <a:t>Faiz</a:t>
            </a:r>
            <a:r>
              <a:rPr lang="en-US" dirty="0" smtClean="0"/>
              <a:t> </a:t>
            </a:r>
            <a:r>
              <a:rPr lang="en-US" dirty="0" err="1" smtClean="0"/>
              <a:t>Izaz</a:t>
            </a:r>
            <a:r>
              <a:rPr lang="en-US" dirty="0" smtClean="0"/>
              <a:t> </a:t>
            </a:r>
            <a:r>
              <a:rPr lang="en-US" dirty="0" err="1" smtClean="0"/>
              <a:t>Fathoni</a:t>
            </a:r>
            <a:r>
              <a:rPr lang="en-US" dirty="0" smtClean="0"/>
              <a:t> </a:t>
            </a:r>
          </a:p>
          <a:p>
            <a:r>
              <a:rPr lang="en-US" dirty="0" smtClean="0"/>
              <a:t>20230801006 – </a:t>
            </a:r>
            <a:r>
              <a:rPr lang="en-US" dirty="0" err="1" smtClean="0"/>
              <a:t>Fauzi</a:t>
            </a:r>
            <a:r>
              <a:rPr lang="en-US" dirty="0" smtClean="0"/>
              <a:t> </a:t>
            </a:r>
            <a:r>
              <a:rPr lang="en-US" dirty="0" err="1" smtClean="0"/>
              <a:t>Rizki</a:t>
            </a:r>
            <a:r>
              <a:rPr lang="en-US" dirty="0" smtClean="0"/>
              <a:t> </a:t>
            </a:r>
            <a:r>
              <a:rPr lang="en-US" dirty="0" err="1" smtClean="0"/>
              <a:t>Maulana</a:t>
            </a:r>
            <a:endParaRPr lang="en-US" dirty="0" smtClean="0"/>
          </a:p>
          <a:p>
            <a:r>
              <a:rPr lang="en-US" dirty="0" smtClean="0"/>
              <a:t>20230801290 - RIVAI</a:t>
            </a:r>
          </a:p>
        </p:txBody>
      </p:sp>
      <p:sp>
        <p:nvSpPr>
          <p:cNvPr id="3" name="Title 2"/>
          <p:cNvSpPr>
            <a:spLocks noGrp="1"/>
          </p:cNvSpPr>
          <p:nvPr>
            <p:ph type="title"/>
          </p:nvPr>
        </p:nvSpPr>
        <p:spPr/>
        <p:txBody>
          <a:bodyPr/>
          <a:lstStyle/>
          <a:p>
            <a:r>
              <a:rPr lang="en-US" dirty="0" err="1" smtClean="0"/>
              <a:t>Nilai</a:t>
            </a:r>
            <a:r>
              <a:rPr lang="en-US" dirty="0" smtClean="0"/>
              <a:t> </a:t>
            </a:r>
            <a:r>
              <a:rPr lang="en-US" dirty="0" err="1" smtClean="0"/>
              <a:t>Tambah</a:t>
            </a:r>
            <a:endParaRPr lang="en-US" dirty="0"/>
          </a:p>
        </p:txBody>
      </p:sp>
    </p:spTree>
    <p:extLst>
      <p:ext uri="{BB962C8B-B14F-4D97-AF65-F5344CB8AC3E}">
        <p14:creationId xmlns:p14="http://schemas.microsoft.com/office/powerpoint/2010/main" val="1998772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theme/theme1.xml><?xml version="1.0" encoding="utf-8"?>
<a:theme xmlns:a="http://schemas.openxmlformats.org/drawingml/2006/main" name="1_Office Theme">
  <a:themeElements>
    <a:clrScheme name="UEU Color">
      <a:dk1>
        <a:srgbClr val="363636"/>
      </a:dk1>
      <a:lt1>
        <a:srgbClr val="FFFFFF"/>
      </a:lt1>
      <a:dk2>
        <a:srgbClr val="0E60AC"/>
      </a:dk2>
      <a:lt2>
        <a:srgbClr val="F2F2F2"/>
      </a:lt2>
      <a:accent1>
        <a:srgbClr val="EF7220"/>
      </a:accent1>
      <a:accent2>
        <a:srgbClr val="F5AA79"/>
      </a:accent2>
      <a:accent3>
        <a:srgbClr val="0E60AC"/>
      </a:accent3>
      <a:accent4>
        <a:srgbClr val="87C0F5"/>
      </a:accent4>
      <a:accent5>
        <a:srgbClr val="C3DFFA"/>
      </a:accent5>
      <a:accent6>
        <a:srgbClr val="D8D8D8"/>
      </a:accent6>
      <a:hlink>
        <a:srgbClr val="EF7220"/>
      </a:hlink>
      <a:folHlink>
        <a:srgbClr val="EF722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397</TotalTime>
  <Words>941</Words>
  <Application>Microsoft Office PowerPoint</Application>
  <PresentationFormat>Widescreen</PresentationFormat>
  <Paragraphs>143</Paragraphs>
  <Slides>24</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Tw Cen MT</vt:lpstr>
      <vt:lpstr>Twentieth Century</vt:lpstr>
      <vt:lpstr>1_Office Theme</vt:lpstr>
      <vt:lpstr>Machine Learning</vt:lpstr>
      <vt:lpstr>PowerPoint Presentation</vt:lpstr>
      <vt:lpstr>PowerPoint Presentation</vt:lpstr>
      <vt:lpstr>PowerPoint Presentation</vt:lpstr>
      <vt:lpstr>PowerPoint Presentation</vt:lpstr>
      <vt:lpstr>Algoritma dalam Supervised Learning</vt:lpstr>
      <vt:lpstr>Apa Itu Supervised Learning?</vt:lpstr>
      <vt:lpstr>PowerPoint Presentation</vt:lpstr>
      <vt:lpstr>PowerPoint Presentation</vt:lpstr>
      <vt:lpstr>PowerPoint Presentation</vt:lpstr>
      <vt:lpstr>PowerPoint Presentation</vt:lpstr>
      <vt:lpstr>Kegunaan Naïve Bayes</vt:lpstr>
      <vt:lpstr>PowerPoint Presentation</vt:lpstr>
      <vt:lpstr>Manfaat Decision Tree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Terima Kasih</vt:lpstr>
      <vt:lpstr>Tugas 2</vt:lpstr>
      <vt:lpstr>Nilai Tambah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dc:title>
  <dc:creator>HP</dc:creator>
  <cp:lastModifiedBy>UEU</cp:lastModifiedBy>
  <cp:revision>11</cp:revision>
  <dcterms:created xsi:type="dcterms:W3CDTF">2023-10-03T06:37:44Z</dcterms:created>
  <dcterms:modified xsi:type="dcterms:W3CDTF">2026-04-17T02:22:21Z</dcterms:modified>
</cp:coreProperties>
</file>