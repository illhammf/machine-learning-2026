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06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gZN400GJQbKCck5KT7bvNEUTRJ6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38" name="Google Shape;23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2">
  <p:cSld name="1_Cover 2">
    <p:spTree>
      <p:nvGrpSpPr>
        <p:cNvPr id="1" name="Shape 18"/>
        <p:cNvGrpSpPr/>
        <p:nvPr/>
      </p:nvGrpSpPr>
      <p:grpSpPr>
        <a:xfrm>
          <a:off x="0" y="0"/>
          <a:ext cx="0" cy="0"/>
          <a:chOff x="0" y="0"/>
          <a:chExt cx="0" cy="0"/>
        </a:xfrm>
      </p:grpSpPr>
      <p:sp>
        <p:nvSpPr>
          <p:cNvPr id="19" name="Google Shape;19;p31"/>
          <p:cNvSpPr/>
          <p:nvPr/>
        </p:nvSpPr>
        <p:spPr>
          <a:xfrm>
            <a:off x="0" y="0"/>
            <a:ext cx="12192000"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0" name="Google Shape;20;p31"/>
          <p:cNvSpPr>
            <a:spLocks noGrp="1"/>
          </p:cNvSpPr>
          <p:nvPr>
            <p:ph type="pic" idx="2"/>
          </p:nvPr>
        </p:nvSpPr>
        <p:spPr>
          <a:xfrm flipH="1">
            <a:off x="7384744" y="0"/>
            <a:ext cx="4807256" cy="6858000"/>
          </a:xfrm>
          <a:prstGeom prst="flowChartDelay">
            <a:avLst/>
          </a:prstGeom>
          <a:noFill/>
          <a:ln>
            <a:noFill/>
          </a:ln>
        </p:spPr>
      </p:sp>
      <p:grpSp>
        <p:nvGrpSpPr>
          <p:cNvPr id="21" name="Google Shape;21;p31"/>
          <p:cNvGrpSpPr/>
          <p:nvPr/>
        </p:nvGrpSpPr>
        <p:grpSpPr>
          <a:xfrm>
            <a:off x="159779" y="171572"/>
            <a:ext cx="1971606" cy="729735"/>
            <a:chOff x="648649" y="653143"/>
            <a:chExt cx="2138362" cy="791455"/>
          </a:xfrm>
        </p:grpSpPr>
        <p:sp>
          <p:nvSpPr>
            <p:cNvPr id="22" name="Google Shape;22;p31"/>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23" name="Google Shape;23;p31"/>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
        <p:nvSpPr>
          <p:cNvPr id="24" name="Google Shape;24;p31"/>
          <p:cNvSpPr txBox="1">
            <a:spLocks noGrp="1"/>
          </p:cNvSpPr>
          <p:nvPr>
            <p:ph type="title"/>
          </p:nvPr>
        </p:nvSpPr>
        <p:spPr>
          <a:xfrm>
            <a:off x="588970" y="177394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5400"/>
              <a:buFont typeface="Twentieth Century"/>
              <a:buNone/>
              <a:defRPr sz="5400" b="1">
                <a:solidFill>
                  <a:schemeClr val="lt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1"/>
          <p:cNvSpPr txBox="1">
            <a:spLocks noGrp="1"/>
          </p:cNvSpPr>
          <p:nvPr>
            <p:ph type="body" idx="1"/>
          </p:nvPr>
        </p:nvSpPr>
        <p:spPr>
          <a:xfrm>
            <a:off x="588970" y="470314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400"/>
              <a:buNone/>
              <a:defRPr sz="2400">
                <a:solidFill>
                  <a:schemeClr val="lt1"/>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1"/>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31"/>
          <p:cNvSpPr/>
          <p:nvPr/>
        </p:nvSpPr>
        <p:spPr>
          <a:xfrm>
            <a:off x="588970" y="3975211"/>
            <a:ext cx="1659545" cy="45719"/>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8" name="Google Shape;28;p31"/>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opik (Sebelum UTS)">
  <p:cSld name="Topik (Sebelum UTS)">
    <p:spTree>
      <p:nvGrpSpPr>
        <p:cNvPr id="1" name="Shape 39"/>
        <p:cNvGrpSpPr/>
        <p:nvPr/>
      </p:nvGrpSpPr>
      <p:grpSpPr>
        <a:xfrm>
          <a:off x="0" y="0"/>
          <a:ext cx="0" cy="0"/>
          <a:chOff x="0" y="0"/>
          <a:chExt cx="0" cy="0"/>
        </a:xfrm>
      </p:grpSpPr>
      <p:sp>
        <p:nvSpPr>
          <p:cNvPr id="40" name="Google Shape;40;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
        <p:nvSpPr>
          <p:cNvPr id="41" name="Google Shape;41;p33"/>
          <p:cNvSpPr/>
          <p:nvPr/>
        </p:nvSpPr>
        <p:spPr>
          <a:xfrm>
            <a:off x="640237"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42" name="Google Shape;42;p33"/>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33"/>
          <p:cNvSpPr txBox="1"/>
          <p:nvPr/>
        </p:nvSpPr>
        <p:spPr>
          <a:xfrm>
            <a:off x="801277"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EB7020"/>
                </a:solidFill>
                <a:latin typeface="Twentieth Century"/>
                <a:ea typeface="Twentieth Century"/>
                <a:cs typeface="Twentieth Century"/>
                <a:sym typeface="Twentieth Century"/>
              </a:rPr>
              <a:t>Sesi 1</a:t>
            </a:r>
            <a:endParaRPr/>
          </a:p>
        </p:txBody>
      </p:sp>
      <p:sp>
        <p:nvSpPr>
          <p:cNvPr id="44" name="Google Shape;44;p33"/>
          <p:cNvSpPr/>
          <p:nvPr/>
        </p:nvSpPr>
        <p:spPr>
          <a:xfrm>
            <a:off x="3432142"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45" name="Google Shape;45;p33"/>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3"/>
          <p:cNvSpPr txBox="1"/>
          <p:nvPr/>
        </p:nvSpPr>
        <p:spPr>
          <a:xfrm>
            <a:off x="3593182"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2</a:t>
            </a:r>
            <a:endParaRPr/>
          </a:p>
        </p:txBody>
      </p:sp>
      <p:sp>
        <p:nvSpPr>
          <p:cNvPr id="47" name="Google Shape;47;p33"/>
          <p:cNvSpPr/>
          <p:nvPr/>
        </p:nvSpPr>
        <p:spPr>
          <a:xfrm>
            <a:off x="6226616"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48" name="Google Shape;48;p33"/>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3"/>
          <p:cNvSpPr txBox="1"/>
          <p:nvPr/>
        </p:nvSpPr>
        <p:spPr>
          <a:xfrm>
            <a:off x="6387656"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3</a:t>
            </a:r>
            <a:endParaRPr/>
          </a:p>
        </p:txBody>
      </p:sp>
      <p:sp>
        <p:nvSpPr>
          <p:cNvPr id="50" name="Google Shape;50;p33"/>
          <p:cNvSpPr/>
          <p:nvPr/>
        </p:nvSpPr>
        <p:spPr>
          <a:xfrm>
            <a:off x="9018521"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1" name="Google Shape;51;p33"/>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3"/>
          <p:cNvSpPr txBox="1"/>
          <p:nvPr/>
        </p:nvSpPr>
        <p:spPr>
          <a:xfrm>
            <a:off x="9179561"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4</a:t>
            </a:r>
            <a:endParaRPr/>
          </a:p>
        </p:txBody>
      </p:sp>
      <p:sp>
        <p:nvSpPr>
          <p:cNvPr id="53" name="Google Shape;53;p33"/>
          <p:cNvSpPr/>
          <p:nvPr/>
        </p:nvSpPr>
        <p:spPr>
          <a:xfrm>
            <a:off x="640237"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4" name="Google Shape;54;p33"/>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33"/>
          <p:cNvSpPr txBox="1"/>
          <p:nvPr/>
        </p:nvSpPr>
        <p:spPr>
          <a:xfrm>
            <a:off x="801277"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5</a:t>
            </a:r>
            <a:endParaRPr/>
          </a:p>
        </p:txBody>
      </p:sp>
      <p:sp>
        <p:nvSpPr>
          <p:cNvPr id="56" name="Google Shape;56;p33"/>
          <p:cNvSpPr/>
          <p:nvPr/>
        </p:nvSpPr>
        <p:spPr>
          <a:xfrm>
            <a:off x="3432142"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7" name="Google Shape;57;p33"/>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3"/>
          <p:cNvSpPr txBox="1"/>
          <p:nvPr/>
        </p:nvSpPr>
        <p:spPr>
          <a:xfrm>
            <a:off x="3593182"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6</a:t>
            </a:r>
            <a:endParaRPr/>
          </a:p>
        </p:txBody>
      </p:sp>
      <p:sp>
        <p:nvSpPr>
          <p:cNvPr id="59" name="Google Shape;59;p33"/>
          <p:cNvSpPr/>
          <p:nvPr/>
        </p:nvSpPr>
        <p:spPr>
          <a:xfrm>
            <a:off x="6226616"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0" name="Google Shape;60;p33"/>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33"/>
          <p:cNvSpPr txBox="1"/>
          <p:nvPr/>
        </p:nvSpPr>
        <p:spPr>
          <a:xfrm>
            <a:off x="6387656"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7</a:t>
            </a:r>
            <a:endParaRPr/>
          </a:p>
        </p:txBody>
      </p:sp>
      <p:sp>
        <p:nvSpPr>
          <p:cNvPr id="62" name="Google Shape;62;p33"/>
          <p:cNvSpPr/>
          <p:nvPr/>
        </p:nvSpPr>
        <p:spPr>
          <a:xfrm>
            <a:off x="9018521" y="3771083"/>
            <a:ext cx="2542295" cy="1567543"/>
          </a:xfrm>
          <a:prstGeom prst="rect">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3" name="Google Shape;63;p33"/>
          <p:cNvSpPr txBox="1"/>
          <p:nvPr/>
        </p:nvSpPr>
        <p:spPr>
          <a:xfrm>
            <a:off x="9179561" y="4139355"/>
            <a:ext cx="188276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Ujian Tengah</a:t>
            </a:r>
            <a:endParaRPr/>
          </a:p>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Semester</a:t>
            </a:r>
            <a:endParaRPr/>
          </a:p>
        </p:txBody>
      </p:sp>
      <p:sp>
        <p:nvSpPr>
          <p:cNvPr id="64" name="Google Shape;64;p33"/>
          <p:cNvSpPr/>
          <p:nvPr/>
        </p:nvSpPr>
        <p:spPr>
          <a:xfrm>
            <a:off x="571756" y="804529"/>
            <a:ext cx="382489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1"/>
                </a:solidFill>
                <a:latin typeface="Twentieth Century"/>
                <a:ea typeface="Twentieth Century"/>
                <a:cs typeface="Twentieth Century"/>
                <a:sym typeface="Twentieth Century"/>
              </a:rPr>
              <a:t>Topik Sebelum UTS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opik (Sebelum UAS)">
  <p:cSld name="Topik (Sebelum UAS)">
    <p:spTree>
      <p:nvGrpSpPr>
        <p:cNvPr id="1" name="Shape 65"/>
        <p:cNvGrpSpPr/>
        <p:nvPr/>
      </p:nvGrpSpPr>
      <p:grpSpPr>
        <a:xfrm>
          <a:off x="0" y="0"/>
          <a:ext cx="0" cy="0"/>
          <a:chOff x="0" y="0"/>
          <a:chExt cx="0" cy="0"/>
        </a:xfrm>
      </p:grpSpPr>
      <p:sp>
        <p:nvSpPr>
          <p:cNvPr id="66" name="Google Shape;66;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
        <p:nvSpPr>
          <p:cNvPr id="67" name="Google Shape;67;p34"/>
          <p:cNvSpPr/>
          <p:nvPr/>
        </p:nvSpPr>
        <p:spPr>
          <a:xfrm>
            <a:off x="640237"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8" name="Google Shape;68;p34"/>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34"/>
          <p:cNvSpPr txBox="1"/>
          <p:nvPr/>
        </p:nvSpPr>
        <p:spPr>
          <a:xfrm>
            <a:off x="801277"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8</a:t>
            </a:r>
            <a:endParaRPr/>
          </a:p>
        </p:txBody>
      </p:sp>
      <p:sp>
        <p:nvSpPr>
          <p:cNvPr id="70" name="Google Shape;70;p34"/>
          <p:cNvSpPr/>
          <p:nvPr/>
        </p:nvSpPr>
        <p:spPr>
          <a:xfrm>
            <a:off x="3432142"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1" name="Google Shape;71;p34"/>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34"/>
          <p:cNvSpPr txBox="1"/>
          <p:nvPr/>
        </p:nvSpPr>
        <p:spPr>
          <a:xfrm>
            <a:off x="3593182"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9</a:t>
            </a:r>
            <a:endParaRPr/>
          </a:p>
        </p:txBody>
      </p:sp>
      <p:sp>
        <p:nvSpPr>
          <p:cNvPr id="73" name="Google Shape;73;p34"/>
          <p:cNvSpPr/>
          <p:nvPr/>
        </p:nvSpPr>
        <p:spPr>
          <a:xfrm>
            <a:off x="6226616"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4" name="Google Shape;74;p34"/>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4"/>
          <p:cNvSpPr txBox="1"/>
          <p:nvPr/>
        </p:nvSpPr>
        <p:spPr>
          <a:xfrm>
            <a:off x="6387656" y="1962504"/>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10</a:t>
            </a:r>
            <a:endParaRPr/>
          </a:p>
        </p:txBody>
      </p:sp>
      <p:sp>
        <p:nvSpPr>
          <p:cNvPr id="76" name="Google Shape;76;p34"/>
          <p:cNvSpPr/>
          <p:nvPr/>
        </p:nvSpPr>
        <p:spPr>
          <a:xfrm>
            <a:off x="9018521"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7" name="Google Shape;77;p34"/>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34"/>
          <p:cNvSpPr txBox="1"/>
          <p:nvPr/>
        </p:nvSpPr>
        <p:spPr>
          <a:xfrm>
            <a:off x="9179561" y="1962504"/>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11</a:t>
            </a:r>
            <a:endParaRPr/>
          </a:p>
        </p:txBody>
      </p:sp>
      <p:sp>
        <p:nvSpPr>
          <p:cNvPr id="79" name="Google Shape;79;p34"/>
          <p:cNvSpPr/>
          <p:nvPr/>
        </p:nvSpPr>
        <p:spPr>
          <a:xfrm>
            <a:off x="640237"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0" name="Google Shape;80;p34"/>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4"/>
          <p:cNvSpPr txBox="1"/>
          <p:nvPr/>
        </p:nvSpPr>
        <p:spPr>
          <a:xfrm>
            <a:off x="801277"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12</a:t>
            </a:r>
            <a:endParaRPr/>
          </a:p>
        </p:txBody>
      </p:sp>
      <p:sp>
        <p:nvSpPr>
          <p:cNvPr id="82" name="Google Shape;82;p34"/>
          <p:cNvSpPr/>
          <p:nvPr/>
        </p:nvSpPr>
        <p:spPr>
          <a:xfrm>
            <a:off x="3432142"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3" name="Google Shape;83;p34"/>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34"/>
          <p:cNvSpPr txBox="1"/>
          <p:nvPr/>
        </p:nvSpPr>
        <p:spPr>
          <a:xfrm>
            <a:off x="3593182"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13</a:t>
            </a:r>
            <a:endParaRPr/>
          </a:p>
        </p:txBody>
      </p:sp>
      <p:sp>
        <p:nvSpPr>
          <p:cNvPr id="85" name="Google Shape;85;p34"/>
          <p:cNvSpPr/>
          <p:nvPr/>
        </p:nvSpPr>
        <p:spPr>
          <a:xfrm>
            <a:off x="6226616"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6" name="Google Shape;86;p34"/>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34"/>
          <p:cNvSpPr txBox="1"/>
          <p:nvPr/>
        </p:nvSpPr>
        <p:spPr>
          <a:xfrm>
            <a:off x="6387656"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14</a:t>
            </a:r>
            <a:endParaRPr/>
          </a:p>
        </p:txBody>
      </p:sp>
      <p:sp>
        <p:nvSpPr>
          <p:cNvPr id="88" name="Google Shape;88;p34"/>
          <p:cNvSpPr/>
          <p:nvPr/>
        </p:nvSpPr>
        <p:spPr>
          <a:xfrm>
            <a:off x="9018521" y="3771083"/>
            <a:ext cx="2542295" cy="1567543"/>
          </a:xfrm>
          <a:prstGeom prst="rect">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9" name="Google Shape;89;p34"/>
          <p:cNvSpPr txBox="1"/>
          <p:nvPr/>
        </p:nvSpPr>
        <p:spPr>
          <a:xfrm>
            <a:off x="9179561" y="4139355"/>
            <a:ext cx="164660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Ujian Akhir</a:t>
            </a:r>
            <a:endParaRPr sz="2400" b="1">
              <a:solidFill>
                <a:schemeClr val="lt1"/>
              </a:solidFill>
              <a:latin typeface="Twentieth Century"/>
              <a:ea typeface="Twentieth Century"/>
              <a:cs typeface="Twentieth Century"/>
              <a:sym typeface="Twentieth Century"/>
            </a:endParaRPr>
          </a:p>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Semester</a:t>
            </a:r>
            <a:endParaRPr/>
          </a:p>
        </p:txBody>
      </p:sp>
      <p:sp>
        <p:nvSpPr>
          <p:cNvPr id="90" name="Google Shape;90;p34"/>
          <p:cNvSpPr/>
          <p:nvPr/>
        </p:nvSpPr>
        <p:spPr>
          <a:xfrm>
            <a:off x="571756" y="804529"/>
            <a:ext cx="391184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1"/>
                </a:solidFill>
                <a:latin typeface="Twentieth Century"/>
                <a:ea typeface="Twentieth Century"/>
                <a:cs typeface="Twentieth Century"/>
                <a:sym typeface="Twentieth Century"/>
              </a:rPr>
              <a:t>Topik Sebelum UAS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ujuan Pembelajaran">
  <p:cSld name="1_Tujuan Pembelajaran">
    <p:spTree>
      <p:nvGrpSpPr>
        <p:cNvPr id="1" name="Shape 91"/>
        <p:cNvGrpSpPr/>
        <p:nvPr/>
      </p:nvGrpSpPr>
      <p:grpSpPr>
        <a:xfrm>
          <a:off x="0" y="0"/>
          <a:ext cx="0" cy="0"/>
          <a:chOff x="0" y="0"/>
          <a:chExt cx="0" cy="0"/>
        </a:xfrm>
      </p:grpSpPr>
      <p:sp>
        <p:nvSpPr>
          <p:cNvPr id="92" name="Google Shape;92;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93" name="Google Shape;93;p35"/>
          <p:cNvGrpSpPr/>
          <p:nvPr/>
        </p:nvGrpSpPr>
        <p:grpSpPr>
          <a:xfrm>
            <a:off x="753475" y="1125069"/>
            <a:ext cx="6438605" cy="769441"/>
            <a:chOff x="753475" y="569942"/>
            <a:chExt cx="6438605" cy="769441"/>
          </a:xfrm>
        </p:grpSpPr>
        <p:sp>
          <p:nvSpPr>
            <p:cNvPr id="94" name="Google Shape;94;p35"/>
            <p:cNvSpPr/>
            <p:nvPr/>
          </p:nvSpPr>
          <p:spPr>
            <a:xfrm>
              <a:off x="1282044" y="716437"/>
              <a:ext cx="5910035"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95" name="Google Shape;95;p35"/>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96" name="Google Shape;96;p35"/>
            <p:cNvSpPr/>
            <p:nvPr/>
          </p:nvSpPr>
          <p:spPr>
            <a:xfrm>
              <a:off x="1654410" y="569942"/>
              <a:ext cx="553767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accent3"/>
                  </a:solidFill>
                  <a:latin typeface="Twentieth Century"/>
                  <a:ea typeface="Twentieth Century"/>
                  <a:cs typeface="Twentieth Century"/>
                  <a:sym typeface="Twentieth Century"/>
                </a:rPr>
                <a:t>Capaian Pembelajaran</a:t>
              </a:r>
              <a:endParaRPr sz="4400" b="1">
                <a:solidFill>
                  <a:schemeClr val="accent3"/>
                </a:solidFill>
                <a:latin typeface="Twentieth Century"/>
                <a:ea typeface="Twentieth Century"/>
                <a:cs typeface="Twentieth Century"/>
                <a:sym typeface="Twentieth Century"/>
              </a:endParaRPr>
            </a:p>
          </p:txBody>
        </p:sp>
        <p:pic>
          <p:nvPicPr>
            <p:cNvPr id="97" name="Google Shape;97;p35"/>
            <p:cNvPicPr preferRelativeResize="0"/>
            <p:nvPr/>
          </p:nvPicPr>
          <p:blipFill rotWithShape="1">
            <a:blip r:embed="rId2">
              <a:alphaModFix/>
            </a:blip>
            <a:srcRect/>
            <a:stretch/>
          </p:blipFill>
          <p:spPr>
            <a:xfrm>
              <a:off x="753475" y="649446"/>
              <a:ext cx="791900" cy="632821"/>
            </a:xfrm>
            <a:prstGeom prst="rect">
              <a:avLst/>
            </a:prstGeom>
            <a:noFill/>
            <a:ln>
              <a:noFill/>
            </a:ln>
          </p:spPr>
        </p:pic>
      </p:grpSp>
      <p:sp>
        <p:nvSpPr>
          <p:cNvPr id="98" name="Google Shape;98;p35"/>
          <p:cNvSpPr txBox="1">
            <a:spLocks noGrp="1"/>
          </p:cNvSpPr>
          <p:nvPr>
            <p:ph type="body" idx="1"/>
          </p:nvPr>
        </p:nvSpPr>
        <p:spPr>
          <a:xfrm>
            <a:off x="838200" y="2139885"/>
            <a:ext cx="10515600" cy="3971090"/>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 Topic 2">
  <p:cSld name="Sub Topic 2">
    <p:spTree>
      <p:nvGrpSpPr>
        <p:cNvPr id="1" name="Shape 99"/>
        <p:cNvGrpSpPr/>
        <p:nvPr/>
      </p:nvGrpSpPr>
      <p:grpSpPr>
        <a:xfrm>
          <a:off x="0" y="0"/>
          <a:ext cx="0" cy="0"/>
          <a:chOff x="0" y="0"/>
          <a:chExt cx="0" cy="0"/>
        </a:xfrm>
      </p:grpSpPr>
      <p:sp>
        <p:nvSpPr>
          <p:cNvPr id="100" name="Google Shape;100;p36"/>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01" name="Google Shape;101;p36"/>
          <p:cNvSpPr txBox="1">
            <a:spLocks noGrp="1"/>
          </p:cNvSpPr>
          <p:nvPr>
            <p:ph type="ctrTitle"/>
          </p:nvPr>
        </p:nvSpPr>
        <p:spPr>
          <a:xfrm>
            <a:off x="5824603" y="2217851"/>
            <a:ext cx="5529197" cy="192064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03" name="Google Shape;103;p36"/>
          <p:cNvSpPr>
            <a:spLocks noGrp="1"/>
          </p:cNvSpPr>
          <p:nvPr>
            <p:ph type="pic" idx="2"/>
          </p:nvPr>
        </p:nvSpPr>
        <p:spPr>
          <a:xfrm>
            <a:off x="0" y="499621"/>
            <a:ext cx="5316718" cy="5856730"/>
          </a:xfrm>
          <a:prstGeom prst="flowChartDelay">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1">
  <p:cSld name="Picture with Caption 1">
    <p:spTree>
      <p:nvGrpSpPr>
        <p:cNvPr id="1" name="Shape 104"/>
        <p:cNvGrpSpPr/>
        <p:nvPr/>
      </p:nvGrpSpPr>
      <p:grpSpPr>
        <a:xfrm>
          <a:off x="0" y="0"/>
          <a:ext cx="0" cy="0"/>
          <a:chOff x="0" y="0"/>
          <a:chExt cx="0" cy="0"/>
        </a:xfrm>
      </p:grpSpPr>
      <p:sp>
        <p:nvSpPr>
          <p:cNvPr id="105" name="Google Shape;105;p37"/>
          <p:cNvSpPr/>
          <p:nvPr/>
        </p:nvSpPr>
        <p:spPr>
          <a:xfrm>
            <a:off x="0" y="0"/>
            <a:ext cx="4873658"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06" name="Google Shape;106;p37"/>
          <p:cNvSpPr>
            <a:spLocks noGrp="1"/>
          </p:cNvSpPr>
          <p:nvPr>
            <p:ph type="pic" idx="2"/>
          </p:nvPr>
        </p:nvSpPr>
        <p:spPr>
          <a:xfrm>
            <a:off x="5183188" y="1107481"/>
            <a:ext cx="5900448" cy="4800705"/>
          </a:xfrm>
          <a:prstGeom prst="rect">
            <a:avLst/>
          </a:prstGeom>
          <a:noFill/>
          <a:ln>
            <a:noFill/>
          </a:ln>
        </p:spPr>
      </p:sp>
      <p:sp>
        <p:nvSpPr>
          <p:cNvPr id="107" name="Google Shape;107;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08" name="Google Shape;108;p37"/>
          <p:cNvSpPr txBox="1">
            <a:spLocks noGrp="1"/>
          </p:cNvSpPr>
          <p:nvPr>
            <p:ph type="title"/>
          </p:nvPr>
        </p:nvSpPr>
        <p:spPr>
          <a:xfrm>
            <a:off x="802081" y="886379"/>
            <a:ext cx="3751066" cy="121815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C000"/>
              </a:buClr>
              <a:buSzPts val="3200"/>
              <a:buFont typeface="Twentieth Century"/>
              <a:buNone/>
              <a:defRPr sz="3200">
                <a:solidFill>
                  <a:srgbClr val="FFC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p37"/>
          <p:cNvSpPr txBox="1">
            <a:spLocks noGrp="1"/>
          </p:cNvSpPr>
          <p:nvPr>
            <p:ph type="body" idx="1"/>
          </p:nvPr>
        </p:nvSpPr>
        <p:spPr>
          <a:xfrm>
            <a:off x="802081" y="2264241"/>
            <a:ext cx="3751066" cy="364394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000"/>
              <a:buNone/>
              <a:defRPr sz="2000">
                <a:solidFill>
                  <a:schemeClr val="lt1"/>
                </a:solidFill>
              </a:defRPr>
            </a:lvl1pPr>
            <a:lvl2pPr marL="914400" lvl="1" indent="-228600" algn="just">
              <a:lnSpc>
                <a:spcPct val="90000"/>
              </a:lnSpc>
              <a:spcBef>
                <a:spcPts val="500"/>
              </a:spcBef>
              <a:spcAft>
                <a:spcPts val="0"/>
              </a:spcAft>
              <a:buClr>
                <a:srgbClr val="151515"/>
              </a:buClr>
              <a:buSzPts val="1400"/>
              <a:buNone/>
              <a:defRPr sz="1400"/>
            </a:lvl2pPr>
            <a:lvl3pPr marL="1371600" lvl="2" indent="-228600" algn="just">
              <a:lnSpc>
                <a:spcPct val="90000"/>
              </a:lnSpc>
              <a:spcBef>
                <a:spcPts val="500"/>
              </a:spcBef>
              <a:spcAft>
                <a:spcPts val="0"/>
              </a:spcAft>
              <a:buClr>
                <a:srgbClr val="151515"/>
              </a:buClr>
              <a:buSzPts val="1200"/>
              <a:buNone/>
              <a:defRPr sz="1200"/>
            </a:lvl3pPr>
            <a:lvl4pPr marL="1828800" lvl="3" indent="-228600" algn="just">
              <a:lnSpc>
                <a:spcPct val="90000"/>
              </a:lnSpc>
              <a:spcBef>
                <a:spcPts val="500"/>
              </a:spcBef>
              <a:spcAft>
                <a:spcPts val="0"/>
              </a:spcAft>
              <a:buClr>
                <a:srgbClr val="151515"/>
              </a:buClr>
              <a:buSzPts val="1000"/>
              <a:buNone/>
              <a:defRPr sz="1000"/>
            </a:lvl4pPr>
            <a:lvl5pPr marL="2286000" lvl="4" indent="-228600" algn="just">
              <a:lnSpc>
                <a:spcPct val="90000"/>
              </a:lnSpc>
              <a:spcBef>
                <a:spcPts val="500"/>
              </a:spcBef>
              <a:spcAft>
                <a:spcPts val="0"/>
              </a:spcAft>
              <a:buClr>
                <a:srgbClr val="151515"/>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0"/>
        <p:cNvGrpSpPr/>
        <p:nvPr/>
      </p:nvGrpSpPr>
      <p:grpSpPr>
        <a:xfrm>
          <a:off x="0" y="0"/>
          <a:ext cx="0" cy="0"/>
          <a:chOff x="0" y="0"/>
          <a:chExt cx="0" cy="0"/>
        </a:xfrm>
      </p:grpSpPr>
      <p:sp>
        <p:nvSpPr>
          <p:cNvPr id="111" name="Google Shape;111;p38"/>
          <p:cNvSpPr txBox="1">
            <a:spLocks noGrp="1"/>
          </p:cNvSpPr>
          <p:nvPr>
            <p:ph type="title"/>
          </p:nvPr>
        </p:nvSpPr>
        <p:spPr>
          <a:xfrm>
            <a:off x="838200" y="960120"/>
            <a:ext cx="10515600" cy="193167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2" name="Google Shape;112;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5">
  <p:cSld name="Picture with Caption 5">
    <p:spTree>
      <p:nvGrpSpPr>
        <p:cNvPr id="1" name="Shape 113"/>
        <p:cNvGrpSpPr/>
        <p:nvPr/>
      </p:nvGrpSpPr>
      <p:grpSpPr>
        <a:xfrm>
          <a:off x="0" y="0"/>
          <a:ext cx="0" cy="0"/>
          <a:chOff x="0" y="0"/>
          <a:chExt cx="0" cy="0"/>
        </a:xfrm>
      </p:grpSpPr>
      <p:sp>
        <p:nvSpPr>
          <p:cNvPr id="114" name="Google Shape;114;p39"/>
          <p:cNvSpPr/>
          <p:nvPr/>
        </p:nvSpPr>
        <p:spPr>
          <a:xfrm>
            <a:off x="0" y="0"/>
            <a:ext cx="4873658"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15" name="Google Shape;115;p39"/>
          <p:cNvSpPr>
            <a:spLocks noGrp="1"/>
          </p:cNvSpPr>
          <p:nvPr>
            <p:ph type="pic" idx="2"/>
          </p:nvPr>
        </p:nvSpPr>
        <p:spPr>
          <a:xfrm>
            <a:off x="569929" y="886379"/>
            <a:ext cx="4888191" cy="5021807"/>
          </a:xfrm>
          <a:prstGeom prst="rect">
            <a:avLst/>
          </a:prstGeom>
          <a:noFill/>
          <a:ln>
            <a:noFill/>
          </a:ln>
        </p:spPr>
      </p:sp>
      <p:sp>
        <p:nvSpPr>
          <p:cNvPr id="116" name="Google Shape;116;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17" name="Google Shape;117;p39"/>
          <p:cNvSpPr txBox="1">
            <a:spLocks noGrp="1"/>
          </p:cNvSpPr>
          <p:nvPr>
            <p:ph type="title"/>
          </p:nvPr>
        </p:nvSpPr>
        <p:spPr>
          <a:xfrm>
            <a:off x="5918477" y="886379"/>
            <a:ext cx="5280565" cy="121815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3200"/>
              <a:buFont typeface="Twentieth Century"/>
              <a:buNone/>
              <a:defRPr sz="3200">
                <a:solidFill>
                  <a:srgbClr val="0E60A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39"/>
          <p:cNvSpPr txBox="1">
            <a:spLocks noGrp="1"/>
          </p:cNvSpPr>
          <p:nvPr>
            <p:ph type="body" idx="1"/>
          </p:nvPr>
        </p:nvSpPr>
        <p:spPr>
          <a:xfrm>
            <a:off x="5918477" y="2264241"/>
            <a:ext cx="5280565" cy="364394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363636"/>
              </a:buClr>
              <a:buSzPts val="2000"/>
              <a:buNone/>
              <a:defRPr sz="2000">
                <a:solidFill>
                  <a:srgbClr val="363636"/>
                </a:solidFill>
              </a:defRPr>
            </a:lvl1pPr>
            <a:lvl2pPr marL="914400" lvl="1" indent="-228600" algn="just">
              <a:lnSpc>
                <a:spcPct val="90000"/>
              </a:lnSpc>
              <a:spcBef>
                <a:spcPts val="500"/>
              </a:spcBef>
              <a:spcAft>
                <a:spcPts val="0"/>
              </a:spcAft>
              <a:buClr>
                <a:srgbClr val="151515"/>
              </a:buClr>
              <a:buSzPts val="1400"/>
              <a:buNone/>
              <a:defRPr sz="1400"/>
            </a:lvl2pPr>
            <a:lvl3pPr marL="1371600" lvl="2" indent="-228600" algn="just">
              <a:lnSpc>
                <a:spcPct val="90000"/>
              </a:lnSpc>
              <a:spcBef>
                <a:spcPts val="500"/>
              </a:spcBef>
              <a:spcAft>
                <a:spcPts val="0"/>
              </a:spcAft>
              <a:buClr>
                <a:srgbClr val="151515"/>
              </a:buClr>
              <a:buSzPts val="1200"/>
              <a:buNone/>
              <a:defRPr sz="1200"/>
            </a:lvl3pPr>
            <a:lvl4pPr marL="1828800" lvl="3" indent="-228600" algn="just">
              <a:lnSpc>
                <a:spcPct val="90000"/>
              </a:lnSpc>
              <a:spcBef>
                <a:spcPts val="500"/>
              </a:spcBef>
              <a:spcAft>
                <a:spcPts val="0"/>
              </a:spcAft>
              <a:buClr>
                <a:srgbClr val="151515"/>
              </a:buClr>
              <a:buSzPts val="1000"/>
              <a:buNone/>
              <a:defRPr sz="1000"/>
            </a:lvl4pPr>
            <a:lvl5pPr marL="2286000" lvl="4" indent="-228600" algn="just">
              <a:lnSpc>
                <a:spcPct val="90000"/>
              </a:lnSpc>
              <a:spcBef>
                <a:spcPts val="500"/>
              </a:spcBef>
              <a:spcAft>
                <a:spcPts val="0"/>
              </a:spcAft>
              <a:buClr>
                <a:srgbClr val="151515"/>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119"/>
        <p:cNvGrpSpPr/>
        <p:nvPr/>
      </p:nvGrpSpPr>
      <p:grpSpPr>
        <a:xfrm>
          <a:off x="0" y="0"/>
          <a:ext cx="0" cy="0"/>
          <a:chOff x="0" y="0"/>
          <a:chExt cx="0" cy="0"/>
        </a:xfrm>
      </p:grpSpPr>
      <p:sp>
        <p:nvSpPr>
          <p:cNvPr id="120" name="Google Shape;120;p40"/>
          <p:cNvSpPr txBox="1">
            <a:spLocks noGrp="1"/>
          </p:cNvSpPr>
          <p:nvPr>
            <p:ph type="title"/>
          </p:nvPr>
        </p:nvSpPr>
        <p:spPr>
          <a:xfrm>
            <a:off x="838200" y="457201"/>
            <a:ext cx="10515600" cy="10570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40"/>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2" name="Google Shape;122;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enutup">
  <p:cSld name="Penutup">
    <p:spTree>
      <p:nvGrpSpPr>
        <p:cNvPr id="1" name="Shape 123"/>
        <p:cNvGrpSpPr/>
        <p:nvPr/>
      </p:nvGrpSpPr>
      <p:grpSpPr>
        <a:xfrm>
          <a:off x="0" y="0"/>
          <a:ext cx="0" cy="0"/>
          <a:chOff x="0" y="0"/>
          <a:chExt cx="0" cy="0"/>
        </a:xfrm>
      </p:grpSpPr>
      <p:pic>
        <p:nvPicPr>
          <p:cNvPr id="124" name="Google Shape;124;p41" descr="Business people  clapping their hands at the meeting Premium Photo"/>
          <p:cNvPicPr preferRelativeResize="0"/>
          <p:nvPr/>
        </p:nvPicPr>
        <p:blipFill rotWithShape="1">
          <a:blip r:embed="rId2">
            <a:alphaModFix/>
          </a:blip>
          <a:srcRect r="8529"/>
          <a:stretch/>
        </p:blipFill>
        <p:spPr>
          <a:xfrm>
            <a:off x="2790216" y="-5350"/>
            <a:ext cx="9401784" cy="6863350"/>
          </a:xfrm>
          <a:prstGeom prst="rect">
            <a:avLst/>
          </a:prstGeom>
          <a:noFill/>
          <a:ln>
            <a:noFill/>
          </a:ln>
        </p:spPr>
      </p:pic>
      <p:sp>
        <p:nvSpPr>
          <p:cNvPr id="125" name="Google Shape;125;p41"/>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26" name="Google Shape;126;p41"/>
          <p:cNvSpPr/>
          <p:nvPr/>
        </p:nvSpPr>
        <p:spPr>
          <a:xfrm>
            <a:off x="1500193" y="1347793"/>
            <a:ext cx="4162414" cy="4162414"/>
          </a:xfrm>
          <a:prstGeom prst="ellipse">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27" name="Google Shape;127;p41"/>
          <p:cNvSpPr txBox="1">
            <a:spLocks noGrp="1"/>
          </p:cNvSpPr>
          <p:nvPr>
            <p:ph type="ctrTitle"/>
          </p:nvPr>
        </p:nvSpPr>
        <p:spPr>
          <a:xfrm>
            <a:off x="2333732" y="2541902"/>
            <a:ext cx="3048000" cy="176884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Twentieth Centur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28" name="Google Shape;128;p41"/>
          <p:cNvGrpSpPr/>
          <p:nvPr/>
        </p:nvGrpSpPr>
        <p:grpSpPr>
          <a:xfrm>
            <a:off x="159779" y="171572"/>
            <a:ext cx="1971606" cy="729735"/>
            <a:chOff x="648649" y="653143"/>
            <a:chExt cx="2138362" cy="791455"/>
          </a:xfrm>
        </p:grpSpPr>
        <p:sp>
          <p:nvSpPr>
            <p:cNvPr id="129" name="Google Shape;129;p41"/>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30" name="Google Shape;130;p41"/>
            <p:cNvPicPr preferRelativeResize="0"/>
            <p:nvPr/>
          </p:nvPicPr>
          <p:blipFill rotWithShape="1">
            <a:blip r:embed="rId3">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ver">
  <p:cSld name="Cover">
    <p:spTree>
      <p:nvGrpSpPr>
        <p:cNvPr id="1" name="Shape 131"/>
        <p:cNvGrpSpPr/>
        <p:nvPr/>
      </p:nvGrpSpPr>
      <p:grpSpPr>
        <a:xfrm>
          <a:off x="0" y="0"/>
          <a:ext cx="0" cy="0"/>
          <a:chOff x="0" y="0"/>
          <a:chExt cx="0" cy="0"/>
        </a:xfrm>
      </p:grpSpPr>
      <p:sp>
        <p:nvSpPr>
          <p:cNvPr id="132" name="Google Shape;132;p42"/>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33" name="Google Shape;133;p42"/>
          <p:cNvSpPr>
            <a:spLocks noGrp="1"/>
          </p:cNvSpPr>
          <p:nvPr>
            <p:ph type="pic" idx="2"/>
          </p:nvPr>
        </p:nvSpPr>
        <p:spPr>
          <a:xfrm>
            <a:off x="0" y="814192"/>
            <a:ext cx="4509370" cy="5235878"/>
          </a:xfrm>
          <a:prstGeom prst="rect">
            <a:avLst/>
          </a:prstGeom>
          <a:noFill/>
          <a:ln>
            <a:noFill/>
          </a:ln>
        </p:spPr>
      </p:sp>
      <p:sp>
        <p:nvSpPr>
          <p:cNvPr id="134" name="Google Shape;134;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
        <p:nvSpPr>
          <p:cNvPr id="135" name="Google Shape;135;p42"/>
          <p:cNvSpPr txBox="1">
            <a:spLocks noGrp="1"/>
          </p:cNvSpPr>
          <p:nvPr>
            <p:ph type="title"/>
          </p:nvPr>
        </p:nvSpPr>
        <p:spPr>
          <a:xfrm>
            <a:off x="4968465" y="161031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5400"/>
              <a:buFont typeface="Twentieth Century"/>
              <a:buNone/>
              <a:defRPr sz="5400" b="1">
                <a:solidFill>
                  <a:srgbClr val="0E60AC"/>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6" name="Google Shape;136;p42"/>
          <p:cNvSpPr txBox="1">
            <a:spLocks noGrp="1"/>
          </p:cNvSpPr>
          <p:nvPr>
            <p:ph type="body" idx="1"/>
          </p:nvPr>
        </p:nvSpPr>
        <p:spPr>
          <a:xfrm>
            <a:off x="4968465" y="453951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51515"/>
              </a:buClr>
              <a:buSzPts val="2400"/>
              <a:buNone/>
              <a:defRPr sz="2400">
                <a:solidFill>
                  <a:srgbClr val="151515"/>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7" name="Google Shape;137;p42"/>
          <p:cNvSpPr txBox="1">
            <a:spLocks noGrp="1"/>
          </p:cNvSpPr>
          <p:nvPr>
            <p:ph type="body" idx="3"/>
          </p:nvPr>
        </p:nvSpPr>
        <p:spPr>
          <a:xfrm>
            <a:off x="4968465" y="403445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EC7C30"/>
              </a:buClr>
              <a:buSzPts val="2800"/>
              <a:buNone/>
              <a:defRPr sz="2800" b="1">
                <a:solidFill>
                  <a:srgbClr val="EC7C3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8" name="Google Shape;138;p42"/>
          <p:cNvSpPr/>
          <p:nvPr/>
        </p:nvSpPr>
        <p:spPr>
          <a:xfrm>
            <a:off x="4968465" y="3811581"/>
            <a:ext cx="1659545" cy="45719"/>
          </a:xfrm>
          <a:prstGeom prst="roundRect">
            <a:avLst>
              <a:gd name="adj" fmla="val 16667"/>
            </a:avLst>
          </a:prstGeom>
          <a:solidFill>
            <a:srgbClr val="EC7C3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39" name="Google Shape;139;p42"/>
          <p:cNvSpPr txBox="1">
            <a:spLocks noGrp="1"/>
          </p:cNvSpPr>
          <p:nvPr>
            <p:ph type="body" idx="4"/>
          </p:nvPr>
        </p:nvSpPr>
        <p:spPr>
          <a:xfrm>
            <a:off x="4968464" y="110526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EC7C30"/>
              </a:buClr>
              <a:buSzPts val="2800"/>
              <a:buNone/>
              <a:defRPr sz="2800" b="1">
                <a:solidFill>
                  <a:srgbClr val="EC7C3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2">
  <p:cSld name="Cover 2">
    <p:spTree>
      <p:nvGrpSpPr>
        <p:cNvPr id="1" name="Shape 140"/>
        <p:cNvGrpSpPr/>
        <p:nvPr/>
      </p:nvGrpSpPr>
      <p:grpSpPr>
        <a:xfrm>
          <a:off x="0" y="0"/>
          <a:ext cx="0" cy="0"/>
          <a:chOff x="0" y="0"/>
          <a:chExt cx="0" cy="0"/>
        </a:xfrm>
      </p:grpSpPr>
      <p:sp>
        <p:nvSpPr>
          <p:cNvPr id="141" name="Google Shape;141;p43"/>
          <p:cNvSpPr/>
          <p:nvPr/>
        </p:nvSpPr>
        <p:spPr>
          <a:xfrm>
            <a:off x="0" y="0"/>
            <a:ext cx="12192000"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42" name="Google Shape;142;p43"/>
          <p:cNvSpPr>
            <a:spLocks noGrp="1"/>
          </p:cNvSpPr>
          <p:nvPr>
            <p:ph type="pic" idx="2"/>
          </p:nvPr>
        </p:nvSpPr>
        <p:spPr>
          <a:xfrm flipH="1">
            <a:off x="7384744" y="0"/>
            <a:ext cx="4807256" cy="6858000"/>
          </a:xfrm>
          <a:prstGeom prst="flowChartDelay">
            <a:avLst/>
          </a:prstGeom>
          <a:noFill/>
          <a:ln>
            <a:noFill/>
          </a:ln>
        </p:spPr>
      </p:sp>
      <p:grpSp>
        <p:nvGrpSpPr>
          <p:cNvPr id="143" name="Google Shape;143;p43"/>
          <p:cNvGrpSpPr/>
          <p:nvPr/>
        </p:nvGrpSpPr>
        <p:grpSpPr>
          <a:xfrm>
            <a:off x="159779" y="171572"/>
            <a:ext cx="1971606" cy="729735"/>
            <a:chOff x="648649" y="653143"/>
            <a:chExt cx="2138362" cy="791455"/>
          </a:xfrm>
        </p:grpSpPr>
        <p:sp>
          <p:nvSpPr>
            <p:cNvPr id="144" name="Google Shape;144;p43"/>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45" name="Google Shape;145;p43"/>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
        <p:nvSpPr>
          <p:cNvPr id="146" name="Google Shape;146;p43"/>
          <p:cNvSpPr txBox="1">
            <a:spLocks noGrp="1"/>
          </p:cNvSpPr>
          <p:nvPr>
            <p:ph type="title"/>
          </p:nvPr>
        </p:nvSpPr>
        <p:spPr>
          <a:xfrm>
            <a:off x="588970" y="177394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5400"/>
              <a:buFont typeface="Twentieth Century"/>
              <a:buNone/>
              <a:defRPr sz="5400" b="1">
                <a:solidFill>
                  <a:schemeClr val="lt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p43"/>
          <p:cNvSpPr txBox="1">
            <a:spLocks noGrp="1"/>
          </p:cNvSpPr>
          <p:nvPr>
            <p:ph type="body" idx="1"/>
          </p:nvPr>
        </p:nvSpPr>
        <p:spPr>
          <a:xfrm>
            <a:off x="588970" y="470314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400"/>
              <a:buNone/>
              <a:defRPr sz="2400">
                <a:solidFill>
                  <a:schemeClr val="lt1"/>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p43"/>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9" name="Google Shape;149;p43"/>
          <p:cNvSpPr/>
          <p:nvPr/>
        </p:nvSpPr>
        <p:spPr>
          <a:xfrm>
            <a:off x="588970" y="3975211"/>
            <a:ext cx="1659545" cy="45719"/>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50" name="Google Shape;150;p43"/>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endahuluan">
  <p:cSld name="Pendahuluan">
    <p:bg>
      <p:bgPr>
        <a:solidFill>
          <a:schemeClr val="lt1"/>
        </a:solidFill>
        <a:effectLst/>
      </p:bgPr>
    </p:bg>
    <p:spTree>
      <p:nvGrpSpPr>
        <p:cNvPr id="1" name="Shape 151"/>
        <p:cNvGrpSpPr/>
        <p:nvPr/>
      </p:nvGrpSpPr>
      <p:grpSpPr>
        <a:xfrm>
          <a:off x="0" y="0"/>
          <a:ext cx="0" cy="0"/>
          <a:chOff x="0" y="0"/>
          <a:chExt cx="0" cy="0"/>
        </a:xfrm>
      </p:grpSpPr>
      <p:sp>
        <p:nvSpPr>
          <p:cNvPr id="152" name="Google Shape;152;p44"/>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53" name="Google Shape;153;p44"/>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55" name="Google Shape;155;p44"/>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56" name="Google Shape;156;p44"/>
          <p:cNvSpPr/>
          <p:nvPr/>
        </p:nvSpPr>
        <p:spPr>
          <a:xfrm>
            <a:off x="1654410" y="569942"/>
            <a:ext cx="3273525"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Pendahuluan</a:t>
            </a:r>
            <a:endParaRPr sz="4400" b="1">
              <a:solidFill>
                <a:schemeClr val="dk1"/>
              </a:solidFill>
              <a:latin typeface="Twentieth Century"/>
              <a:ea typeface="Twentieth Century"/>
              <a:cs typeface="Twentieth Century"/>
              <a:sym typeface="Twentieth Century"/>
            </a:endParaRPr>
          </a:p>
        </p:txBody>
      </p:sp>
      <p:pic>
        <p:nvPicPr>
          <p:cNvPr id="157" name="Google Shape;157;p44"/>
          <p:cNvPicPr preferRelativeResize="0"/>
          <p:nvPr/>
        </p:nvPicPr>
        <p:blipFill rotWithShape="1">
          <a:blip r:embed="rId2">
            <a:alphaModFix/>
          </a:blip>
          <a:srcRect/>
          <a:stretch/>
        </p:blipFill>
        <p:spPr>
          <a:xfrm>
            <a:off x="883077" y="544975"/>
            <a:ext cx="665176" cy="76237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ujuan Pembelajaran">
  <p:cSld name="Tujuan Pembelajaran">
    <p:spTree>
      <p:nvGrpSpPr>
        <p:cNvPr id="1" name="Shape 158"/>
        <p:cNvGrpSpPr/>
        <p:nvPr/>
      </p:nvGrpSpPr>
      <p:grpSpPr>
        <a:xfrm>
          <a:off x="0" y="0"/>
          <a:ext cx="0" cy="0"/>
          <a:chOff x="0" y="0"/>
          <a:chExt cx="0" cy="0"/>
        </a:xfrm>
      </p:grpSpPr>
      <p:sp>
        <p:nvSpPr>
          <p:cNvPr id="159" name="Google Shape;159;p45"/>
          <p:cNvSpPr/>
          <p:nvPr/>
        </p:nvSpPr>
        <p:spPr>
          <a:xfrm>
            <a:off x="1282044" y="716437"/>
            <a:ext cx="5910035"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60" name="Google Shape;160;p45"/>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62" name="Google Shape;162;p45"/>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63" name="Google Shape;163;p45"/>
          <p:cNvSpPr/>
          <p:nvPr/>
        </p:nvSpPr>
        <p:spPr>
          <a:xfrm>
            <a:off x="1654410" y="569942"/>
            <a:ext cx="553767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Capaian Pembelajaran</a:t>
            </a:r>
            <a:endParaRPr sz="4400" b="1">
              <a:solidFill>
                <a:schemeClr val="dk1"/>
              </a:solidFill>
              <a:latin typeface="Twentieth Century"/>
              <a:ea typeface="Twentieth Century"/>
              <a:cs typeface="Twentieth Century"/>
              <a:sym typeface="Twentieth Century"/>
            </a:endParaRPr>
          </a:p>
        </p:txBody>
      </p:sp>
      <p:pic>
        <p:nvPicPr>
          <p:cNvPr id="164" name="Google Shape;164;p45"/>
          <p:cNvPicPr preferRelativeResize="0"/>
          <p:nvPr/>
        </p:nvPicPr>
        <p:blipFill rotWithShape="1">
          <a:blip r:embed="rId2">
            <a:alphaModFix/>
          </a:blip>
          <a:srcRect/>
          <a:stretch/>
        </p:blipFill>
        <p:spPr>
          <a:xfrm>
            <a:off x="753475" y="649446"/>
            <a:ext cx="791900" cy="63282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Komponen Penilaian">
  <p:cSld name="Komponen Penilaian">
    <p:spTree>
      <p:nvGrpSpPr>
        <p:cNvPr id="1" name="Shape 165"/>
        <p:cNvGrpSpPr/>
        <p:nvPr/>
      </p:nvGrpSpPr>
      <p:grpSpPr>
        <a:xfrm>
          <a:off x="0" y="0"/>
          <a:ext cx="0" cy="0"/>
          <a:chOff x="0" y="0"/>
          <a:chExt cx="0" cy="0"/>
        </a:xfrm>
      </p:grpSpPr>
      <p:sp>
        <p:nvSpPr>
          <p:cNvPr id="166" name="Google Shape;166;p46"/>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67" name="Google Shape;167;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68" name="Google Shape;168;p46"/>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69" name="Google Shape;169;p46"/>
          <p:cNvSpPr/>
          <p:nvPr/>
        </p:nvSpPr>
        <p:spPr>
          <a:xfrm>
            <a:off x="1654410" y="569942"/>
            <a:ext cx="50687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Komponen Penilaian</a:t>
            </a:r>
            <a:endParaRPr sz="4400" b="1">
              <a:solidFill>
                <a:schemeClr val="dk1"/>
              </a:solidFill>
              <a:latin typeface="Twentieth Century"/>
              <a:ea typeface="Twentieth Century"/>
              <a:cs typeface="Twentieth Century"/>
              <a:sym typeface="Twentieth Century"/>
            </a:endParaRPr>
          </a:p>
        </p:txBody>
      </p:sp>
      <p:pic>
        <p:nvPicPr>
          <p:cNvPr id="170" name="Google Shape;170;p46"/>
          <p:cNvPicPr preferRelativeResize="0"/>
          <p:nvPr/>
        </p:nvPicPr>
        <p:blipFill rotWithShape="1">
          <a:blip r:embed="rId2">
            <a:alphaModFix/>
          </a:blip>
          <a:srcRect/>
          <a:stretch/>
        </p:blipFill>
        <p:spPr>
          <a:xfrm>
            <a:off x="921012" y="616587"/>
            <a:ext cx="589305" cy="67542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ub Topic 1">
  <p:cSld name="Sub Topic 1">
    <p:spTree>
      <p:nvGrpSpPr>
        <p:cNvPr id="1" name="Shape 171"/>
        <p:cNvGrpSpPr/>
        <p:nvPr/>
      </p:nvGrpSpPr>
      <p:grpSpPr>
        <a:xfrm>
          <a:off x="0" y="0"/>
          <a:ext cx="0" cy="0"/>
          <a:chOff x="0" y="0"/>
          <a:chExt cx="0" cy="0"/>
        </a:xfrm>
      </p:grpSpPr>
      <p:sp>
        <p:nvSpPr>
          <p:cNvPr id="172" name="Google Shape;172;p47"/>
          <p:cNvSpPr txBox="1">
            <a:spLocks noGrp="1"/>
          </p:cNvSpPr>
          <p:nvPr>
            <p:ph type="ctrTitle"/>
          </p:nvPr>
        </p:nvSpPr>
        <p:spPr>
          <a:xfrm>
            <a:off x="1524000" y="824826"/>
            <a:ext cx="9144000" cy="176884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74" name="Google Shape;174;p47"/>
          <p:cNvSpPr>
            <a:spLocks noGrp="1"/>
          </p:cNvSpPr>
          <p:nvPr>
            <p:ph type="pic" idx="2"/>
          </p:nvPr>
        </p:nvSpPr>
        <p:spPr>
          <a:xfrm>
            <a:off x="1524000" y="2843408"/>
            <a:ext cx="9144000" cy="3376417"/>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5"/>
        <p:cNvGrpSpPr/>
        <p:nvPr/>
      </p:nvGrpSpPr>
      <p:grpSpPr>
        <a:xfrm>
          <a:off x="0" y="0"/>
          <a:ext cx="0" cy="0"/>
          <a:chOff x="0" y="0"/>
          <a:chExt cx="0" cy="0"/>
        </a:xfrm>
      </p:grpSpPr>
      <p:sp>
        <p:nvSpPr>
          <p:cNvPr id="176" name="Google Shape;176;p48"/>
          <p:cNvSpPr txBox="1">
            <a:spLocks noGrp="1"/>
          </p:cNvSpPr>
          <p:nvPr>
            <p:ph type="title"/>
          </p:nvPr>
        </p:nvSpPr>
        <p:spPr>
          <a:xfrm>
            <a:off x="831850" y="1389699"/>
            <a:ext cx="10515600" cy="161792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7" name="Google Shape;177;p48"/>
          <p:cNvSpPr txBox="1">
            <a:spLocks noGrp="1"/>
          </p:cNvSpPr>
          <p:nvPr>
            <p:ph type="body" idx="1"/>
          </p:nvPr>
        </p:nvSpPr>
        <p:spPr>
          <a:xfrm>
            <a:off x="831850" y="3185341"/>
            <a:ext cx="10515600" cy="1500187"/>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51515"/>
              </a:buClr>
              <a:buSzPts val="2400"/>
              <a:buNone/>
              <a:defRPr sz="2400">
                <a:solidFill>
                  <a:srgbClr val="151515"/>
                </a:solidFill>
              </a:defRPr>
            </a:lvl1pPr>
            <a:lvl2pPr marL="914400" lvl="1" indent="-228600" algn="just">
              <a:lnSpc>
                <a:spcPct val="90000"/>
              </a:lnSpc>
              <a:spcBef>
                <a:spcPts val="500"/>
              </a:spcBef>
              <a:spcAft>
                <a:spcPts val="0"/>
              </a:spcAft>
              <a:buClr>
                <a:srgbClr val="889CC5"/>
              </a:buClr>
              <a:buSzPts val="2000"/>
              <a:buNone/>
              <a:defRPr sz="2000">
                <a:solidFill>
                  <a:srgbClr val="889CC5"/>
                </a:solidFill>
              </a:defRPr>
            </a:lvl2pPr>
            <a:lvl3pPr marL="1371600" lvl="2" indent="-228600" algn="just">
              <a:lnSpc>
                <a:spcPct val="90000"/>
              </a:lnSpc>
              <a:spcBef>
                <a:spcPts val="500"/>
              </a:spcBef>
              <a:spcAft>
                <a:spcPts val="0"/>
              </a:spcAft>
              <a:buClr>
                <a:srgbClr val="889CC5"/>
              </a:buClr>
              <a:buSzPts val="1800"/>
              <a:buNone/>
              <a:defRPr sz="1800">
                <a:solidFill>
                  <a:srgbClr val="889CC5"/>
                </a:solidFill>
              </a:defRPr>
            </a:lvl3pPr>
            <a:lvl4pPr marL="1828800" lvl="3" indent="-228600" algn="just">
              <a:lnSpc>
                <a:spcPct val="90000"/>
              </a:lnSpc>
              <a:spcBef>
                <a:spcPts val="500"/>
              </a:spcBef>
              <a:spcAft>
                <a:spcPts val="0"/>
              </a:spcAft>
              <a:buClr>
                <a:srgbClr val="889CC5"/>
              </a:buClr>
              <a:buSzPts val="1600"/>
              <a:buNone/>
              <a:defRPr sz="1600">
                <a:solidFill>
                  <a:srgbClr val="889CC5"/>
                </a:solidFill>
              </a:defRPr>
            </a:lvl4pPr>
            <a:lvl5pPr marL="2286000" lvl="4" indent="-228600" algn="just">
              <a:lnSpc>
                <a:spcPct val="90000"/>
              </a:lnSpc>
              <a:spcBef>
                <a:spcPts val="500"/>
              </a:spcBef>
              <a:spcAft>
                <a:spcPts val="0"/>
              </a:spcAft>
              <a:buClr>
                <a:srgbClr val="889CC5"/>
              </a:buClr>
              <a:buSzPts val="1600"/>
              <a:buNone/>
              <a:defRPr sz="1600">
                <a:solidFill>
                  <a:srgbClr val="889CC5"/>
                </a:solidFill>
              </a:defRPr>
            </a:lvl5pPr>
            <a:lvl6pPr marL="2743200" lvl="5" indent="-228600" algn="l">
              <a:lnSpc>
                <a:spcPct val="90000"/>
              </a:lnSpc>
              <a:spcBef>
                <a:spcPts val="500"/>
              </a:spcBef>
              <a:spcAft>
                <a:spcPts val="0"/>
              </a:spcAft>
              <a:buClr>
                <a:srgbClr val="889CC5"/>
              </a:buClr>
              <a:buSzPts val="1600"/>
              <a:buNone/>
              <a:defRPr sz="1600">
                <a:solidFill>
                  <a:srgbClr val="889CC5"/>
                </a:solidFill>
              </a:defRPr>
            </a:lvl6pPr>
            <a:lvl7pPr marL="3200400" lvl="6" indent="-228600" algn="l">
              <a:lnSpc>
                <a:spcPct val="90000"/>
              </a:lnSpc>
              <a:spcBef>
                <a:spcPts val="500"/>
              </a:spcBef>
              <a:spcAft>
                <a:spcPts val="0"/>
              </a:spcAft>
              <a:buClr>
                <a:srgbClr val="889CC5"/>
              </a:buClr>
              <a:buSzPts val="1600"/>
              <a:buNone/>
              <a:defRPr sz="1600">
                <a:solidFill>
                  <a:srgbClr val="889CC5"/>
                </a:solidFill>
              </a:defRPr>
            </a:lvl7pPr>
            <a:lvl8pPr marL="3657600" lvl="7" indent="-228600" algn="l">
              <a:lnSpc>
                <a:spcPct val="90000"/>
              </a:lnSpc>
              <a:spcBef>
                <a:spcPts val="500"/>
              </a:spcBef>
              <a:spcAft>
                <a:spcPts val="0"/>
              </a:spcAft>
              <a:buClr>
                <a:srgbClr val="889CC5"/>
              </a:buClr>
              <a:buSzPts val="1600"/>
              <a:buNone/>
              <a:defRPr sz="1600">
                <a:solidFill>
                  <a:srgbClr val="889CC5"/>
                </a:solidFill>
              </a:defRPr>
            </a:lvl8pPr>
            <a:lvl9pPr marL="4114800" lvl="8" indent="-228600" algn="l">
              <a:lnSpc>
                <a:spcPct val="90000"/>
              </a:lnSpc>
              <a:spcBef>
                <a:spcPts val="500"/>
              </a:spcBef>
              <a:spcAft>
                <a:spcPts val="0"/>
              </a:spcAft>
              <a:buClr>
                <a:srgbClr val="889CC5"/>
              </a:buClr>
              <a:buSzPts val="1600"/>
              <a:buNone/>
              <a:defRPr sz="1600">
                <a:solidFill>
                  <a:srgbClr val="889CC5"/>
                </a:solidFill>
              </a:defRPr>
            </a:lvl9pPr>
          </a:lstStyle>
          <a:p>
            <a:endParaRPr/>
          </a:p>
        </p:txBody>
      </p:sp>
      <p:sp>
        <p:nvSpPr>
          <p:cNvPr id="178" name="Google Shape;178;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1pPr>
            <a:lvl2pPr marL="0" lvl="1"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2pPr>
            <a:lvl3pPr marL="0" lvl="2"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3pPr>
            <a:lvl4pPr marL="0" lvl="3"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4pPr>
            <a:lvl5pPr marL="0" lvl="4"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5pPr>
            <a:lvl6pPr marL="0" lvl="5"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6pPr>
            <a:lvl7pPr marL="0" lvl="6"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7pPr>
            <a:lvl8pPr marL="0" lvl="7"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8pPr>
            <a:lvl9pPr marL="0" lvl="8"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9"/>
        <p:cNvGrpSpPr/>
        <p:nvPr/>
      </p:nvGrpSpPr>
      <p:grpSpPr>
        <a:xfrm>
          <a:off x="0" y="0"/>
          <a:ext cx="0" cy="0"/>
          <a:chOff x="0" y="0"/>
          <a:chExt cx="0" cy="0"/>
        </a:xfrm>
      </p:grpSpPr>
      <p:sp>
        <p:nvSpPr>
          <p:cNvPr id="180" name="Google Shape;180;p49"/>
          <p:cNvSpPr txBox="1">
            <a:spLocks noGrp="1"/>
          </p:cNvSpPr>
          <p:nvPr>
            <p:ph type="title"/>
          </p:nvPr>
        </p:nvSpPr>
        <p:spPr>
          <a:xfrm>
            <a:off x="838200" y="29913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4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2" name="Google Shape;182;p4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3" name="Google Shape;18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84"/>
        <p:cNvGrpSpPr/>
        <p:nvPr/>
      </p:nvGrpSpPr>
      <p:grpSpPr>
        <a:xfrm>
          <a:off x="0" y="0"/>
          <a:ext cx="0" cy="0"/>
          <a:chOff x="0" y="0"/>
          <a:chExt cx="0" cy="0"/>
        </a:xfrm>
      </p:grpSpPr>
      <p:sp>
        <p:nvSpPr>
          <p:cNvPr id="185" name="Google Shape;185;p5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6" name="Google Shape;186;p50"/>
          <p:cNvSpPr txBox="1">
            <a:spLocks noGrp="1"/>
          </p:cNvSpPr>
          <p:nvPr>
            <p:ph type="body" idx="1"/>
          </p:nvPr>
        </p:nvSpPr>
        <p:spPr>
          <a:xfrm>
            <a:off x="839788" y="1772239"/>
            <a:ext cx="5157787" cy="65045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0E60AC"/>
              </a:buClr>
              <a:buSzPts val="2800"/>
              <a:buNone/>
              <a:defRPr sz="2800" b="1">
                <a:solidFill>
                  <a:srgbClr val="0E60AC"/>
                </a:solidFill>
              </a:defRPr>
            </a:lvl1pPr>
            <a:lvl2pPr marL="914400" lvl="1" indent="-228600" algn="just">
              <a:lnSpc>
                <a:spcPct val="90000"/>
              </a:lnSpc>
              <a:spcBef>
                <a:spcPts val="500"/>
              </a:spcBef>
              <a:spcAft>
                <a:spcPts val="0"/>
              </a:spcAft>
              <a:buClr>
                <a:srgbClr val="151515"/>
              </a:buClr>
              <a:buSzPts val="2000"/>
              <a:buNone/>
              <a:defRPr sz="2000" b="1"/>
            </a:lvl2pPr>
            <a:lvl3pPr marL="1371600" lvl="2" indent="-228600" algn="just">
              <a:lnSpc>
                <a:spcPct val="90000"/>
              </a:lnSpc>
              <a:spcBef>
                <a:spcPts val="500"/>
              </a:spcBef>
              <a:spcAft>
                <a:spcPts val="0"/>
              </a:spcAft>
              <a:buClr>
                <a:srgbClr val="151515"/>
              </a:buClr>
              <a:buSzPts val="1800"/>
              <a:buNone/>
              <a:defRPr sz="1800" b="1"/>
            </a:lvl3pPr>
            <a:lvl4pPr marL="1828800" lvl="3" indent="-228600" algn="just">
              <a:lnSpc>
                <a:spcPct val="90000"/>
              </a:lnSpc>
              <a:spcBef>
                <a:spcPts val="500"/>
              </a:spcBef>
              <a:spcAft>
                <a:spcPts val="0"/>
              </a:spcAft>
              <a:buClr>
                <a:srgbClr val="151515"/>
              </a:buClr>
              <a:buSzPts val="1600"/>
              <a:buNone/>
              <a:defRPr sz="1600" b="1"/>
            </a:lvl4pPr>
            <a:lvl5pPr marL="2286000" lvl="4" indent="-228600" algn="just">
              <a:lnSpc>
                <a:spcPct val="90000"/>
              </a:lnSpc>
              <a:spcBef>
                <a:spcPts val="500"/>
              </a:spcBef>
              <a:spcAft>
                <a:spcPts val="0"/>
              </a:spcAft>
              <a:buClr>
                <a:srgbClr val="151515"/>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87" name="Google Shape;187;p5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8" name="Google Shape;188;p50"/>
          <p:cNvSpPr txBox="1">
            <a:spLocks noGrp="1"/>
          </p:cNvSpPr>
          <p:nvPr>
            <p:ph type="body" idx="3"/>
          </p:nvPr>
        </p:nvSpPr>
        <p:spPr>
          <a:xfrm>
            <a:off x="6172200" y="1772239"/>
            <a:ext cx="5183188" cy="65045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0E60AC"/>
              </a:buClr>
              <a:buSzPts val="2800"/>
              <a:buNone/>
              <a:defRPr sz="2800" b="1">
                <a:solidFill>
                  <a:srgbClr val="0E60AC"/>
                </a:solidFill>
              </a:defRPr>
            </a:lvl1pPr>
            <a:lvl2pPr marL="914400" lvl="1" indent="-228600" algn="just">
              <a:lnSpc>
                <a:spcPct val="90000"/>
              </a:lnSpc>
              <a:spcBef>
                <a:spcPts val="500"/>
              </a:spcBef>
              <a:spcAft>
                <a:spcPts val="0"/>
              </a:spcAft>
              <a:buClr>
                <a:srgbClr val="151515"/>
              </a:buClr>
              <a:buSzPts val="2000"/>
              <a:buNone/>
              <a:defRPr sz="2000" b="1"/>
            </a:lvl2pPr>
            <a:lvl3pPr marL="1371600" lvl="2" indent="-228600" algn="just">
              <a:lnSpc>
                <a:spcPct val="90000"/>
              </a:lnSpc>
              <a:spcBef>
                <a:spcPts val="500"/>
              </a:spcBef>
              <a:spcAft>
                <a:spcPts val="0"/>
              </a:spcAft>
              <a:buClr>
                <a:srgbClr val="151515"/>
              </a:buClr>
              <a:buSzPts val="1800"/>
              <a:buNone/>
              <a:defRPr sz="1800" b="1"/>
            </a:lvl3pPr>
            <a:lvl4pPr marL="1828800" lvl="3" indent="-228600" algn="just">
              <a:lnSpc>
                <a:spcPct val="90000"/>
              </a:lnSpc>
              <a:spcBef>
                <a:spcPts val="500"/>
              </a:spcBef>
              <a:spcAft>
                <a:spcPts val="0"/>
              </a:spcAft>
              <a:buClr>
                <a:srgbClr val="151515"/>
              </a:buClr>
              <a:buSzPts val="1600"/>
              <a:buNone/>
              <a:defRPr sz="1600" b="1"/>
            </a:lvl4pPr>
            <a:lvl5pPr marL="2286000" lvl="4" indent="-228600" algn="just">
              <a:lnSpc>
                <a:spcPct val="90000"/>
              </a:lnSpc>
              <a:spcBef>
                <a:spcPts val="500"/>
              </a:spcBef>
              <a:spcAft>
                <a:spcPts val="0"/>
              </a:spcAft>
              <a:buClr>
                <a:srgbClr val="151515"/>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89" name="Google Shape;189;p5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0" name="Google Shape;190;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2">
  <p:cSld name="Picture with Caption 2">
    <p:spTree>
      <p:nvGrpSpPr>
        <p:cNvPr id="1" name="Shape 191"/>
        <p:cNvGrpSpPr/>
        <p:nvPr/>
      </p:nvGrpSpPr>
      <p:grpSpPr>
        <a:xfrm>
          <a:off x="0" y="0"/>
          <a:ext cx="0" cy="0"/>
          <a:chOff x="0" y="0"/>
          <a:chExt cx="0" cy="0"/>
        </a:xfrm>
      </p:grpSpPr>
      <p:sp>
        <p:nvSpPr>
          <p:cNvPr id="192" name="Google Shape;192;p51"/>
          <p:cNvSpPr/>
          <p:nvPr/>
        </p:nvSpPr>
        <p:spPr>
          <a:xfrm>
            <a:off x="0" y="0"/>
            <a:ext cx="4873658"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93" name="Google Shape;193;p51"/>
          <p:cNvSpPr/>
          <p:nvPr/>
        </p:nvSpPr>
        <p:spPr>
          <a:xfrm>
            <a:off x="1061967" y="466091"/>
            <a:ext cx="4066216" cy="2843046"/>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94" name="Google Shape;194;p51"/>
          <p:cNvSpPr>
            <a:spLocks noGrp="1"/>
          </p:cNvSpPr>
          <p:nvPr>
            <p:ph type="pic" idx="2"/>
          </p:nvPr>
        </p:nvSpPr>
        <p:spPr>
          <a:xfrm>
            <a:off x="1135825" y="526915"/>
            <a:ext cx="3918815" cy="2710584"/>
          </a:xfrm>
          <a:prstGeom prst="rect">
            <a:avLst/>
          </a:prstGeom>
          <a:noFill/>
          <a:ln>
            <a:noFill/>
          </a:ln>
        </p:spPr>
      </p:sp>
      <p:sp>
        <p:nvSpPr>
          <p:cNvPr id="195" name="Google Shape;195;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96" name="Google Shape;196;p51"/>
          <p:cNvSpPr txBox="1">
            <a:spLocks noGrp="1"/>
          </p:cNvSpPr>
          <p:nvPr>
            <p:ph type="title"/>
          </p:nvPr>
        </p:nvSpPr>
        <p:spPr>
          <a:xfrm>
            <a:off x="5817139" y="867524"/>
            <a:ext cx="4740881" cy="121815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3200"/>
              <a:buFont typeface="Twentieth Century"/>
              <a:buNone/>
              <a:defRPr sz="3200">
                <a:solidFill>
                  <a:srgbClr val="0E60A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51"/>
          <p:cNvSpPr txBox="1">
            <a:spLocks noGrp="1"/>
          </p:cNvSpPr>
          <p:nvPr>
            <p:ph type="body" idx="1"/>
          </p:nvPr>
        </p:nvSpPr>
        <p:spPr>
          <a:xfrm>
            <a:off x="5817139" y="2245386"/>
            <a:ext cx="4740881" cy="364394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51515"/>
              </a:buClr>
              <a:buSzPts val="2000"/>
              <a:buNone/>
              <a:defRPr sz="2000">
                <a:solidFill>
                  <a:srgbClr val="151515"/>
                </a:solidFill>
              </a:defRPr>
            </a:lvl1pPr>
            <a:lvl2pPr marL="914400" lvl="1" indent="-228600" algn="just">
              <a:lnSpc>
                <a:spcPct val="90000"/>
              </a:lnSpc>
              <a:spcBef>
                <a:spcPts val="500"/>
              </a:spcBef>
              <a:spcAft>
                <a:spcPts val="0"/>
              </a:spcAft>
              <a:buClr>
                <a:srgbClr val="151515"/>
              </a:buClr>
              <a:buSzPts val="1400"/>
              <a:buNone/>
              <a:defRPr sz="1400"/>
            </a:lvl2pPr>
            <a:lvl3pPr marL="1371600" lvl="2" indent="-228600" algn="just">
              <a:lnSpc>
                <a:spcPct val="90000"/>
              </a:lnSpc>
              <a:spcBef>
                <a:spcPts val="500"/>
              </a:spcBef>
              <a:spcAft>
                <a:spcPts val="0"/>
              </a:spcAft>
              <a:buClr>
                <a:srgbClr val="151515"/>
              </a:buClr>
              <a:buSzPts val="1200"/>
              <a:buNone/>
              <a:defRPr sz="1200"/>
            </a:lvl3pPr>
            <a:lvl4pPr marL="1828800" lvl="3" indent="-228600" algn="just">
              <a:lnSpc>
                <a:spcPct val="90000"/>
              </a:lnSpc>
              <a:spcBef>
                <a:spcPts val="500"/>
              </a:spcBef>
              <a:spcAft>
                <a:spcPts val="0"/>
              </a:spcAft>
              <a:buClr>
                <a:srgbClr val="151515"/>
              </a:buClr>
              <a:buSzPts val="1000"/>
              <a:buNone/>
              <a:defRPr sz="1000"/>
            </a:lvl4pPr>
            <a:lvl5pPr marL="2286000" lvl="4" indent="-228600" algn="just">
              <a:lnSpc>
                <a:spcPct val="90000"/>
              </a:lnSpc>
              <a:spcBef>
                <a:spcPts val="500"/>
              </a:spcBef>
              <a:spcAft>
                <a:spcPts val="0"/>
              </a:spcAft>
              <a:buClr>
                <a:srgbClr val="151515"/>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98" name="Google Shape;198;p51"/>
          <p:cNvSpPr/>
          <p:nvPr/>
        </p:nvSpPr>
        <p:spPr>
          <a:xfrm>
            <a:off x="1061967" y="3560439"/>
            <a:ext cx="4066216" cy="2843046"/>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99" name="Google Shape;199;p51"/>
          <p:cNvSpPr>
            <a:spLocks noGrp="1"/>
          </p:cNvSpPr>
          <p:nvPr>
            <p:ph type="pic" idx="3"/>
          </p:nvPr>
        </p:nvSpPr>
        <p:spPr>
          <a:xfrm>
            <a:off x="1135825" y="3621263"/>
            <a:ext cx="3918815" cy="2710584"/>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lide Uraian Materi">
  <p:cSld name="Slide Uraian Materi">
    <p:spTree>
      <p:nvGrpSpPr>
        <p:cNvPr id="1" name="Shape 200"/>
        <p:cNvGrpSpPr/>
        <p:nvPr/>
      </p:nvGrpSpPr>
      <p:grpSpPr>
        <a:xfrm>
          <a:off x="0" y="0"/>
          <a:ext cx="0" cy="0"/>
          <a:chOff x="0" y="0"/>
          <a:chExt cx="0" cy="0"/>
        </a:xfrm>
      </p:grpSpPr>
      <p:sp>
        <p:nvSpPr>
          <p:cNvPr id="201" name="Google Shape;201;p52"/>
          <p:cNvSpPr txBox="1">
            <a:spLocks noGrp="1"/>
          </p:cNvSpPr>
          <p:nvPr>
            <p:ph type="title"/>
          </p:nvPr>
        </p:nvSpPr>
        <p:spPr>
          <a:xfrm>
            <a:off x="838200" y="640080"/>
            <a:ext cx="10515600" cy="98462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2" name="Google Shape;202;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
        <p:nvSpPr>
          <p:cNvPr id="203" name="Google Shape;203;p52"/>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3">
  <p:cSld name="Picture with Caption 3">
    <p:spTree>
      <p:nvGrpSpPr>
        <p:cNvPr id="1" name="Shape 204"/>
        <p:cNvGrpSpPr/>
        <p:nvPr/>
      </p:nvGrpSpPr>
      <p:grpSpPr>
        <a:xfrm>
          <a:off x="0" y="0"/>
          <a:ext cx="0" cy="0"/>
          <a:chOff x="0" y="0"/>
          <a:chExt cx="0" cy="0"/>
        </a:xfrm>
      </p:grpSpPr>
      <p:sp>
        <p:nvSpPr>
          <p:cNvPr id="205" name="Google Shape;205;p53"/>
          <p:cNvSpPr>
            <a:spLocks noGrp="1"/>
          </p:cNvSpPr>
          <p:nvPr>
            <p:ph type="pic" idx="2"/>
          </p:nvPr>
        </p:nvSpPr>
        <p:spPr>
          <a:xfrm>
            <a:off x="770701" y="1491242"/>
            <a:ext cx="3356431" cy="3405612"/>
          </a:xfrm>
          <a:prstGeom prst="rect">
            <a:avLst/>
          </a:prstGeom>
          <a:noFill/>
          <a:ln>
            <a:noFill/>
          </a:ln>
        </p:spPr>
      </p:sp>
      <p:sp>
        <p:nvSpPr>
          <p:cNvPr id="206" name="Google Shape;206;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07" name="Google Shape;207;p53"/>
          <p:cNvSpPr txBox="1">
            <a:spLocks noGrp="1"/>
          </p:cNvSpPr>
          <p:nvPr>
            <p:ph type="title"/>
          </p:nvPr>
        </p:nvSpPr>
        <p:spPr>
          <a:xfrm>
            <a:off x="770701" y="605658"/>
            <a:ext cx="10851171" cy="70145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rgbClr val="0E60AC"/>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8" name="Google Shape;208;p53"/>
          <p:cNvSpPr>
            <a:spLocks noGrp="1"/>
          </p:cNvSpPr>
          <p:nvPr>
            <p:ph type="pic" idx="3"/>
          </p:nvPr>
        </p:nvSpPr>
        <p:spPr>
          <a:xfrm>
            <a:off x="4518071" y="1491242"/>
            <a:ext cx="3356431" cy="3405612"/>
          </a:xfrm>
          <a:prstGeom prst="rect">
            <a:avLst/>
          </a:prstGeom>
          <a:noFill/>
          <a:ln>
            <a:noFill/>
          </a:ln>
        </p:spPr>
      </p:sp>
      <p:sp>
        <p:nvSpPr>
          <p:cNvPr id="209" name="Google Shape;209;p53"/>
          <p:cNvSpPr>
            <a:spLocks noGrp="1"/>
          </p:cNvSpPr>
          <p:nvPr>
            <p:ph type="pic" idx="4"/>
          </p:nvPr>
        </p:nvSpPr>
        <p:spPr>
          <a:xfrm>
            <a:off x="8265441" y="1491242"/>
            <a:ext cx="3356431" cy="3405612"/>
          </a:xfrm>
          <a:prstGeom prst="rect">
            <a:avLst/>
          </a:prstGeom>
          <a:noFill/>
          <a:ln>
            <a:noFill/>
          </a:ln>
        </p:spPr>
      </p:sp>
      <p:sp>
        <p:nvSpPr>
          <p:cNvPr id="210" name="Google Shape;210;p53"/>
          <p:cNvSpPr txBox="1">
            <a:spLocks noGrp="1"/>
          </p:cNvSpPr>
          <p:nvPr>
            <p:ph type="body" idx="1"/>
          </p:nvPr>
        </p:nvSpPr>
        <p:spPr>
          <a:xfrm>
            <a:off x="770700" y="5080981"/>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151515"/>
              </a:buClr>
              <a:buSzPts val="2000"/>
              <a:buNone/>
              <a:defRPr sz="2000" b="0">
                <a:solidFill>
                  <a:srgbClr val="151515"/>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p53"/>
          <p:cNvSpPr txBox="1">
            <a:spLocks noGrp="1"/>
          </p:cNvSpPr>
          <p:nvPr>
            <p:ph type="body" idx="5"/>
          </p:nvPr>
        </p:nvSpPr>
        <p:spPr>
          <a:xfrm>
            <a:off x="4518071" y="5080981"/>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151515"/>
              </a:buClr>
              <a:buSzPts val="2000"/>
              <a:buNone/>
              <a:defRPr sz="2000" b="0">
                <a:solidFill>
                  <a:srgbClr val="151515"/>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2" name="Google Shape;212;p53"/>
          <p:cNvSpPr txBox="1">
            <a:spLocks noGrp="1"/>
          </p:cNvSpPr>
          <p:nvPr>
            <p:ph type="body" idx="6"/>
          </p:nvPr>
        </p:nvSpPr>
        <p:spPr>
          <a:xfrm>
            <a:off x="8265441" y="5080981"/>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151515"/>
              </a:buClr>
              <a:buSzPts val="2000"/>
              <a:buNone/>
              <a:defRPr sz="2000" b="0">
                <a:solidFill>
                  <a:srgbClr val="151515"/>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4">
  <p:cSld name="Picture with Caption 4">
    <p:spTree>
      <p:nvGrpSpPr>
        <p:cNvPr id="1" name="Shape 213"/>
        <p:cNvGrpSpPr/>
        <p:nvPr/>
      </p:nvGrpSpPr>
      <p:grpSpPr>
        <a:xfrm>
          <a:off x="0" y="0"/>
          <a:ext cx="0" cy="0"/>
          <a:chOff x="0" y="0"/>
          <a:chExt cx="0" cy="0"/>
        </a:xfrm>
      </p:grpSpPr>
      <p:sp>
        <p:nvSpPr>
          <p:cNvPr id="214" name="Google Shape;214;p54"/>
          <p:cNvSpPr>
            <a:spLocks noGrp="1"/>
          </p:cNvSpPr>
          <p:nvPr>
            <p:ph type="pic" idx="2"/>
          </p:nvPr>
        </p:nvSpPr>
        <p:spPr>
          <a:xfrm>
            <a:off x="1930198" y="688159"/>
            <a:ext cx="8495847" cy="3909440"/>
          </a:xfrm>
          <a:prstGeom prst="rect">
            <a:avLst/>
          </a:prstGeom>
          <a:noFill/>
          <a:ln>
            <a:noFill/>
          </a:ln>
        </p:spPr>
      </p:sp>
      <p:sp>
        <p:nvSpPr>
          <p:cNvPr id="215" name="Google Shape;215;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16" name="Google Shape;216;p54"/>
          <p:cNvSpPr txBox="1">
            <a:spLocks noGrp="1"/>
          </p:cNvSpPr>
          <p:nvPr>
            <p:ph type="body" idx="1"/>
          </p:nvPr>
        </p:nvSpPr>
        <p:spPr>
          <a:xfrm>
            <a:off x="1930197" y="4751111"/>
            <a:ext cx="8495850" cy="1451728"/>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51515"/>
              </a:buClr>
              <a:buSzPts val="2000"/>
              <a:buNone/>
              <a:defRPr sz="2000" b="0">
                <a:solidFill>
                  <a:srgbClr val="151515"/>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Insert Video">
  <p:cSld name="Insert Video">
    <p:spTree>
      <p:nvGrpSpPr>
        <p:cNvPr id="1" name="Shape 217"/>
        <p:cNvGrpSpPr/>
        <p:nvPr/>
      </p:nvGrpSpPr>
      <p:grpSpPr>
        <a:xfrm>
          <a:off x="0" y="0"/>
          <a:ext cx="0" cy="0"/>
          <a:chOff x="0" y="0"/>
          <a:chExt cx="0" cy="0"/>
        </a:xfrm>
      </p:grpSpPr>
      <p:sp>
        <p:nvSpPr>
          <p:cNvPr id="218" name="Google Shape;218;p55"/>
          <p:cNvSpPr txBox="1">
            <a:spLocks noGrp="1"/>
          </p:cNvSpPr>
          <p:nvPr>
            <p:ph type="title"/>
          </p:nvPr>
        </p:nvSpPr>
        <p:spPr>
          <a:xfrm>
            <a:off x="1576887" y="404617"/>
            <a:ext cx="9184670" cy="70145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rgbClr val="0E60AC"/>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9" name="Google Shape;219;p55"/>
          <p:cNvSpPr>
            <a:spLocks noGrp="1"/>
          </p:cNvSpPr>
          <p:nvPr>
            <p:ph type="media" idx="2"/>
          </p:nvPr>
        </p:nvSpPr>
        <p:spPr>
          <a:xfrm>
            <a:off x="1576887" y="1319017"/>
            <a:ext cx="9184670" cy="5166377"/>
          </a:xfrm>
          <a:prstGeom prst="rect">
            <a:avLst/>
          </a:prstGeom>
          <a:noFill/>
          <a:ln>
            <a:noFill/>
          </a:ln>
        </p:spPr>
        <p:txBody>
          <a:bodyPr spcFirstLastPara="1" wrap="square" lIns="91425" tIns="45700" rIns="91425" bIns="45700" anchor="t" anchorCtr="0">
            <a:normAutofit/>
          </a:bodyPr>
          <a:lstStyle>
            <a:lvl1pPr marR="0" lvl="0" algn="just" rtl="0">
              <a:lnSpc>
                <a:spcPct val="90000"/>
              </a:lnSpc>
              <a:spcBef>
                <a:spcPts val="1000"/>
              </a:spcBef>
              <a:spcAft>
                <a:spcPts val="0"/>
              </a:spcAft>
              <a:buClr>
                <a:srgbClr val="151515"/>
              </a:buClr>
              <a:buSzPts val="2200"/>
              <a:buFont typeface="Twentieth Century"/>
              <a:buNone/>
              <a:defRPr sz="2200" b="0" i="0" u="none" strike="noStrike" cap="none">
                <a:solidFill>
                  <a:srgbClr val="151515"/>
                </a:solidFill>
                <a:latin typeface="Twentieth Century"/>
                <a:ea typeface="Twentieth Century"/>
                <a:cs typeface="Twentieth Century"/>
                <a:sym typeface="Twentieth Century"/>
              </a:defRPr>
            </a:lvl1pPr>
            <a:lvl2pPr marR="0" lvl="1" algn="just" rtl="0">
              <a:lnSpc>
                <a:spcPct val="90000"/>
              </a:lnSpc>
              <a:spcBef>
                <a:spcPts val="500"/>
              </a:spcBef>
              <a:spcAft>
                <a:spcPts val="0"/>
              </a:spcAft>
              <a:buClr>
                <a:srgbClr val="151515"/>
              </a:buClr>
              <a:buSzPts val="2200"/>
              <a:buFont typeface="Twentieth Century"/>
              <a:buAutoNum type="alphaLcPeriod"/>
              <a:defRPr sz="2200" b="0" i="0" u="none" strike="noStrike" cap="none">
                <a:solidFill>
                  <a:srgbClr val="151515"/>
                </a:solidFill>
                <a:latin typeface="Twentieth Century"/>
                <a:ea typeface="Twentieth Century"/>
                <a:cs typeface="Twentieth Century"/>
                <a:sym typeface="Twentieth Century"/>
              </a:defRPr>
            </a:lvl2pPr>
            <a:lvl3pPr marR="0" lvl="2"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3pPr>
            <a:lvl4pPr marR="0" lvl="3"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4pPr>
            <a:lvl5pPr marR="0" lvl="4"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0"/>
        <p:cNvGrpSpPr/>
        <p:nvPr/>
      </p:nvGrpSpPr>
      <p:grpSpPr>
        <a:xfrm>
          <a:off x="0" y="0"/>
          <a:ext cx="0" cy="0"/>
          <a:chOff x="0" y="0"/>
          <a:chExt cx="0" cy="0"/>
        </a:xfrm>
      </p:grpSpPr>
      <p:sp>
        <p:nvSpPr>
          <p:cNvPr id="221" name="Google Shape;221;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Latihan">
  <p:cSld name="Latihan">
    <p:spTree>
      <p:nvGrpSpPr>
        <p:cNvPr id="1" name="Shape 222"/>
        <p:cNvGrpSpPr/>
        <p:nvPr/>
      </p:nvGrpSpPr>
      <p:grpSpPr>
        <a:xfrm>
          <a:off x="0" y="0"/>
          <a:ext cx="0" cy="0"/>
          <a:chOff x="0" y="0"/>
          <a:chExt cx="0" cy="0"/>
        </a:xfrm>
      </p:grpSpPr>
      <p:sp>
        <p:nvSpPr>
          <p:cNvPr id="223" name="Google Shape;223;p57"/>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24" name="Google Shape;224;p57"/>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5" name="Google Shape;225;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26" name="Google Shape;226;p57"/>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27" name="Google Shape;227;p57"/>
          <p:cNvSpPr/>
          <p:nvPr/>
        </p:nvSpPr>
        <p:spPr>
          <a:xfrm>
            <a:off x="1654410" y="569942"/>
            <a:ext cx="1923988"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Latihan</a:t>
            </a:r>
            <a:endParaRPr sz="4400" b="1">
              <a:solidFill>
                <a:schemeClr val="dk1"/>
              </a:solidFill>
              <a:latin typeface="Twentieth Century"/>
              <a:ea typeface="Twentieth Century"/>
              <a:cs typeface="Twentieth Century"/>
              <a:sym typeface="Twentieth Century"/>
            </a:endParaRPr>
          </a:p>
        </p:txBody>
      </p:sp>
      <p:pic>
        <p:nvPicPr>
          <p:cNvPr id="228" name="Google Shape;228;p57"/>
          <p:cNvPicPr preferRelativeResize="0"/>
          <p:nvPr/>
        </p:nvPicPr>
        <p:blipFill rotWithShape="1">
          <a:blip r:embed="rId2">
            <a:alphaModFix/>
          </a:blip>
          <a:srcRect/>
          <a:stretch/>
        </p:blipFill>
        <p:spPr>
          <a:xfrm>
            <a:off x="917419" y="581911"/>
            <a:ext cx="650450" cy="74550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Daftar Pustaka">
  <p:cSld name="Daftar Pustaka">
    <p:spTree>
      <p:nvGrpSpPr>
        <p:cNvPr id="1" name="Shape 229"/>
        <p:cNvGrpSpPr/>
        <p:nvPr/>
      </p:nvGrpSpPr>
      <p:grpSpPr>
        <a:xfrm>
          <a:off x="0" y="0"/>
          <a:ext cx="0" cy="0"/>
          <a:chOff x="0" y="0"/>
          <a:chExt cx="0" cy="0"/>
        </a:xfrm>
      </p:grpSpPr>
      <p:sp>
        <p:nvSpPr>
          <p:cNvPr id="230" name="Google Shape;230;p58"/>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31" name="Google Shape;231;p58"/>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2" name="Google Shape;232;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33" name="Google Shape;233;p58"/>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34" name="Google Shape;234;p58"/>
          <p:cNvSpPr/>
          <p:nvPr/>
        </p:nvSpPr>
        <p:spPr>
          <a:xfrm>
            <a:off x="1654410" y="569942"/>
            <a:ext cx="364074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Daftar Pustaka</a:t>
            </a:r>
            <a:endParaRPr sz="4400" b="1">
              <a:solidFill>
                <a:schemeClr val="dk1"/>
              </a:solidFill>
              <a:latin typeface="Twentieth Century"/>
              <a:ea typeface="Twentieth Century"/>
              <a:cs typeface="Twentieth Century"/>
              <a:sym typeface="Twentieth Century"/>
            </a:endParaRPr>
          </a:p>
        </p:txBody>
      </p:sp>
      <p:pic>
        <p:nvPicPr>
          <p:cNvPr id="235" name="Google Shape;235;p58"/>
          <p:cNvPicPr preferRelativeResize="0"/>
          <p:nvPr/>
        </p:nvPicPr>
        <p:blipFill rotWithShape="1">
          <a:blip r:embed="rId2">
            <a:alphaModFix/>
          </a:blip>
          <a:srcRect/>
          <a:stretch/>
        </p:blipFill>
        <p:spPr>
          <a:xfrm>
            <a:off x="898017" y="661014"/>
            <a:ext cx="606720" cy="62932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Dosen Pengampu">
    <p:spTree>
      <p:nvGrpSpPr>
        <p:cNvPr id="1" name=""/>
        <p:cNvGrpSpPr/>
        <p:nvPr/>
      </p:nvGrpSpPr>
      <p:grpSpPr>
        <a:xfrm>
          <a:off x="0" y="0"/>
          <a:ext cx="0" cy="0"/>
          <a:chOff x="0" y="0"/>
          <a:chExt cx="0" cy="0"/>
        </a:xfrm>
      </p:grpSpPr>
      <p:sp>
        <p:nvSpPr>
          <p:cNvPr id="7" name="Rectangle 6"/>
          <p:cNvSpPr/>
          <p:nvPr userDrawn="1"/>
        </p:nvSpPr>
        <p:spPr>
          <a:xfrm>
            <a:off x="0" y="0"/>
            <a:ext cx="3641036" cy="6858000"/>
          </a:xfrm>
          <a:prstGeom prst="rect">
            <a:avLst/>
          </a:prstGeom>
          <a:solidFill>
            <a:srgbClr val="EB7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endParaRPr lang="en-US" dirty="0"/>
          </a:p>
        </p:txBody>
      </p:sp>
      <p:sp>
        <p:nvSpPr>
          <p:cNvPr id="9" name="Picture Placeholder 8"/>
          <p:cNvSpPr>
            <a:spLocks noGrp="1"/>
          </p:cNvSpPr>
          <p:nvPr>
            <p:ph type="pic" sz="quarter" idx="13" hasCustomPrompt="1"/>
          </p:nvPr>
        </p:nvSpPr>
        <p:spPr>
          <a:xfrm>
            <a:off x="1745563" y="1842892"/>
            <a:ext cx="3063907" cy="3063908"/>
          </a:xfrm>
          <a:prstGeom prst="ellipse">
            <a:avLst/>
          </a:prstGeom>
        </p:spPr>
        <p:txBody>
          <a:bodyPr>
            <a:normAutofit/>
          </a:bodyPr>
          <a:lstStyle>
            <a:lvl1pPr marL="0" indent="0" algn="ctr">
              <a:buNone/>
              <a:defRPr sz="2800" baseline="0"/>
            </a:lvl1pPr>
          </a:lstStyle>
          <a:p>
            <a:r>
              <a:rPr lang="en-US" dirty="0" err="1"/>
              <a:t>Foto</a:t>
            </a:r>
            <a:r>
              <a:rPr lang="en-US" dirty="0"/>
              <a:t> </a:t>
            </a:r>
            <a:r>
              <a:rPr lang="en-US" dirty="0" err="1"/>
              <a:t>Dosen</a:t>
            </a:r>
            <a:endParaRPr lang="en-US" dirty="0"/>
          </a:p>
        </p:txBody>
      </p:sp>
      <p:sp>
        <p:nvSpPr>
          <p:cNvPr id="13" name="Text Placeholder 12"/>
          <p:cNvSpPr>
            <a:spLocks noGrp="1"/>
          </p:cNvSpPr>
          <p:nvPr>
            <p:ph type="body" sz="quarter" idx="14" hasCustomPrompt="1"/>
          </p:nvPr>
        </p:nvSpPr>
        <p:spPr>
          <a:xfrm>
            <a:off x="5154979" y="2275496"/>
            <a:ext cx="6198821" cy="406777"/>
          </a:xfrm>
        </p:spPr>
        <p:txBody>
          <a:bodyPr/>
          <a:lstStyle>
            <a:lvl1pPr marL="0" indent="0">
              <a:buNone/>
              <a:defRPr b="1" baseline="0">
                <a:solidFill>
                  <a:srgbClr val="0E60AC"/>
                </a:solidFill>
              </a:defRPr>
            </a:lvl1pPr>
          </a:lstStyle>
          <a:p>
            <a:pPr lvl="0"/>
            <a:r>
              <a:rPr lang="en-US" dirty="0"/>
              <a:t>Nama </a:t>
            </a:r>
            <a:r>
              <a:rPr lang="en-US" dirty="0" err="1"/>
              <a:t>dan</a:t>
            </a:r>
            <a:r>
              <a:rPr lang="en-US" dirty="0"/>
              <a:t> </a:t>
            </a:r>
            <a:r>
              <a:rPr lang="en-US" dirty="0" err="1"/>
              <a:t>Gelar</a:t>
            </a:r>
            <a:r>
              <a:rPr lang="en-US" dirty="0"/>
              <a:t> </a:t>
            </a:r>
            <a:r>
              <a:rPr lang="en-US" dirty="0" err="1"/>
              <a:t>Dosen</a:t>
            </a:r>
            <a:endParaRPr lang="en-US" dirty="0"/>
          </a:p>
          <a:p>
            <a:pPr lvl="0"/>
            <a:endParaRPr lang="en-US" dirty="0"/>
          </a:p>
        </p:txBody>
      </p:sp>
      <p:sp>
        <p:nvSpPr>
          <p:cNvPr id="14" name="Title 1"/>
          <p:cNvSpPr txBox="1">
            <a:spLocks/>
          </p:cNvSpPr>
          <p:nvPr userDrawn="1"/>
        </p:nvSpPr>
        <p:spPr>
          <a:xfrm>
            <a:off x="5164108" y="1988095"/>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err="1"/>
              <a:t>Dosen</a:t>
            </a:r>
            <a:r>
              <a:rPr lang="en-US" sz="2000" dirty="0"/>
              <a:t> </a:t>
            </a:r>
            <a:r>
              <a:rPr lang="en-US" sz="2000" dirty="0" err="1"/>
              <a:t>Koordinator</a:t>
            </a:r>
            <a:r>
              <a:rPr lang="en-US" sz="2000" dirty="0"/>
              <a:t>:</a:t>
            </a:r>
          </a:p>
        </p:txBody>
      </p:sp>
      <p:sp>
        <p:nvSpPr>
          <p:cNvPr id="15" name="Text Placeholder 12"/>
          <p:cNvSpPr>
            <a:spLocks noGrp="1"/>
          </p:cNvSpPr>
          <p:nvPr>
            <p:ph type="body" sz="quarter" idx="15" hasCustomPrompt="1"/>
          </p:nvPr>
        </p:nvSpPr>
        <p:spPr>
          <a:xfrm>
            <a:off x="5154979" y="3176643"/>
            <a:ext cx="6198821" cy="406777"/>
          </a:xfrm>
        </p:spPr>
        <p:txBody>
          <a:bodyPr/>
          <a:lstStyle>
            <a:lvl1pPr marL="0" indent="0">
              <a:buNone/>
              <a:defRPr b="1" baseline="0">
                <a:solidFill>
                  <a:srgbClr val="0E60AC"/>
                </a:solidFill>
              </a:defRPr>
            </a:lvl1pPr>
          </a:lstStyle>
          <a:p>
            <a:pPr lvl="0"/>
            <a:r>
              <a:rPr lang="en-US" dirty="0"/>
              <a:t>NID</a:t>
            </a:r>
          </a:p>
        </p:txBody>
      </p:sp>
      <p:sp>
        <p:nvSpPr>
          <p:cNvPr id="16" name="Title 1"/>
          <p:cNvSpPr txBox="1">
            <a:spLocks/>
          </p:cNvSpPr>
          <p:nvPr userDrawn="1"/>
        </p:nvSpPr>
        <p:spPr>
          <a:xfrm>
            <a:off x="5164108" y="2889242"/>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a:t>NID:</a:t>
            </a:r>
          </a:p>
        </p:txBody>
      </p:sp>
      <p:sp>
        <p:nvSpPr>
          <p:cNvPr id="17" name="Text Placeholder 12"/>
          <p:cNvSpPr>
            <a:spLocks noGrp="1"/>
          </p:cNvSpPr>
          <p:nvPr>
            <p:ph type="body" sz="quarter" idx="16" hasCustomPrompt="1"/>
          </p:nvPr>
        </p:nvSpPr>
        <p:spPr>
          <a:xfrm>
            <a:off x="5154979" y="4077790"/>
            <a:ext cx="6198821" cy="406777"/>
          </a:xfrm>
        </p:spPr>
        <p:txBody>
          <a:bodyPr/>
          <a:lstStyle>
            <a:lvl1pPr marL="0" indent="0">
              <a:buNone/>
              <a:defRPr b="1" baseline="0">
                <a:solidFill>
                  <a:srgbClr val="0E60AC"/>
                </a:solidFill>
              </a:defRPr>
            </a:lvl1pPr>
          </a:lstStyle>
          <a:p>
            <a:pPr lvl="0"/>
            <a:r>
              <a:rPr lang="en-US" dirty="0"/>
              <a:t>E-mail</a:t>
            </a:r>
          </a:p>
        </p:txBody>
      </p:sp>
      <p:sp>
        <p:nvSpPr>
          <p:cNvPr id="18" name="Title 1"/>
          <p:cNvSpPr txBox="1">
            <a:spLocks/>
          </p:cNvSpPr>
          <p:nvPr userDrawn="1"/>
        </p:nvSpPr>
        <p:spPr>
          <a:xfrm>
            <a:off x="5164108" y="3790389"/>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a:t>E-mail:</a:t>
            </a:r>
          </a:p>
        </p:txBody>
      </p:sp>
      <p:grpSp>
        <p:nvGrpSpPr>
          <p:cNvPr id="11" name="Group 10"/>
          <p:cNvGrpSpPr/>
          <p:nvPr userDrawn="1"/>
        </p:nvGrpSpPr>
        <p:grpSpPr>
          <a:xfrm>
            <a:off x="98180" y="96425"/>
            <a:ext cx="1971606" cy="729735"/>
            <a:chOff x="648649" y="653143"/>
            <a:chExt cx="2138362" cy="791455"/>
          </a:xfrm>
        </p:grpSpPr>
        <p:sp>
          <p:nvSpPr>
            <p:cNvPr id="12" name="Rounded Rectangle 11"/>
            <p:cNvSpPr/>
            <p:nvPr userDrawn="1"/>
          </p:nvSpPr>
          <p:spPr>
            <a:xfrm>
              <a:off x="648649" y="653143"/>
              <a:ext cx="2138362" cy="79145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userDrawn="1"/>
          </p:nvPicPr>
          <p:blipFill rotWithShape="1">
            <a:blip r:embed="rId2" cstate="print">
              <a:extLst>
                <a:ext uri="{28A0092B-C50C-407E-A947-70E740481C1C}">
                  <a14:useLocalDpi xmlns:a14="http://schemas.microsoft.com/office/drawing/2010/main" val="0"/>
                </a:ext>
              </a:extLst>
            </a:blip>
            <a:srcRect t="16017" b="18101"/>
            <a:stretch/>
          </p:blipFill>
          <p:spPr>
            <a:xfrm>
              <a:off x="702844" y="653143"/>
              <a:ext cx="2029972" cy="753035"/>
            </a:xfrm>
            <a:prstGeom prst="rect">
              <a:avLst/>
            </a:prstGeom>
          </p:spPr>
        </p:pic>
      </p:grpSp>
    </p:spTree>
    <p:extLst>
      <p:ext uri="{BB962C8B-B14F-4D97-AF65-F5344CB8AC3E}">
        <p14:creationId xmlns:p14="http://schemas.microsoft.com/office/powerpoint/2010/main" val="646783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0"/>
          <p:cNvSpPr/>
          <p:nvPr/>
        </p:nvSpPr>
        <p:spPr>
          <a:xfrm>
            <a:off x="0" y="0"/>
            <a:ext cx="12192000"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11" name="Google Shape;11;p30"/>
          <p:cNvPicPr preferRelativeResize="0"/>
          <p:nvPr/>
        </p:nvPicPr>
        <p:blipFill rotWithShape="1">
          <a:blip r:embed="rId30">
            <a:alphaModFix/>
          </a:blip>
          <a:srcRect/>
          <a:stretch/>
        </p:blipFill>
        <p:spPr>
          <a:xfrm>
            <a:off x="0" y="5470264"/>
            <a:ext cx="12110720" cy="1400730"/>
          </a:xfrm>
          <a:prstGeom prst="rect">
            <a:avLst/>
          </a:prstGeom>
          <a:noFill/>
          <a:ln>
            <a:noFill/>
          </a:ln>
        </p:spPr>
      </p:pic>
      <p:sp>
        <p:nvSpPr>
          <p:cNvPr id="12" name="Google Shape;12;p30"/>
          <p:cNvSpPr txBox="1">
            <a:spLocks noGrp="1"/>
          </p:cNvSpPr>
          <p:nvPr>
            <p:ph type="title"/>
          </p:nvPr>
        </p:nvSpPr>
        <p:spPr>
          <a:xfrm>
            <a:off x="838200" y="299137"/>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E60AC"/>
              </a:buClr>
              <a:buSzPts val="3600"/>
              <a:buFont typeface="Twentieth Century"/>
              <a:buNone/>
              <a:defRPr sz="3600" b="1" i="0" u="none" strike="noStrike" cap="none">
                <a:solidFill>
                  <a:srgbClr val="0E60A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30"/>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marR="0" lvl="0" indent="-368300" algn="just" rtl="0">
              <a:lnSpc>
                <a:spcPct val="90000"/>
              </a:lnSpc>
              <a:spcBef>
                <a:spcPts val="1000"/>
              </a:spcBef>
              <a:spcAft>
                <a:spcPts val="0"/>
              </a:spcAft>
              <a:buClr>
                <a:srgbClr val="151515"/>
              </a:buClr>
              <a:buSzPts val="2200"/>
              <a:buFont typeface="Twentieth Century"/>
              <a:buAutoNum type="arabicPeriod"/>
              <a:defRPr sz="2200" b="0" i="0" u="none" strike="noStrike" cap="none">
                <a:solidFill>
                  <a:srgbClr val="151515"/>
                </a:solidFill>
                <a:latin typeface="Twentieth Century"/>
                <a:ea typeface="Twentieth Century"/>
                <a:cs typeface="Twentieth Century"/>
                <a:sym typeface="Twentieth Century"/>
              </a:defRPr>
            </a:lvl1pPr>
            <a:lvl2pPr marL="914400" marR="0" lvl="1" indent="-368300" algn="just" rtl="0">
              <a:lnSpc>
                <a:spcPct val="90000"/>
              </a:lnSpc>
              <a:spcBef>
                <a:spcPts val="500"/>
              </a:spcBef>
              <a:spcAft>
                <a:spcPts val="0"/>
              </a:spcAft>
              <a:buClr>
                <a:srgbClr val="151515"/>
              </a:buClr>
              <a:buSzPts val="2200"/>
              <a:buFont typeface="Twentieth Century"/>
              <a:buAutoNum type="alphaLcPeriod"/>
              <a:defRPr sz="2200" b="0" i="0" u="none" strike="noStrike" cap="none">
                <a:solidFill>
                  <a:srgbClr val="151515"/>
                </a:solidFill>
                <a:latin typeface="Twentieth Century"/>
                <a:ea typeface="Twentieth Century"/>
                <a:cs typeface="Twentieth Century"/>
                <a:sym typeface="Twentieth Century"/>
              </a:defRPr>
            </a:lvl2pPr>
            <a:lvl3pPr marL="1371600" marR="0" lvl="2" indent="-368300"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3pPr>
            <a:lvl4pPr marL="1828800" marR="0" lvl="3" indent="-368300"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4pPr>
            <a:lvl5pPr marL="2286000" marR="0" lvl="4" indent="-368300"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4" name="Google Shape;14;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1pPr>
            <a:lvl2pPr marL="0" marR="0" lvl="1"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2pPr>
            <a:lvl3pPr marL="0" marR="0" lvl="2"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3pPr>
            <a:lvl4pPr marL="0" marR="0" lvl="3"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4pPr>
            <a:lvl5pPr marL="0" marR="0" lvl="4"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5pPr>
            <a:lvl6pPr marL="0" marR="0" lvl="5"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6pPr>
            <a:lvl7pPr marL="0" marR="0" lvl="6"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7pPr>
            <a:lvl8pPr marL="0" marR="0" lvl="7"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8pPr>
            <a:lvl9pPr marL="0" marR="0" lvl="8"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15" name="Google Shape;15;p30"/>
          <p:cNvGrpSpPr/>
          <p:nvPr/>
        </p:nvGrpSpPr>
        <p:grpSpPr>
          <a:xfrm>
            <a:off x="10071739" y="152987"/>
            <a:ext cx="1971606" cy="729735"/>
            <a:chOff x="648649" y="653143"/>
            <a:chExt cx="2138362" cy="791455"/>
          </a:xfrm>
        </p:grpSpPr>
        <p:sp>
          <p:nvSpPr>
            <p:cNvPr id="16" name="Google Shape;16;p30"/>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17" name="Google Shape;17;p30"/>
            <p:cNvPicPr preferRelativeResize="0"/>
            <p:nvPr/>
          </p:nvPicPr>
          <p:blipFill rotWithShape="1">
            <a:blip r:embed="rId31">
              <a:alphaModFix/>
            </a:blip>
            <a:srcRect t="16017" b="18101"/>
            <a:stretch/>
          </p:blipFill>
          <p:spPr>
            <a:xfrm>
              <a:off x="702844" y="653143"/>
              <a:ext cx="2029972" cy="753035"/>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
          <p:cNvSpPr txBox="1">
            <a:spLocks noGrp="1"/>
          </p:cNvSpPr>
          <p:nvPr>
            <p:ph type="title"/>
          </p:nvPr>
        </p:nvSpPr>
        <p:spPr>
          <a:xfrm>
            <a:off x="588970" y="1773946"/>
            <a:ext cx="6869665" cy="202410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5400"/>
              <a:buFont typeface="Twentieth Century"/>
              <a:buNone/>
            </a:pPr>
            <a:r>
              <a:rPr lang="en-US">
                <a:latin typeface="Twentieth Century"/>
                <a:ea typeface="Twentieth Century"/>
                <a:cs typeface="Twentieth Century"/>
                <a:sym typeface="Twentieth Century"/>
              </a:rPr>
              <a:t>Machine</a:t>
            </a:r>
            <a:br>
              <a:rPr lang="en-US">
                <a:latin typeface="Twentieth Century"/>
                <a:ea typeface="Twentieth Century"/>
                <a:cs typeface="Twentieth Century"/>
                <a:sym typeface="Twentieth Century"/>
              </a:rPr>
            </a:br>
            <a:r>
              <a:rPr lang="en-US">
                <a:latin typeface="Twentieth Century"/>
                <a:ea typeface="Twentieth Century"/>
                <a:cs typeface="Twentieth Century"/>
                <a:sym typeface="Twentieth Century"/>
              </a:rPr>
              <a:t>Learning</a:t>
            </a:r>
            <a:endParaRPr i="1">
              <a:latin typeface="Twentieth Century"/>
              <a:ea typeface="Twentieth Century"/>
              <a:cs typeface="Twentieth Century"/>
              <a:sym typeface="Twentieth Century"/>
            </a:endParaRPr>
          </a:p>
        </p:txBody>
      </p:sp>
      <p:sp>
        <p:nvSpPr>
          <p:cNvPr id="241" name="Google Shape;241;p1"/>
          <p:cNvSpPr txBox="1">
            <a:spLocks noGrp="1"/>
          </p:cNvSpPr>
          <p:nvPr>
            <p:ph type="body" idx="1"/>
          </p:nvPr>
        </p:nvSpPr>
        <p:spPr>
          <a:xfrm>
            <a:off x="588970" y="4703142"/>
            <a:ext cx="6822483" cy="1212175"/>
          </a:xfrm>
          <a:prstGeom prst="rect">
            <a:avLst/>
          </a:prstGeom>
          <a:noFill/>
          <a:ln>
            <a:noFill/>
          </a:ln>
        </p:spPr>
        <p:txBody>
          <a:bodyPr spcFirstLastPara="1" wrap="square" lIns="91425" tIns="45700" rIns="91425" bIns="45700" anchor="t" anchorCtr="0">
            <a:normAutofit/>
          </a:bodyPr>
          <a:lstStyle/>
          <a:p>
            <a:pPr marL="168275" lvl="0" indent="0" algn="just" rtl="0">
              <a:lnSpc>
                <a:spcPct val="90000"/>
              </a:lnSpc>
              <a:spcBef>
                <a:spcPts val="1000"/>
              </a:spcBef>
              <a:spcAft>
                <a:spcPts val="0"/>
              </a:spcAft>
              <a:buSzPts val="2400"/>
              <a:buNone/>
            </a:pPr>
            <a:r>
              <a:rPr lang="en-US" b="1"/>
              <a:t>Supervised Learning: </a:t>
            </a:r>
            <a:endParaRPr b="1"/>
          </a:p>
          <a:p>
            <a:pPr marL="241300" lvl="0" indent="-73025" algn="just" rtl="0">
              <a:lnSpc>
                <a:spcPct val="90000"/>
              </a:lnSpc>
              <a:spcBef>
                <a:spcPts val="1000"/>
              </a:spcBef>
              <a:spcAft>
                <a:spcPts val="0"/>
              </a:spcAft>
              <a:buSzPts val="2400"/>
              <a:buNone/>
            </a:pPr>
            <a:r>
              <a:rPr lang="en-US" b="1"/>
              <a:t>Classification dan Regresi</a:t>
            </a:r>
            <a:endParaRPr b="1"/>
          </a:p>
          <a:p>
            <a:pPr marL="457200" lvl="0" indent="-228600" algn="just" rtl="0">
              <a:lnSpc>
                <a:spcPct val="90000"/>
              </a:lnSpc>
              <a:spcBef>
                <a:spcPts val="1000"/>
              </a:spcBef>
              <a:spcAft>
                <a:spcPts val="0"/>
              </a:spcAft>
              <a:buClr>
                <a:schemeClr val="lt1"/>
              </a:buClr>
              <a:buSzPts val="2400"/>
              <a:buNone/>
            </a:pPr>
            <a:endParaRPr b="1"/>
          </a:p>
        </p:txBody>
      </p:sp>
      <p:sp>
        <p:nvSpPr>
          <p:cNvPr id="242" name="Google Shape;242;p1"/>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FFC000"/>
              </a:buClr>
              <a:buSzPts val="2800"/>
              <a:buNone/>
            </a:pPr>
            <a:r>
              <a:rPr lang="en-US"/>
              <a:t>Sesi 5</a:t>
            </a:r>
            <a:endParaRPr/>
          </a:p>
        </p:txBody>
      </p:sp>
      <p:sp>
        <p:nvSpPr>
          <p:cNvPr id="243" name="Google Shape;243;p1"/>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FFC000"/>
              </a:buClr>
              <a:buSzPts val="2800"/>
              <a:buNone/>
            </a:pPr>
            <a:r>
              <a:rPr lang="en-US"/>
              <a:t>CIE407</a:t>
            </a:r>
            <a:endParaRPr/>
          </a:p>
        </p:txBody>
      </p:sp>
      <p:pic>
        <p:nvPicPr>
          <p:cNvPr id="244" name="Google Shape;244;p1"/>
          <p:cNvPicPr preferRelativeResize="0">
            <a:picLocks noGrp="1"/>
          </p:cNvPicPr>
          <p:nvPr>
            <p:ph type="pic" idx="2"/>
          </p:nvPr>
        </p:nvPicPr>
        <p:blipFill rotWithShape="1">
          <a:blip r:embed="rId3">
            <a:alphaModFix/>
          </a:blip>
          <a:srcRect l="26635" r="26636"/>
          <a:stretch/>
        </p:blipFill>
        <p:spPr>
          <a:xfrm flipH="1">
            <a:off x="7384744" y="0"/>
            <a:ext cx="4807256" cy="6858000"/>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a:xfrm>
            <a:off x="5154979" y="2248625"/>
            <a:ext cx="6198821" cy="406777"/>
          </a:xfrm>
        </p:spPr>
        <p:txBody>
          <a:bodyPr>
            <a:normAutofit fontScale="77500" lnSpcReduction="20000"/>
          </a:bodyPr>
          <a:lstStyle/>
          <a:p>
            <a:r>
              <a:rPr lang="en-US" dirty="0"/>
              <a:t>Dr. Rahmat Budiarsa, </a:t>
            </a:r>
            <a:r>
              <a:rPr lang="en-US" dirty="0" err="1"/>
              <a:t>S.Kom</a:t>
            </a:r>
            <a:r>
              <a:rPr lang="en-US" dirty="0"/>
              <a:t>.</a:t>
            </a:r>
          </a:p>
          <a:p>
            <a:endParaRPr lang="en-US" dirty="0"/>
          </a:p>
          <a:p>
            <a:endParaRPr lang="en-US" dirty="0"/>
          </a:p>
        </p:txBody>
      </p:sp>
      <p:sp>
        <p:nvSpPr>
          <p:cNvPr id="10" name="Text Placeholder 9">
            <a:extLst>
              <a:ext uri="{FF2B5EF4-FFF2-40B4-BE49-F238E27FC236}">
                <a16:creationId xmlns:a16="http://schemas.microsoft.com/office/drawing/2014/main" id="{AD49BF15-A3C7-8807-54BE-DD9F243DEA0D}"/>
              </a:ext>
            </a:extLst>
          </p:cNvPr>
          <p:cNvSpPr>
            <a:spLocks noGrp="1"/>
          </p:cNvSpPr>
          <p:nvPr>
            <p:ph type="body" sz="quarter" idx="16"/>
          </p:nvPr>
        </p:nvSpPr>
        <p:spPr/>
        <p:txBody>
          <a:bodyPr>
            <a:normAutofit fontScale="77500" lnSpcReduction="20000"/>
          </a:bodyPr>
          <a:lstStyle/>
          <a:p>
            <a:r>
              <a:rPr lang="en-ID"/>
              <a:t>rahmat.budiarsa@esaunggul.ac.id</a:t>
            </a:r>
          </a:p>
          <a:p>
            <a:endParaRPr lang="en-ID" dirty="0"/>
          </a:p>
        </p:txBody>
      </p:sp>
      <p:sp>
        <p:nvSpPr>
          <p:cNvPr id="12" name="Text Placeholder 11">
            <a:extLst>
              <a:ext uri="{FF2B5EF4-FFF2-40B4-BE49-F238E27FC236}">
                <a16:creationId xmlns:a16="http://schemas.microsoft.com/office/drawing/2014/main" id="{855CCF90-E809-9E7D-836F-C4D3D4F3AFC9}"/>
              </a:ext>
            </a:extLst>
          </p:cNvPr>
          <p:cNvSpPr>
            <a:spLocks noGrp="1"/>
          </p:cNvSpPr>
          <p:nvPr>
            <p:ph type="body" sz="quarter" idx="15"/>
          </p:nvPr>
        </p:nvSpPr>
        <p:spPr/>
        <p:txBody>
          <a:bodyPr>
            <a:normAutofit fontScale="77500" lnSpcReduction="20000"/>
          </a:bodyPr>
          <a:lstStyle/>
          <a:p>
            <a:r>
              <a:rPr lang="en-ID" dirty="0"/>
              <a:t>8482</a:t>
            </a:r>
          </a:p>
          <a:p>
            <a:endParaRPr lang="en-ID" dirty="0"/>
          </a:p>
        </p:txBody>
      </p:sp>
      <p:pic>
        <p:nvPicPr>
          <p:cNvPr id="26" name="Picture Placeholder 25" descr="A person in a suit and tie&#10;&#10;AI-generated content may be incorrect.">
            <a:extLst>
              <a:ext uri="{FF2B5EF4-FFF2-40B4-BE49-F238E27FC236}">
                <a16:creationId xmlns:a16="http://schemas.microsoft.com/office/drawing/2014/main" id="{DE1D53B0-E00D-EA8D-1E4A-F8F7FAC420B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008" b="2008"/>
          <a:stretch>
            <a:fillRect/>
          </a:stretch>
        </p:blipFill>
        <p:spPr/>
      </p:pic>
    </p:spTree>
    <p:extLst>
      <p:ext uri="{BB962C8B-B14F-4D97-AF65-F5344CB8AC3E}">
        <p14:creationId xmlns:p14="http://schemas.microsoft.com/office/powerpoint/2010/main" val="1110284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Pengenalan Machine Learning</a:t>
            </a:r>
            <a:endParaRPr/>
          </a:p>
        </p:txBody>
      </p:sp>
      <p:sp>
        <p:nvSpPr>
          <p:cNvPr id="258" name="Google Shape;258;p3"/>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Supervised Learning vs Unsupervised Learning</a:t>
            </a:r>
            <a:endParaRPr/>
          </a:p>
        </p:txBody>
      </p:sp>
      <p:sp>
        <p:nvSpPr>
          <p:cNvPr id="259" name="Google Shape;259;p3"/>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Algoritma Supervised Learning</a:t>
            </a:r>
            <a:endParaRPr/>
          </a:p>
        </p:txBody>
      </p:sp>
      <p:sp>
        <p:nvSpPr>
          <p:cNvPr id="260" name="Google Shape;260;p3"/>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b="1"/>
              <a:t>Algoritma Unsupervised Learning</a:t>
            </a:r>
            <a:endParaRPr/>
          </a:p>
        </p:txBody>
      </p:sp>
      <p:sp>
        <p:nvSpPr>
          <p:cNvPr id="261" name="Google Shape;261;p3"/>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b="1"/>
              <a:t>Supervised Learning: Classification dan Regresi</a:t>
            </a:r>
            <a:endParaRPr b="1"/>
          </a:p>
        </p:txBody>
      </p:sp>
      <p:sp>
        <p:nvSpPr>
          <p:cNvPr id="262" name="Google Shape;262;p3"/>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Supervised Learning: Decision Tree (DT)</a:t>
            </a:r>
            <a:endParaRPr/>
          </a:p>
        </p:txBody>
      </p:sp>
      <p:sp>
        <p:nvSpPr>
          <p:cNvPr id="263" name="Google Shape;263;p3"/>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rgbClr val="363636"/>
              </a:buClr>
              <a:buSzPts val="1600"/>
              <a:buNone/>
            </a:pPr>
            <a:r>
              <a:rPr lang="en-US"/>
              <a:t>Supervised Machine Learning Algorithm: Support Vector Machine (SVM)</a:t>
            </a:r>
            <a:endParaRPr/>
          </a:p>
        </p:txBody>
      </p:sp>
      <p:sp>
        <p:nvSpPr>
          <p:cNvPr id="264" name="Google Shape;264;p3"/>
          <p:cNvSpPr/>
          <p:nvPr/>
        </p:nvSpPr>
        <p:spPr>
          <a:xfrm>
            <a:off x="618795" y="3792353"/>
            <a:ext cx="2531165" cy="1588168"/>
          </a:xfrm>
          <a:prstGeom prst="rect">
            <a:avLst/>
          </a:prstGeom>
          <a:noFill/>
          <a:ln w="57150" cap="flat" cmpd="sng">
            <a:solidFill>
              <a:srgbClr val="0E60A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Supervised Learning: Neural Network (Deep Learning)</a:t>
            </a:r>
            <a:endParaRPr/>
          </a:p>
        </p:txBody>
      </p:sp>
      <p:sp>
        <p:nvSpPr>
          <p:cNvPr id="270" name="Google Shape;270;p4"/>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Supervised Learning: K-Nearest Neighbor</a:t>
            </a:r>
            <a:endParaRPr/>
          </a:p>
        </p:txBody>
      </p:sp>
      <p:sp>
        <p:nvSpPr>
          <p:cNvPr id="271" name="Google Shape;271;p4"/>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Unsupervised Learning: Clustering</a:t>
            </a:r>
            <a:endParaRPr/>
          </a:p>
        </p:txBody>
      </p:sp>
      <p:sp>
        <p:nvSpPr>
          <p:cNvPr id="272" name="Google Shape;272;p4"/>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Unsupervised Learning: Principal Component Analysis</a:t>
            </a:r>
            <a:endParaRPr/>
          </a:p>
        </p:txBody>
      </p:sp>
      <p:sp>
        <p:nvSpPr>
          <p:cNvPr id="273" name="Google Shape;273;p4"/>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Fitur Representasi dan Rekayasa Data</a:t>
            </a:r>
            <a:endParaRPr/>
          </a:p>
        </p:txBody>
      </p:sp>
      <p:sp>
        <p:nvSpPr>
          <p:cNvPr id="274" name="Google Shape;274;p4"/>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Evaluasi dan Perbaikan Model</a:t>
            </a:r>
            <a:endParaRPr/>
          </a:p>
        </p:txBody>
      </p:sp>
      <p:sp>
        <p:nvSpPr>
          <p:cNvPr id="275" name="Google Shape;275;p4"/>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Tantangan dalam Machine Learning</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5"/>
          <p:cNvSpPr txBox="1">
            <a:spLocks noGrp="1"/>
          </p:cNvSpPr>
          <p:nvPr>
            <p:ph type="body" idx="1"/>
          </p:nvPr>
        </p:nvSpPr>
        <p:spPr>
          <a:xfrm>
            <a:off x="838200" y="2139885"/>
            <a:ext cx="10515600" cy="3960664"/>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151515"/>
              </a:buClr>
              <a:buSzPts val="2200"/>
              <a:buNone/>
            </a:pPr>
            <a:r>
              <a:rPr lang="en-US" b="1"/>
              <a:t>Setelah mempelajari materi pada sesi ini, diharapkan mahasiswa:</a:t>
            </a:r>
            <a:endParaRPr/>
          </a:p>
          <a:p>
            <a:pPr marL="342900" lvl="0" indent="-342900" algn="just" rtl="0">
              <a:lnSpc>
                <a:spcPct val="90000"/>
              </a:lnSpc>
              <a:spcBef>
                <a:spcPts val="1000"/>
              </a:spcBef>
              <a:spcAft>
                <a:spcPts val="0"/>
              </a:spcAft>
              <a:buClr>
                <a:srgbClr val="151515"/>
              </a:buClr>
              <a:buSzPts val="2200"/>
              <a:buFont typeface="Arial"/>
              <a:buChar char="•"/>
            </a:pPr>
            <a:r>
              <a:rPr lang="en-US"/>
              <a:t>Mampu menjelaskan Classification dan Regresi</a:t>
            </a:r>
            <a:endParaRPr/>
          </a:p>
          <a:p>
            <a:pPr marL="342900" lvl="0" indent="-342900" algn="just" rtl="0">
              <a:lnSpc>
                <a:spcPct val="90000"/>
              </a:lnSpc>
              <a:spcBef>
                <a:spcPts val="1000"/>
              </a:spcBef>
              <a:spcAft>
                <a:spcPts val="0"/>
              </a:spcAft>
              <a:buClr>
                <a:srgbClr val="151515"/>
              </a:buClr>
              <a:buSzPts val="2200"/>
              <a:buFont typeface="Arial"/>
              <a:buChar char="•"/>
            </a:pPr>
            <a:r>
              <a:rPr lang="en-US"/>
              <a:t>Mampu menjelaskan contoh dan jenis dalam Classification </a:t>
            </a:r>
            <a:endParaRPr/>
          </a:p>
          <a:p>
            <a:pPr marL="342900" lvl="0" indent="-342900" algn="just" rtl="0">
              <a:lnSpc>
                <a:spcPct val="90000"/>
              </a:lnSpc>
              <a:spcBef>
                <a:spcPts val="1000"/>
              </a:spcBef>
              <a:spcAft>
                <a:spcPts val="0"/>
              </a:spcAft>
              <a:buClr>
                <a:srgbClr val="151515"/>
              </a:buClr>
              <a:buSzPts val="2200"/>
              <a:buFont typeface="Arial"/>
              <a:buChar char="•"/>
            </a:pPr>
            <a:r>
              <a:rPr lang="en-US"/>
              <a:t>Mampu menguraikan Multiclass classification </a:t>
            </a:r>
            <a:endParaRPr/>
          </a:p>
          <a:p>
            <a:pPr marL="342900" lvl="0" indent="-342900" algn="just" rtl="0">
              <a:lnSpc>
                <a:spcPct val="90000"/>
              </a:lnSpc>
              <a:spcBef>
                <a:spcPts val="1000"/>
              </a:spcBef>
              <a:spcAft>
                <a:spcPts val="0"/>
              </a:spcAft>
              <a:buClr>
                <a:srgbClr val="151515"/>
              </a:buClr>
              <a:buSzPts val="2200"/>
              <a:buFont typeface="Arial"/>
              <a:buChar char="•"/>
            </a:pPr>
            <a:r>
              <a:rPr lang="en-US"/>
              <a:t>Mampu menjelaskan contoh dan jenis dalam Regresi</a:t>
            </a:r>
            <a:endParaRPr/>
          </a:p>
          <a:p>
            <a:pPr marL="342900" lvl="0" indent="-342900" algn="just" rtl="0">
              <a:lnSpc>
                <a:spcPct val="90000"/>
              </a:lnSpc>
              <a:spcBef>
                <a:spcPts val="1000"/>
              </a:spcBef>
              <a:spcAft>
                <a:spcPts val="0"/>
              </a:spcAft>
              <a:buClr>
                <a:srgbClr val="151515"/>
              </a:buClr>
              <a:buSzPts val="2200"/>
              <a:buFont typeface="Arial"/>
              <a:buChar char="•"/>
            </a:pPr>
            <a:r>
              <a:rPr lang="en-US"/>
              <a:t>Mampu membedakan tugas klasifikasi dan regresi </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6"/>
          <p:cNvSpPr txBox="1">
            <a:spLocks noGrp="1"/>
          </p:cNvSpPr>
          <p:nvPr>
            <p:ph type="ctrTitle"/>
          </p:nvPr>
        </p:nvSpPr>
        <p:spPr>
          <a:xfrm>
            <a:off x="5835541" y="2275158"/>
            <a:ext cx="5529197" cy="19206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E60AC"/>
              </a:buClr>
              <a:buSzPts val="5400"/>
              <a:buFont typeface="Twentieth Century"/>
              <a:buNone/>
            </a:pPr>
            <a:r>
              <a:rPr lang="en-US" sz="5400"/>
              <a:t>SUPERVISED LEARNING: </a:t>
            </a:r>
            <a:br>
              <a:rPr lang="en-US" sz="5400"/>
            </a:br>
            <a:r>
              <a:rPr lang="en-US" sz="5400"/>
              <a:t>KLASIFIKASI</a:t>
            </a:r>
            <a:endParaRPr sz="5400"/>
          </a:p>
        </p:txBody>
      </p:sp>
      <p:pic>
        <p:nvPicPr>
          <p:cNvPr id="286" name="Google Shape;286;p6"/>
          <p:cNvPicPr preferRelativeResize="0">
            <a:picLocks noGrp="1"/>
          </p:cNvPicPr>
          <p:nvPr>
            <p:ph type="pic" idx="2"/>
          </p:nvPr>
        </p:nvPicPr>
        <p:blipFill rotWithShape="1">
          <a:blip r:embed="rId3">
            <a:alphaModFix/>
          </a:blip>
          <a:srcRect l="19738" r="19739"/>
          <a:stretch/>
        </p:blipFill>
        <p:spPr>
          <a:xfrm>
            <a:off x="0" y="499621"/>
            <a:ext cx="5316718" cy="5856730"/>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7"/>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92" name="Google Shape;292;p7"/>
          <p:cNvSpPr txBox="1">
            <a:spLocks noGrp="1"/>
          </p:cNvSpPr>
          <p:nvPr>
            <p:ph type="title"/>
          </p:nvPr>
        </p:nvSpPr>
        <p:spPr>
          <a:xfrm>
            <a:off x="337736" y="748759"/>
            <a:ext cx="5127233" cy="79687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C000"/>
              </a:buClr>
              <a:buSzPts val="3200"/>
              <a:buFont typeface="Twentieth Century"/>
              <a:buNone/>
            </a:pPr>
            <a:r>
              <a:rPr lang="en-US"/>
              <a:t>KLASIFIKASI</a:t>
            </a:r>
            <a:endParaRPr/>
          </a:p>
        </p:txBody>
      </p:sp>
      <p:sp>
        <p:nvSpPr>
          <p:cNvPr id="293" name="Google Shape;293;p7"/>
          <p:cNvSpPr txBox="1">
            <a:spLocks noGrp="1"/>
          </p:cNvSpPr>
          <p:nvPr>
            <p:ph type="body" idx="1"/>
          </p:nvPr>
        </p:nvSpPr>
        <p:spPr>
          <a:xfrm>
            <a:off x="446375" y="1898668"/>
            <a:ext cx="5649625" cy="2675652"/>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2400"/>
              <a:buNone/>
            </a:pPr>
            <a:r>
              <a:rPr lang="en-US" sz="2400">
                <a:latin typeface="Twentieth Century"/>
                <a:ea typeface="Twentieth Century"/>
                <a:cs typeface="Twentieth Century"/>
                <a:sym typeface="Twentieth Century"/>
              </a:rPr>
              <a:t>Tujuan dari klasifikasi adalah untuk memprediksi label kelas, yang merupakan pilihan dari daftar kemungkinan yang sudah ditentukan. Klasifikasi terkadang dipisahkan menjadi klasifikasi biner, yang merupakan kasus khusus untuk membedakan antara dua kelas, dan klasifikasi multikelas, yang merupakan klasifikasi antara lebih dari dua kelas. </a:t>
            </a:r>
            <a:endParaRPr/>
          </a:p>
        </p:txBody>
      </p:sp>
      <p:pic>
        <p:nvPicPr>
          <p:cNvPr id="294" name="Google Shape;294;p7"/>
          <p:cNvPicPr preferRelativeResize="0">
            <a:picLocks noGrp="1"/>
          </p:cNvPicPr>
          <p:nvPr>
            <p:ph type="pic" idx="2"/>
          </p:nvPr>
        </p:nvPicPr>
        <p:blipFill rotWithShape="1">
          <a:blip r:embed="rId3">
            <a:alphaModFix/>
          </a:blip>
          <a:srcRect l="9027" r="9028"/>
          <a:stretch/>
        </p:blipFill>
        <p:spPr>
          <a:xfrm>
            <a:off x="6248897" y="1389596"/>
            <a:ext cx="5508508" cy="44818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8"/>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300" name="Google Shape;300;p8"/>
          <p:cNvSpPr txBox="1">
            <a:spLocks noGrp="1"/>
          </p:cNvSpPr>
          <p:nvPr>
            <p:ph type="title"/>
          </p:nvPr>
        </p:nvSpPr>
        <p:spPr>
          <a:xfrm>
            <a:off x="337736" y="511855"/>
            <a:ext cx="5127233" cy="79687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C000"/>
              </a:buClr>
              <a:buSzPts val="3200"/>
              <a:buFont typeface="Twentieth Century"/>
              <a:buNone/>
            </a:pPr>
            <a:r>
              <a:rPr lang="en-US"/>
              <a:t>KLASIFIKASI</a:t>
            </a:r>
            <a:endParaRPr/>
          </a:p>
        </p:txBody>
      </p:sp>
      <p:sp>
        <p:nvSpPr>
          <p:cNvPr id="301" name="Google Shape;301;p8"/>
          <p:cNvSpPr txBox="1">
            <a:spLocks noGrp="1"/>
          </p:cNvSpPr>
          <p:nvPr>
            <p:ph type="body" idx="1"/>
          </p:nvPr>
        </p:nvSpPr>
        <p:spPr>
          <a:xfrm>
            <a:off x="409075" y="1419726"/>
            <a:ext cx="5751093" cy="4957011"/>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lt1"/>
              </a:buClr>
              <a:buSzPts val="2000"/>
              <a:buNone/>
            </a:pPr>
            <a:r>
              <a:rPr lang="en-US">
                <a:latin typeface="Calibri"/>
                <a:ea typeface="Calibri"/>
                <a:cs typeface="Calibri"/>
                <a:sym typeface="Calibri"/>
              </a:rPr>
              <a:t>Dalam klasifikasi biner, kita sering berbicara tentang satu kelas sebagai kelas positif dan kelas lainnya sebagai kelas negatif. Di sini, positif tidak berarti memiliki manfaat atau nilai, tetapi lebih kepada apa yang menjadi objek penelitian. Jadi, ketika mencari spam, "positif" bisa berarti kelas spam. Yang mana dari dua kelas yang disebut positif sering kali merupakan masalah subjektif, dan spesifik untuk domain. Anda bisa menganggap klasifikasi biner sebagai mencoba menjawab pertanyaan ya/tidak. </a:t>
            </a:r>
            <a:endParaRPr>
              <a:latin typeface="Calibri"/>
              <a:ea typeface="Calibri"/>
              <a:cs typeface="Calibri"/>
              <a:sym typeface="Calibri"/>
            </a:endParaRPr>
          </a:p>
        </p:txBody>
      </p:sp>
      <p:pic>
        <p:nvPicPr>
          <p:cNvPr id="302" name="Google Shape;302;p8"/>
          <p:cNvPicPr preferRelativeResize="0">
            <a:picLocks noGrp="1"/>
          </p:cNvPicPr>
          <p:nvPr>
            <p:ph type="pic" idx="2"/>
          </p:nvPr>
        </p:nvPicPr>
        <p:blipFill rotWithShape="1">
          <a:blip r:embed="rId3">
            <a:alphaModFix/>
          </a:blip>
          <a:srcRect l="6090" r="6091"/>
          <a:stretch/>
        </p:blipFill>
        <p:spPr>
          <a:xfrm>
            <a:off x="6239877" y="1065578"/>
            <a:ext cx="5671386" cy="42455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07" name="Google Shape;307;p9" descr="4: This illustration present a binary classification that is performed... |  Download Scientific Diagram"/>
          <p:cNvPicPr preferRelativeResize="0"/>
          <p:nvPr/>
        </p:nvPicPr>
        <p:blipFill rotWithShape="1">
          <a:blip r:embed="rId3">
            <a:alphaModFix/>
          </a:blip>
          <a:srcRect/>
          <a:stretch/>
        </p:blipFill>
        <p:spPr>
          <a:xfrm>
            <a:off x="1852907" y="1043909"/>
            <a:ext cx="8486186" cy="545124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10"/>
          <p:cNvSpPr txBox="1">
            <a:spLocks noGrp="1"/>
          </p:cNvSpPr>
          <p:nvPr>
            <p:ph type="title"/>
          </p:nvPr>
        </p:nvSpPr>
        <p:spPr>
          <a:xfrm>
            <a:off x="5690563" y="750583"/>
            <a:ext cx="5127233" cy="79687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E60AC"/>
              </a:buClr>
              <a:buSzPts val="3200"/>
              <a:buFont typeface="Twentieth Century"/>
              <a:buNone/>
            </a:pPr>
            <a:r>
              <a:rPr lang="en-US">
                <a:solidFill>
                  <a:srgbClr val="0E60AC"/>
                </a:solidFill>
              </a:rPr>
              <a:t>KLASIFIKASI</a:t>
            </a:r>
            <a:endParaRPr>
              <a:solidFill>
                <a:srgbClr val="0E60AC"/>
              </a:solidFill>
            </a:endParaRPr>
          </a:p>
        </p:txBody>
      </p:sp>
      <p:sp>
        <p:nvSpPr>
          <p:cNvPr id="313" name="Google Shape;313;p10"/>
          <p:cNvSpPr txBox="1">
            <a:spLocks noGrp="1"/>
          </p:cNvSpPr>
          <p:nvPr>
            <p:ph type="body" idx="1"/>
          </p:nvPr>
        </p:nvSpPr>
        <p:spPr>
          <a:xfrm>
            <a:off x="5654843" y="1837678"/>
            <a:ext cx="6187868" cy="3432154"/>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0E60AC"/>
              </a:buClr>
              <a:buSzPts val="2400"/>
              <a:buNone/>
            </a:pPr>
            <a:r>
              <a:rPr lang="en-US" sz="2400">
                <a:solidFill>
                  <a:srgbClr val="0E60AC"/>
                </a:solidFill>
                <a:latin typeface="Twentieth Century"/>
                <a:ea typeface="Twentieth Century"/>
                <a:cs typeface="Twentieth Century"/>
                <a:sym typeface="Twentieth Century"/>
              </a:rPr>
              <a:t>Contoh lain dari kalsifikasi biner adalah mengklasifikasikan email sebagai spam atau bukan spam. Dalam tugas klasifikasi biner ini, pertanyaan ya/tidak yang ditanyakan adalah "Apakah email ini spam?”. Contoh lainnya adalah memprediksi bahasa apa yang digunakan sebuah situs web dari teks di situs web tersebut. Kelas-kelas di sini adalah daftar bahasa yang telah ditentukan sebelumnya.</a:t>
            </a:r>
            <a:endParaRPr/>
          </a:p>
          <a:p>
            <a:pPr marL="0" lvl="0" indent="0" algn="just" rtl="0">
              <a:lnSpc>
                <a:spcPct val="100000"/>
              </a:lnSpc>
              <a:spcBef>
                <a:spcPts val="0"/>
              </a:spcBef>
              <a:spcAft>
                <a:spcPts val="0"/>
              </a:spcAft>
              <a:buClr>
                <a:schemeClr val="lt1"/>
              </a:buClr>
              <a:buSzPts val="2000"/>
              <a:buNone/>
            </a:pPr>
            <a:endParaRPr>
              <a:solidFill>
                <a:srgbClr val="0E60AC"/>
              </a:solidFill>
              <a:latin typeface="Twentieth Century"/>
              <a:ea typeface="Twentieth Century"/>
              <a:cs typeface="Twentieth Century"/>
              <a:sym typeface="Twentieth Century"/>
            </a:endParaRPr>
          </a:p>
        </p:txBody>
      </p:sp>
      <p:pic>
        <p:nvPicPr>
          <p:cNvPr id="314" name="Google Shape;314;p10"/>
          <p:cNvPicPr preferRelativeResize="0">
            <a:picLocks noGrp="1"/>
          </p:cNvPicPr>
          <p:nvPr>
            <p:ph type="pic" idx="2"/>
          </p:nvPr>
        </p:nvPicPr>
        <p:blipFill rotWithShape="1">
          <a:blip r:embed="rId3">
            <a:alphaModFix/>
          </a:blip>
          <a:srcRect l="17562" r="17562"/>
          <a:stretch/>
        </p:blipFill>
        <p:spPr>
          <a:xfrm>
            <a:off x="449598" y="1138488"/>
            <a:ext cx="4887912" cy="50228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pic>
        <p:nvPicPr>
          <p:cNvPr id="319" name="Google Shape;319;p11"/>
          <p:cNvPicPr preferRelativeResize="0"/>
          <p:nvPr/>
        </p:nvPicPr>
        <p:blipFill rotWithShape="1">
          <a:blip r:embed="rId3">
            <a:alphaModFix/>
          </a:blip>
          <a:srcRect/>
          <a:stretch/>
        </p:blipFill>
        <p:spPr>
          <a:xfrm>
            <a:off x="995542" y="1129074"/>
            <a:ext cx="10200916" cy="48145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12"/>
          <p:cNvSpPr txBox="1"/>
          <p:nvPr/>
        </p:nvSpPr>
        <p:spPr>
          <a:xfrm>
            <a:off x="2214399" y="585100"/>
            <a:ext cx="7763202" cy="606600"/>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rgbClr val="0E60AC"/>
              </a:buClr>
              <a:buSzPts val="3200"/>
              <a:buFont typeface="Twentieth Century"/>
              <a:buNone/>
            </a:pPr>
            <a:r>
              <a:rPr lang="en-US" sz="3200" b="1">
                <a:solidFill>
                  <a:srgbClr val="0E60AC"/>
                </a:solidFill>
                <a:latin typeface="Twentieth Century"/>
                <a:ea typeface="Twentieth Century"/>
                <a:cs typeface="Twentieth Century"/>
                <a:sym typeface="Twentieth Century"/>
              </a:rPr>
              <a:t>MULTICLASS CLASIFICATION</a:t>
            </a:r>
            <a:endParaRPr/>
          </a:p>
        </p:txBody>
      </p:sp>
      <p:cxnSp>
        <p:nvCxnSpPr>
          <p:cNvPr id="325" name="Google Shape;325;p12"/>
          <p:cNvCxnSpPr/>
          <p:nvPr/>
        </p:nvCxnSpPr>
        <p:spPr>
          <a:xfrm>
            <a:off x="423460" y="1191700"/>
            <a:ext cx="11067488" cy="0"/>
          </a:xfrm>
          <a:prstGeom prst="straightConnector1">
            <a:avLst/>
          </a:prstGeom>
          <a:noFill/>
          <a:ln w="9525" cap="flat" cmpd="sng">
            <a:solidFill>
              <a:schemeClr val="accent1"/>
            </a:solidFill>
            <a:prstDash val="solid"/>
            <a:round/>
            <a:headEnd type="none" w="sm" len="sm"/>
            <a:tailEnd type="none" w="sm" len="sm"/>
          </a:ln>
        </p:spPr>
      </p:cxnSp>
      <p:sp>
        <p:nvSpPr>
          <p:cNvPr id="326" name="Google Shape;326;p12"/>
          <p:cNvSpPr txBox="1"/>
          <p:nvPr/>
        </p:nvSpPr>
        <p:spPr>
          <a:xfrm>
            <a:off x="301534" y="1287880"/>
            <a:ext cx="11311340" cy="4985020"/>
          </a:xfrm>
          <a:prstGeom prst="rect">
            <a:avLst/>
          </a:prstGeom>
          <a:noFill/>
          <a:ln>
            <a:noFill/>
          </a:ln>
        </p:spPr>
        <p:txBody>
          <a:bodyPr spcFirstLastPara="1" wrap="square" lIns="91425" tIns="91425" rIns="91425" bIns="91425" anchor="t" anchorCtr="0">
            <a:noAutofit/>
          </a:bodyPr>
          <a:lstStyle/>
          <a:p>
            <a:pPr marL="0" marR="0" lvl="0" indent="0" algn="just" rtl="0">
              <a:lnSpc>
                <a:spcPct val="90000"/>
              </a:lnSpc>
              <a:spcBef>
                <a:spcPts val="0"/>
              </a:spcBef>
              <a:spcAft>
                <a:spcPts val="0"/>
              </a:spcAft>
              <a:buClr>
                <a:srgbClr val="151515"/>
              </a:buClr>
              <a:buSzPts val="2000"/>
              <a:buFont typeface="Twentieth Century"/>
              <a:buNone/>
            </a:pPr>
            <a:r>
              <a:rPr lang="en-US" sz="2000">
                <a:solidFill>
                  <a:srgbClr val="151515"/>
                </a:solidFill>
                <a:latin typeface="Twentieth Century"/>
                <a:ea typeface="Twentieth Century"/>
                <a:cs typeface="Twentieth Century"/>
                <a:sym typeface="Twentieth Century"/>
              </a:rPr>
              <a:t>Multiclass classification adalah model klasifikasi yang memiliki setidaknya dua label berbeda, di mana tujuannya adalah untuk memprediksi klasifikasi mana yang tepat untuk data yang diberikan.</a:t>
            </a:r>
            <a:endParaRPr/>
          </a:p>
          <a:p>
            <a:pPr marL="0" marR="0" lvl="0" indent="0" algn="just" rtl="0">
              <a:lnSpc>
                <a:spcPct val="90000"/>
              </a:lnSpc>
              <a:spcBef>
                <a:spcPts val="0"/>
              </a:spcBef>
              <a:spcAft>
                <a:spcPts val="0"/>
              </a:spcAft>
              <a:buClr>
                <a:srgbClr val="151515"/>
              </a:buClr>
              <a:buSzPts val="2000"/>
              <a:buFont typeface="Twentieth Century"/>
              <a:buNone/>
            </a:pPr>
            <a:endParaRPr sz="2000">
              <a:solidFill>
                <a:srgbClr val="151515"/>
              </a:solidFill>
              <a:latin typeface="Twentieth Century"/>
              <a:ea typeface="Twentieth Century"/>
              <a:cs typeface="Twentieth Century"/>
              <a:sym typeface="Twentieth Century"/>
            </a:endParaRPr>
          </a:p>
          <a:p>
            <a:pPr marL="0" marR="0" lvl="0" indent="0" algn="just" rtl="0">
              <a:lnSpc>
                <a:spcPct val="90000"/>
              </a:lnSpc>
              <a:spcBef>
                <a:spcPts val="0"/>
              </a:spcBef>
              <a:spcAft>
                <a:spcPts val="0"/>
              </a:spcAft>
              <a:buClr>
                <a:srgbClr val="151515"/>
              </a:buClr>
              <a:buSzPts val="2000"/>
              <a:buFont typeface="Twentieth Century"/>
              <a:buNone/>
            </a:pPr>
            <a:r>
              <a:rPr lang="en-US" sz="2000">
                <a:solidFill>
                  <a:srgbClr val="151515"/>
                </a:solidFill>
                <a:latin typeface="Twentieth Century"/>
                <a:ea typeface="Twentieth Century"/>
                <a:cs typeface="Twentieth Century"/>
                <a:sym typeface="Twentieth Century"/>
              </a:rPr>
              <a:t>One-versus-one</a:t>
            </a:r>
            <a:endParaRPr/>
          </a:p>
          <a:p>
            <a:pPr marL="0" marR="0" lvl="0" indent="0" algn="just" rtl="0">
              <a:lnSpc>
                <a:spcPct val="90000"/>
              </a:lnSpc>
              <a:spcBef>
                <a:spcPts val="0"/>
              </a:spcBef>
              <a:spcAft>
                <a:spcPts val="0"/>
              </a:spcAft>
              <a:buClr>
                <a:srgbClr val="151515"/>
              </a:buClr>
              <a:buSzPts val="2000"/>
              <a:buFont typeface="Twentieth Century"/>
              <a:buNone/>
            </a:pPr>
            <a:r>
              <a:rPr lang="en-US" sz="2000">
                <a:solidFill>
                  <a:srgbClr val="151515"/>
                </a:solidFill>
                <a:latin typeface="Twentieth Century"/>
                <a:ea typeface="Twentieth Century"/>
                <a:cs typeface="Twentieth Century"/>
                <a:sym typeface="Twentieth Century"/>
              </a:rPr>
              <a:t>Cara ini dilakukan dengan melatih sebanyak mungkin data yang dimasukkan menjadi pasangan label. Jika kita memiliki 3 kelas klasifikasi maka kita akan memasangkan setiap kelas tersebut.</a:t>
            </a:r>
            <a:endParaRPr/>
          </a:p>
          <a:p>
            <a:pPr marL="0" marR="0" lvl="0" indent="0" algn="just" rtl="0">
              <a:lnSpc>
                <a:spcPct val="90000"/>
              </a:lnSpc>
              <a:spcBef>
                <a:spcPts val="0"/>
              </a:spcBef>
              <a:spcAft>
                <a:spcPts val="0"/>
              </a:spcAft>
              <a:buClr>
                <a:srgbClr val="151515"/>
              </a:buClr>
              <a:buSzPts val="2000"/>
              <a:buFont typeface="Twentieth Century"/>
              <a:buNone/>
            </a:pPr>
            <a:endParaRPr sz="2000">
              <a:solidFill>
                <a:srgbClr val="151515"/>
              </a:solidFill>
              <a:latin typeface="Twentieth Century"/>
              <a:ea typeface="Twentieth Century"/>
              <a:cs typeface="Twentieth Century"/>
              <a:sym typeface="Twentieth Century"/>
            </a:endParaRPr>
          </a:p>
          <a:p>
            <a:pPr marL="0" marR="0" lvl="0" indent="0" algn="just" rtl="0">
              <a:lnSpc>
                <a:spcPct val="90000"/>
              </a:lnSpc>
              <a:spcBef>
                <a:spcPts val="0"/>
              </a:spcBef>
              <a:spcAft>
                <a:spcPts val="0"/>
              </a:spcAft>
              <a:buClr>
                <a:srgbClr val="151515"/>
              </a:buClr>
              <a:buSzPts val="2000"/>
              <a:buFont typeface="Twentieth Century"/>
              <a:buNone/>
            </a:pPr>
            <a:endParaRPr sz="2000">
              <a:solidFill>
                <a:srgbClr val="151515"/>
              </a:solidFill>
              <a:latin typeface="Twentieth Century"/>
              <a:ea typeface="Twentieth Century"/>
              <a:cs typeface="Twentieth Century"/>
              <a:sym typeface="Twentieth Century"/>
            </a:endParaRPr>
          </a:p>
          <a:p>
            <a:pPr marL="0" marR="0" lvl="0" indent="0" algn="just" rtl="0">
              <a:lnSpc>
                <a:spcPct val="90000"/>
              </a:lnSpc>
              <a:spcBef>
                <a:spcPts val="0"/>
              </a:spcBef>
              <a:spcAft>
                <a:spcPts val="0"/>
              </a:spcAft>
              <a:buClr>
                <a:srgbClr val="151515"/>
              </a:buClr>
              <a:buSzPts val="2000"/>
              <a:buFont typeface="Twentieth Century"/>
              <a:buNone/>
            </a:pPr>
            <a:endParaRPr sz="2000">
              <a:solidFill>
                <a:srgbClr val="151515"/>
              </a:solidFill>
              <a:latin typeface="Twentieth Century"/>
              <a:ea typeface="Twentieth Century"/>
              <a:cs typeface="Twentieth Century"/>
              <a:sym typeface="Twentieth Century"/>
            </a:endParaRPr>
          </a:p>
        </p:txBody>
      </p:sp>
      <p:pic>
        <p:nvPicPr>
          <p:cNvPr id="327" name="Google Shape;327;p12" descr="Multi-class Classification — One-vs-All &amp; One-vs-One | by Amey Band |  Towards Data Science"/>
          <p:cNvPicPr preferRelativeResize="0"/>
          <p:nvPr/>
        </p:nvPicPr>
        <p:blipFill rotWithShape="1">
          <a:blip r:embed="rId3">
            <a:alphaModFix/>
          </a:blip>
          <a:srcRect/>
          <a:stretch/>
        </p:blipFill>
        <p:spPr>
          <a:xfrm>
            <a:off x="3457365" y="3278367"/>
            <a:ext cx="5277270" cy="3314938"/>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13"/>
          <p:cNvSpPr txBox="1"/>
          <p:nvPr/>
        </p:nvSpPr>
        <p:spPr>
          <a:xfrm>
            <a:off x="2214399" y="585100"/>
            <a:ext cx="7763202" cy="606600"/>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rgbClr val="0E60AC"/>
              </a:buClr>
              <a:buSzPts val="3200"/>
              <a:buFont typeface="Twentieth Century"/>
              <a:buNone/>
            </a:pPr>
            <a:r>
              <a:rPr lang="en-US" sz="3200" b="1">
                <a:solidFill>
                  <a:srgbClr val="0E60AC"/>
                </a:solidFill>
                <a:latin typeface="Twentieth Century"/>
                <a:ea typeface="Twentieth Century"/>
                <a:cs typeface="Twentieth Century"/>
                <a:sym typeface="Twentieth Century"/>
              </a:rPr>
              <a:t>MULTICLASS CLASIFICATION</a:t>
            </a:r>
            <a:endParaRPr/>
          </a:p>
        </p:txBody>
      </p:sp>
      <p:cxnSp>
        <p:nvCxnSpPr>
          <p:cNvPr id="333" name="Google Shape;333;p13"/>
          <p:cNvCxnSpPr/>
          <p:nvPr/>
        </p:nvCxnSpPr>
        <p:spPr>
          <a:xfrm>
            <a:off x="423460" y="1191700"/>
            <a:ext cx="11067488" cy="0"/>
          </a:xfrm>
          <a:prstGeom prst="straightConnector1">
            <a:avLst/>
          </a:prstGeom>
          <a:noFill/>
          <a:ln w="9525" cap="flat" cmpd="sng">
            <a:solidFill>
              <a:schemeClr val="accent1"/>
            </a:solidFill>
            <a:prstDash val="solid"/>
            <a:round/>
            <a:headEnd type="none" w="sm" len="sm"/>
            <a:tailEnd type="none" w="sm" len="sm"/>
          </a:ln>
        </p:spPr>
      </p:cxnSp>
      <p:sp>
        <p:nvSpPr>
          <p:cNvPr id="334" name="Google Shape;334;p13"/>
          <p:cNvSpPr txBox="1"/>
          <p:nvPr/>
        </p:nvSpPr>
        <p:spPr>
          <a:xfrm>
            <a:off x="301534" y="1228296"/>
            <a:ext cx="11311340" cy="4985020"/>
          </a:xfrm>
          <a:prstGeom prst="rect">
            <a:avLst/>
          </a:prstGeom>
          <a:noFill/>
          <a:ln>
            <a:noFill/>
          </a:ln>
        </p:spPr>
        <p:txBody>
          <a:bodyPr spcFirstLastPara="1" wrap="square" lIns="91425" tIns="91425" rIns="91425" bIns="91425" anchor="t" anchorCtr="0">
            <a:noAutofit/>
          </a:bodyPr>
          <a:lstStyle/>
          <a:p>
            <a:pPr marL="0" marR="0" lvl="0" indent="0" algn="just" rtl="0">
              <a:lnSpc>
                <a:spcPct val="90000"/>
              </a:lnSpc>
              <a:spcBef>
                <a:spcPts val="0"/>
              </a:spcBef>
              <a:spcAft>
                <a:spcPts val="0"/>
              </a:spcAft>
              <a:buClr>
                <a:srgbClr val="151515"/>
              </a:buClr>
              <a:buSzPts val="2000"/>
              <a:buFont typeface="Twentieth Century"/>
              <a:buNone/>
            </a:pPr>
            <a:r>
              <a:rPr lang="en-US" sz="2000" b="1">
                <a:solidFill>
                  <a:srgbClr val="151515"/>
                </a:solidFill>
                <a:latin typeface="Twentieth Century"/>
                <a:ea typeface="Twentieth Century"/>
                <a:cs typeface="Twentieth Century"/>
                <a:sym typeface="Twentieth Century"/>
              </a:rPr>
              <a:t>One-versus-rest</a:t>
            </a:r>
            <a:endParaRPr/>
          </a:p>
          <a:p>
            <a:pPr marL="0" marR="0" lvl="0" indent="0" algn="just" rtl="0">
              <a:lnSpc>
                <a:spcPct val="90000"/>
              </a:lnSpc>
              <a:spcBef>
                <a:spcPts val="0"/>
              </a:spcBef>
              <a:spcAft>
                <a:spcPts val="0"/>
              </a:spcAft>
              <a:buClr>
                <a:srgbClr val="151515"/>
              </a:buClr>
              <a:buSzPts val="2000"/>
              <a:buFont typeface="Twentieth Century"/>
              <a:buNone/>
            </a:pPr>
            <a:endParaRPr sz="2000">
              <a:solidFill>
                <a:srgbClr val="151515"/>
              </a:solidFill>
              <a:latin typeface="Twentieth Century"/>
              <a:ea typeface="Twentieth Century"/>
              <a:cs typeface="Twentieth Century"/>
              <a:sym typeface="Twentieth Century"/>
            </a:endParaRPr>
          </a:p>
          <a:p>
            <a:pPr marL="0" marR="0" lvl="0" indent="0" algn="just" rtl="0">
              <a:lnSpc>
                <a:spcPct val="90000"/>
              </a:lnSpc>
              <a:spcBef>
                <a:spcPts val="0"/>
              </a:spcBef>
              <a:spcAft>
                <a:spcPts val="0"/>
              </a:spcAft>
              <a:buClr>
                <a:srgbClr val="151515"/>
              </a:buClr>
              <a:buSzPts val="2000"/>
              <a:buFont typeface="Twentieth Century"/>
              <a:buNone/>
            </a:pPr>
            <a:r>
              <a:rPr lang="en-US" sz="2000">
                <a:solidFill>
                  <a:srgbClr val="151515"/>
                </a:solidFill>
                <a:latin typeface="Twentieth Century"/>
                <a:ea typeface="Twentieth Century"/>
                <a:cs typeface="Twentieth Century"/>
                <a:sym typeface="Twentieth Century"/>
              </a:rPr>
              <a:t>pada tahap ini, kalian mulai dengan mempertimbangkan setiap label sebagai label independen dan mempertimbangkan gabungan lainnya hanya sebagai satu label. Dengan 3 kelas, kita akan memiliki tiga pengklasifikasi.</a:t>
            </a:r>
            <a:endParaRPr sz="2000">
              <a:solidFill>
                <a:srgbClr val="151515"/>
              </a:solidFill>
              <a:latin typeface="Twentieth Century"/>
              <a:ea typeface="Twentieth Century"/>
              <a:cs typeface="Twentieth Century"/>
              <a:sym typeface="Twentieth Century"/>
            </a:endParaRPr>
          </a:p>
          <a:p>
            <a:pPr marL="0" marR="0" lvl="0" indent="0" algn="just" rtl="0">
              <a:lnSpc>
                <a:spcPct val="90000"/>
              </a:lnSpc>
              <a:spcBef>
                <a:spcPts val="0"/>
              </a:spcBef>
              <a:spcAft>
                <a:spcPts val="0"/>
              </a:spcAft>
              <a:buClr>
                <a:srgbClr val="151515"/>
              </a:buClr>
              <a:buSzPts val="2000"/>
              <a:buFont typeface="Twentieth Century"/>
              <a:buNone/>
            </a:pPr>
            <a:endParaRPr sz="2000">
              <a:solidFill>
                <a:srgbClr val="151515"/>
              </a:solidFill>
              <a:latin typeface="Calibri"/>
              <a:ea typeface="Calibri"/>
              <a:cs typeface="Calibri"/>
              <a:sym typeface="Calibri"/>
            </a:endParaRPr>
          </a:p>
          <a:p>
            <a:pPr marL="0" marR="0" lvl="0" indent="0" algn="just" rtl="0">
              <a:lnSpc>
                <a:spcPct val="90000"/>
              </a:lnSpc>
              <a:spcBef>
                <a:spcPts val="0"/>
              </a:spcBef>
              <a:spcAft>
                <a:spcPts val="0"/>
              </a:spcAft>
              <a:buClr>
                <a:srgbClr val="151515"/>
              </a:buClr>
              <a:buSzPts val="2000"/>
              <a:buFont typeface="Twentieth Century"/>
              <a:buNone/>
            </a:pPr>
            <a:endParaRPr sz="2000">
              <a:solidFill>
                <a:srgbClr val="151515"/>
              </a:solidFill>
              <a:latin typeface="Calibri"/>
              <a:ea typeface="Calibri"/>
              <a:cs typeface="Calibri"/>
              <a:sym typeface="Calibri"/>
            </a:endParaRPr>
          </a:p>
        </p:txBody>
      </p:sp>
      <p:pic>
        <p:nvPicPr>
          <p:cNvPr id="335" name="Google Shape;335;p13" descr="Multi-class Classification — One-vs-All &amp; One-vs-One | by Amey Band |  Towards Data Science"/>
          <p:cNvPicPr preferRelativeResize="0"/>
          <p:nvPr/>
        </p:nvPicPr>
        <p:blipFill rotWithShape="1">
          <a:blip r:embed="rId3">
            <a:alphaModFix/>
          </a:blip>
          <a:srcRect/>
          <a:stretch/>
        </p:blipFill>
        <p:spPr>
          <a:xfrm>
            <a:off x="2837450" y="2665093"/>
            <a:ext cx="6239508" cy="3904150"/>
          </a:xfrm>
          <a:prstGeom prst="rect">
            <a:avLst/>
          </a:prstGeom>
          <a:noFill/>
          <a:ln w="88900" cap="sq" cmpd="thickThin">
            <a:solidFill>
              <a:srgbClr val="000000"/>
            </a:solidFill>
            <a:prstDash val="solid"/>
            <a:miter lim="800000"/>
            <a:headEnd type="none" w="sm" len="sm"/>
            <a:tailEnd type="none" w="sm" len="sm"/>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14"/>
          <p:cNvSpPr txBox="1"/>
          <p:nvPr/>
        </p:nvSpPr>
        <p:spPr>
          <a:xfrm>
            <a:off x="2752398" y="585100"/>
            <a:ext cx="6687203" cy="606600"/>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rgbClr val="0E60AC"/>
              </a:buClr>
              <a:buSzPts val="3200"/>
              <a:buFont typeface="Twentieth Century"/>
              <a:buNone/>
            </a:pPr>
            <a:r>
              <a:rPr lang="en-US" sz="3200" b="1">
                <a:solidFill>
                  <a:srgbClr val="0E60AC"/>
                </a:solidFill>
                <a:latin typeface="Twentieth Century"/>
                <a:ea typeface="Twentieth Century"/>
                <a:cs typeface="Twentieth Century"/>
                <a:sym typeface="Twentieth Century"/>
              </a:rPr>
              <a:t>SAMPLE DATASET</a:t>
            </a:r>
            <a:endParaRPr sz="3000" b="1">
              <a:solidFill>
                <a:srgbClr val="0E60AC"/>
              </a:solidFill>
              <a:latin typeface="Twentieth Century"/>
              <a:ea typeface="Twentieth Century"/>
              <a:cs typeface="Twentieth Century"/>
              <a:sym typeface="Twentieth Century"/>
            </a:endParaRPr>
          </a:p>
        </p:txBody>
      </p:sp>
      <p:sp>
        <p:nvSpPr>
          <p:cNvPr id="341" name="Google Shape;341;p14"/>
          <p:cNvSpPr txBox="1"/>
          <p:nvPr/>
        </p:nvSpPr>
        <p:spPr>
          <a:xfrm>
            <a:off x="423460" y="1090479"/>
            <a:ext cx="6522720" cy="3532321"/>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1000"/>
              </a:spcBef>
              <a:spcAft>
                <a:spcPts val="0"/>
              </a:spcAft>
              <a:buClr>
                <a:srgbClr val="052745"/>
              </a:buClr>
              <a:buSzPts val="2000"/>
              <a:buFont typeface="Twentieth Century"/>
              <a:buNone/>
            </a:pPr>
            <a:r>
              <a:rPr lang="en-US" sz="2000">
                <a:solidFill>
                  <a:srgbClr val="052745"/>
                </a:solidFill>
                <a:latin typeface="Twentieth Century"/>
                <a:ea typeface="Twentieth Century"/>
                <a:cs typeface="Twentieth Century"/>
                <a:sym typeface="Twentieth Century"/>
              </a:rPr>
              <a:t>In[2]:	</a:t>
            </a:r>
            <a:endParaRPr/>
          </a:p>
          <a:p>
            <a:pPr marL="0" marR="0" lvl="0" indent="0" algn="l" rtl="0">
              <a:lnSpc>
                <a:spcPct val="90000"/>
              </a:lnSpc>
              <a:spcBef>
                <a:spcPts val="1000"/>
              </a:spcBef>
              <a:spcAft>
                <a:spcPts val="0"/>
              </a:spcAft>
              <a:buClr>
                <a:srgbClr val="052745"/>
              </a:buClr>
              <a:buSzPts val="2000"/>
              <a:buFont typeface="Twentieth Century"/>
              <a:buNone/>
            </a:pPr>
            <a:r>
              <a:rPr lang="en-US" sz="2000">
                <a:solidFill>
                  <a:srgbClr val="052745"/>
                </a:solidFill>
                <a:latin typeface="Twentieth Century"/>
                <a:ea typeface="Twentieth Century"/>
                <a:cs typeface="Twentieth Century"/>
                <a:sym typeface="Twentieth Century"/>
              </a:rPr>
              <a:t># generate dataset</a:t>
            </a:r>
            <a:endParaRPr/>
          </a:p>
          <a:p>
            <a:pPr marL="0" marR="0" lvl="0" indent="0" algn="l" rtl="0">
              <a:lnSpc>
                <a:spcPct val="90000"/>
              </a:lnSpc>
              <a:spcBef>
                <a:spcPts val="1000"/>
              </a:spcBef>
              <a:spcAft>
                <a:spcPts val="0"/>
              </a:spcAft>
              <a:buClr>
                <a:srgbClr val="052745"/>
              </a:buClr>
              <a:buSzPts val="2000"/>
              <a:buFont typeface="Twentieth Century"/>
              <a:buNone/>
            </a:pPr>
            <a:r>
              <a:rPr lang="en-US" sz="2000">
                <a:solidFill>
                  <a:srgbClr val="052745"/>
                </a:solidFill>
                <a:latin typeface="Twentieth Century"/>
                <a:ea typeface="Twentieth Century"/>
                <a:cs typeface="Twentieth Century"/>
                <a:sym typeface="Twentieth Century"/>
              </a:rPr>
              <a:t>X, y = mglearn.datasets.make_forge()</a:t>
            </a:r>
            <a:endParaRPr/>
          </a:p>
          <a:p>
            <a:pPr marL="0" marR="0" lvl="0" indent="0" algn="l" rtl="0">
              <a:lnSpc>
                <a:spcPct val="90000"/>
              </a:lnSpc>
              <a:spcBef>
                <a:spcPts val="1000"/>
              </a:spcBef>
              <a:spcAft>
                <a:spcPts val="0"/>
              </a:spcAft>
              <a:buClr>
                <a:srgbClr val="052745"/>
              </a:buClr>
              <a:buSzPts val="2000"/>
              <a:buFont typeface="Twentieth Century"/>
              <a:buNone/>
            </a:pPr>
            <a:r>
              <a:rPr lang="en-US" sz="2000">
                <a:solidFill>
                  <a:srgbClr val="052745"/>
                </a:solidFill>
                <a:latin typeface="Twentieth Century"/>
                <a:ea typeface="Twentieth Century"/>
                <a:cs typeface="Twentieth Century"/>
                <a:sym typeface="Twentieth Century"/>
              </a:rPr>
              <a:t># plot dataset</a:t>
            </a:r>
            <a:endParaRPr/>
          </a:p>
          <a:p>
            <a:pPr marL="0" marR="0" lvl="0" indent="0" algn="l" rtl="0">
              <a:lnSpc>
                <a:spcPct val="90000"/>
              </a:lnSpc>
              <a:spcBef>
                <a:spcPts val="1000"/>
              </a:spcBef>
              <a:spcAft>
                <a:spcPts val="0"/>
              </a:spcAft>
              <a:buClr>
                <a:srgbClr val="052745"/>
              </a:buClr>
              <a:buSzPts val="2000"/>
              <a:buFont typeface="Twentieth Century"/>
              <a:buNone/>
            </a:pPr>
            <a:r>
              <a:rPr lang="en-US" sz="2000">
                <a:solidFill>
                  <a:srgbClr val="052745"/>
                </a:solidFill>
                <a:latin typeface="Twentieth Century"/>
                <a:ea typeface="Twentieth Century"/>
                <a:cs typeface="Twentieth Century"/>
                <a:sym typeface="Twentieth Century"/>
              </a:rPr>
              <a:t>mglearn.discrete_scatter(X[:, 0], X[:, 1], y)</a:t>
            </a:r>
            <a:endParaRPr/>
          </a:p>
          <a:p>
            <a:pPr marL="0" marR="0" lvl="0" indent="0" algn="l" rtl="0">
              <a:lnSpc>
                <a:spcPct val="90000"/>
              </a:lnSpc>
              <a:spcBef>
                <a:spcPts val="1000"/>
              </a:spcBef>
              <a:spcAft>
                <a:spcPts val="0"/>
              </a:spcAft>
              <a:buClr>
                <a:srgbClr val="052745"/>
              </a:buClr>
              <a:buSzPts val="2000"/>
              <a:buFont typeface="Twentieth Century"/>
              <a:buNone/>
            </a:pPr>
            <a:r>
              <a:rPr lang="en-US" sz="2000">
                <a:solidFill>
                  <a:srgbClr val="052745"/>
                </a:solidFill>
                <a:latin typeface="Twentieth Century"/>
                <a:ea typeface="Twentieth Century"/>
                <a:cs typeface="Twentieth Century"/>
                <a:sym typeface="Twentieth Century"/>
              </a:rPr>
              <a:t>plt.legend(["Class 0", "Class 1"], loc=4)</a:t>
            </a:r>
            <a:endParaRPr/>
          </a:p>
          <a:p>
            <a:pPr marL="0" marR="0" lvl="0" indent="0" algn="l" rtl="0">
              <a:lnSpc>
                <a:spcPct val="90000"/>
              </a:lnSpc>
              <a:spcBef>
                <a:spcPts val="1000"/>
              </a:spcBef>
              <a:spcAft>
                <a:spcPts val="0"/>
              </a:spcAft>
              <a:buClr>
                <a:srgbClr val="052745"/>
              </a:buClr>
              <a:buSzPts val="2000"/>
              <a:buFont typeface="Twentieth Century"/>
              <a:buNone/>
            </a:pPr>
            <a:r>
              <a:rPr lang="en-US" sz="2000">
                <a:solidFill>
                  <a:srgbClr val="052745"/>
                </a:solidFill>
                <a:latin typeface="Twentieth Century"/>
                <a:ea typeface="Twentieth Century"/>
                <a:cs typeface="Twentieth Century"/>
                <a:sym typeface="Twentieth Century"/>
              </a:rPr>
              <a:t>plt.xlabel("First feature")</a:t>
            </a:r>
            <a:endParaRPr/>
          </a:p>
          <a:p>
            <a:pPr marL="0" marR="0" lvl="0" indent="0" algn="l" rtl="0">
              <a:lnSpc>
                <a:spcPct val="90000"/>
              </a:lnSpc>
              <a:spcBef>
                <a:spcPts val="1000"/>
              </a:spcBef>
              <a:spcAft>
                <a:spcPts val="0"/>
              </a:spcAft>
              <a:buClr>
                <a:srgbClr val="052745"/>
              </a:buClr>
              <a:buSzPts val="2000"/>
              <a:buFont typeface="Twentieth Century"/>
              <a:buNone/>
            </a:pPr>
            <a:r>
              <a:rPr lang="en-US" sz="2000">
                <a:solidFill>
                  <a:srgbClr val="052745"/>
                </a:solidFill>
                <a:latin typeface="Twentieth Century"/>
                <a:ea typeface="Twentieth Century"/>
                <a:cs typeface="Twentieth Century"/>
                <a:sym typeface="Twentieth Century"/>
              </a:rPr>
              <a:t>plt.ylabel("Second feature")</a:t>
            </a:r>
            <a:endParaRPr/>
          </a:p>
          <a:p>
            <a:pPr marL="0" marR="0" lvl="0" indent="0" algn="l" rtl="0">
              <a:lnSpc>
                <a:spcPct val="90000"/>
              </a:lnSpc>
              <a:spcBef>
                <a:spcPts val="1000"/>
              </a:spcBef>
              <a:spcAft>
                <a:spcPts val="0"/>
              </a:spcAft>
              <a:buClr>
                <a:srgbClr val="052745"/>
              </a:buClr>
              <a:buSzPts val="2000"/>
              <a:buFont typeface="Twentieth Century"/>
              <a:buNone/>
            </a:pPr>
            <a:r>
              <a:rPr lang="en-US" sz="2000">
                <a:solidFill>
                  <a:srgbClr val="052745"/>
                </a:solidFill>
                <a:latin typeface="Twentieth Century"/>
                <a:ea typeface="Twentieth Century"/>
                <a:cs typeface="Twentieth Century"/>
                <a:sym typeface="Twentieth Century"/>
              </a:rPr>
              <a:t>print("X.shape: {}".format(X.shape))</a:t>
            </a:r>
            <a:endParaRPr/>
          </a:p>
          <a:p>
            <a:pPr marL="0" marR="0" lvl="0" indent="0" algn="l" rtl="0">
              <a:lnSpc>
                <a:spcPct val="90000"/>
              </a:lnSpc>
              <a:spcBef>
                <a:spcPts val="1000"/>
              </a:spcBef>
              <a:spcAft>
                <a:spcPts val="0"/>
              </a:spcAft>
              <a:buClr>
                <a:srgbClr val="151515"/>
              </a:buClr>
              <a:buSzPts val="2000"/>
              <a:buFont typeface="Twentieth Century"/>
              <a:buNone/>
            </a:pPr>
            <a:endParaRPr sz="2000">
              <a:solidFill>
                <a:srgbClr val="052745"/>
              </a:solidFill>
              <a:latin typeface="Twentieth Century"/>
              <a:ea typeface="Twentieth Century"/>
              <a:cs typeface="Twentieth Century"/>
              <a:sym typeface="Twentieth Century"/>
            </a:endParaRPr>
          </a:p>
          <a:p>
            <a:pPr marL="0" marR="0" lvl="0" indent="0" algn="l" rtl="0">
              <a:lnSpc>
                <a:spcPct val="90000"/>
              </a:lnSpc>
              <a:spcBef>
                <a:spcPts val="1000"/>
              </a:spcBef>
              <a:spcAft>
                <a:spcPts val="0"/>
              </a:spcAft>
              <a:buClr>
                <a:srgbClr val="052745"/>
              </a:buClr>
              <a:buSzPts val="2000"/>
              <a:buFont typeface="Twentieth Century"/>
              <a:buNone/>
            </a:pPr>
            <a:r>
              <a:rPr lang="en-US" sz="2000">
                <a:solidFill>
                  <a:srgbClr val="052745"/>
                </a:solidFill>
                <a:latin typeface="Twentieth Century"/>
                <a:ea typeface="Twentieth Century"/>
                <a:cs typeface="Twentieth Century"/>
                <a:sym typeface="Twentieth Century"/>
              </a:rPr>
              <a:t>Out[2]:</a:t>
            </a:r>
            <a:endParaRPr/>
          </a:p>
          <a:p>
            <a:pPr marL="0" marR="0" lvl="0" indent="0" algn="l" rtl="0">
              <a:lnSpc>
                <a:spcPct val="90000"/>
              </a:lnSpc>
              <a:spcBef>
                <a:spcPts val="1000"/>
              </a:spcBef>
              <a:spcAft>
                <a:spcPts val="0"/>
              </a:spcAft>
              <a:buClr>
                <a:srgbClr val="052745"/>
              </a:buClr>
              <a:buSzPts val="2000"/>
              <a:buFont typeface="Twentieth Century"/>
              <a:buNone/>
            </a:pPr>
            <a:r>
              <a:rPr lang="en-US" sz="2000">
                <a:solidFill>
                  <a:srgbClr val="052745"/>
                </a:solidFill>
                <a:latin typeface="Twentieth Century"/>
                <a:ea typeface="Twentieth Century"/>
                <a:cs typeface="Twentieth Century"/>
                <a:sym typeface="Twentieth Century"/>
              </a:rPr>
              <a:t>X.shape: (26, 2)</a:t>
            </a:r>
            <a:endParaRPr/>
          </a:p>
        </p:txBody>
      </p:sp>
      <p:cxnSp>
        <p:nvCxnSpPr>
          <p:cNvPr id="342" name="Google Shape;342;p14"/>
          <p:cNvCxnSpPr/>
          <p:nvPr/>
        </p:nvCxnSpPr>
        <p:spPr>
          <a:xfrm>
            <a:off x="423460" y="1191700"/>
            <a:ext cx="11067488" cy="0"/>
          </a:xfrm>
          <a:prstGeom prst="straightConnector1">
            <a:avLst/>
          </a:prstGeom>
          <a:noFill/>
          <a:ln w="9525" cap="flat" cmpd="sng">
            <a:solidFill>
              <a:schemeClr val="accent1"/>
            </a:solidFill>
            <a:prstDash val="solid"/>
            <a:round/>
            <a:headEnd type="none" w="sm" len="sm"/>
            <a:tailEnd type="none" w="sm" len="sm"/>
          </a:ln>
        </p:spPr>
      </p:cxnSp>
      <p:sp>
        <p:nvSpPr>
          <p:cNvPr id="343" name="Google Shape;343;p14"/>
          <p:cNvSpPr txBox="1"/>
          <p:nvPr/>
        </p:nvSpPr>
        <p:spPr>
          <a:xfrm>
            <a:off x="3077010" y="5661215"/>
            <a:ext cx="8146799" cy="70788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a:solidFill>
                  <a:srgbClr val="052745"/>
                </a:solidFill>
                <a:latin typeface="Twentieth Century"/>
                <a:ea typeface="Twentieth Century"/>
                <a:cs typeface="Twentieth Century"/>
                <a:sym typeface="Twentieth Century"/>
              </a:rPr>
              <a:t>Plot sebar dari kumpulan data tempa Seperti yang terlihat dari X.shape, dataset ini terdiri dari 26 titik data, dengan 2 fitur.</a:t>
            </a:r>
            <a:endParaRPr/>
          </a:p>
        </p:txBody>
      </p:sp>
      <p:pic>
        <p:nvPicPr>
          <p:cNvPr id="344" name="Google Shape;344;p14"/>
          <p:cNvPicPr preferRelativeResize="0"/>
          <p:nvPr/>
        </p:nvPicPr>
        <p:blipFill rotWithShape="1">
          <a:blip r:embed="rId3">
            <a:alphaModFix/>
          </a:blip>
          <a:srcRect/>
          <a:stretch/>
        </p:blipFill>
        <p:spPr>
          <a:xfrm>
            <a:off x="4993877" y="1350525"/>
            <a:ext cx="5810481" cy="4034387"/>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15"/>
          <p:cNvSpPr txBox="1">
            <a:spLocks noGrp="1"/>
          </p:cNvSpPr>
          <p:nvPr>
            <p:ph type="ctrTitle"/>
          </p:nvPr>
        </p:nvSpPr>
        <p:spPr>
          <a:xfrm>
            <a:off x="5835541" y="2106715"/>
            <a:ext cx="5529197" cy="19206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E60AC"/>
              </a:buClr>
              <a:buSzPts val="5400"/>
              <a:buFont typeface="Twentieth Century"/>
              <a:buNone/>
            </a:pPr>
            <a:r>
              <a:rPr lang="en-US" sz="5400"/>
              <a:t>SUPERVISED LEARNING: </a:t>
            </a:r>
            <a:br>
              <a:rPr lang="en-US" sz="5400"/>
            </a:br>
            <a:r>
              <a:rPr lang="en-US" sz="5400"/>
              <a:t>REGRESI</a:t>
            </a:r>
            <a:endParaRPr sz="5400"/>
          </a:p>
        </p:txBody>
      </p:sp>
      <p:pic>
        <p:nvPicPr>
          <p:cNvPr id="350" name="Google Shape;350;p15"/>
          <p:cNvPicPr preferRelativeResize="0">
            <a:picLocks noGrp="1"/>
          </p:cNvPicPr>
          <p:nvPr>
            <p:ph type="pic" idx="2"/>
          </p:nvPr>
        </p:nvPicPr>
        <p:blipFill rotWithShape="1">
          <a:blip r:embed="rId3">
            <a:alphaModFix/>
          </a:blip>
          <a:srcRect l="19738" r="19739"/>
          <a:stretch/>
        </p:blipFill>
        <p:spPr>
          <a:xfrm>
            <a:off x="0" y="499621"/>
            <a:ext cx="5316718" cy="5856730"/>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16"/>
          <p:cNvSpPr txBox="1">
            <a:spLocks noGrp="1"/>
          </p:cNvSpPr>
          <p:nvPr>
            <p:ph type="body" idx="1"/>
          </p:nvPr>
        </p:nvSpPr>
        <p:spPr>
          <a:xfrm>
            <a:off x="5918476" y="1815003"/>
            <a:ext cx="5949674" cy="4320267"/>
          </a:xfrm>
          <a:prstGeom prst="rect">
            <a:avLst/>
          </a:prstGeom>
          <a:noFill/>
          <a:ln>
            <a:noFill/>
          </a:ln>
        </p:spPr>
        <p:txBody>
          <a:bodyPr spcFirstLastPara="1" wrap="square" lIns="91425" tIns="45700" rIns="91425" bIns="45700" anchor="t" anchorCtr="0">
            <a:normAutofit fontScale="85000" lnSpcReduction="20000"/>
          </a:bodyPr>
          <a:lstStyle/>
          <a:p>
            <a:pPr marL="0" marR="151130" lvl="0" indent="0" algn="just" rtl="0">
              <a:lnSpc>
                <a:spcPct val="120000"/>
              </a:lnSpc>
              <a:spcBef>
                <a:spcPts val="0"/>
              </a:spcBef>
              <a:spcAft>
                <a:spcPts val="0"/>
              </a:spcAft>
              <a:buClr>
                <a:schemeClr val="dk1"/>
              </a:buClr>
              <a:buSzPct val="100000"/>
              <a:buNone/>
            </a:pPr>
            <a:r>
              <a:rPr lang="en-US" sz="2900">
                <a:solidFill>
                  <a:schemeClr val="dk1"/>
                </a:solidFill>
                <a:latin typeface="Twentieth Century"/>
                <a:ea typeface="Twentieth Century"/>
                <a:cs typeface="Twentieth Century"/>
                <a:sym typeface="Twentieth Century"/>
              </a:rPr>
              <a:t>Tujuan dari regresi adalah untuk </a:t>
            </a:r>
            <a:r>
              <a:rPr lang="en-US" sz="2900" b="1">
                <a:solidFill>
                  <a:schemeClr val="dk1"/>
                </a:solidFill>
                <a:latin typeface="Twentieth Century"/>
                <a:ea typeface="Twentieth Century"/>
                <a:cs typeface="Twentieth Century"/>
                <a:sym typeface="Twentieth Century"/>
              </a:rPr>
              <a:t>memprediksi angka kontinu</a:t>
            </a:r>
            <a:r>
              <a:rPr lang="en-US" sz="2900">
                <a:solidFill>
                  <a:schemeClr val="dk1"/>
                </a:solidFill>
                <a:latin typeface="Twentieth Century"/>
                <a:ea typeface="Twentieth Century"/>
                <a:cs typeface="Twentieth Century"/>
                <a:sym typeface="Twentieth Century"/>
              </a:rPr>
              <a:t>, atau angka floating-point dalam istilah pemrograman (atau angka riil dalam istilah matematika). Contoh dari tugas regresi adalah untuk Memprediksi pendapatan tahunan seseorang dari pendidikan, usia, dan tempat tinggalnya. Ketika memprediksi pendapatan, nilai yang diprediksi adalah sebuah angka, dan dapat berupa angka apa pun dalam rentang tertentu. </a:t>
            </a:r>
            <a:endParaRPr/>
          </a:p>
        </p:txBody>
      </p:sp>
      <p:sp>
        <p:nvSpPr>
          <p:cNvPr id="356" name="Google Shape;356;p16"/>
          <p:cNvSpPr txBox="1">
            <a:spLocks noGrp="1"/>
          </p:cNvSpPr>
          <p:nvPr>
            <p:ph type="title"/>
          </p:nvPr>
        </p:nvSpPr>
        <p:spPr>
          <a:xfrm>
            <a:off x="5918476" y="1101777"/>
            <a:ext cx="5280566" cy="61837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E60AC"/>
              </a:buClr>
              <a:buSzPts val="3200"/>
              <a:buFont typeface="Twentieth Century"/>
              <a:buNone/>
            </a:pPr>
            <a:r>
              <a:rPr lang="en-US"/>
              <a:t>REGRESI</a:t>
            </a:r>
            <a:endParaRPr/>
          </a:p>
        </p:txBody>
      </p:sp>
      <p:pic>
        <p:nvPicPr>
          <p:cNvPr id="357" name="Google Shape;357;p16"/>
          <p:cNvPicPr preferRelativeResize="0">
            <a:picLocks noGrp="1"/>
          </p:cNvPicPr>
          <p:nvPr>
            <p:ph type="pic" idx="2"/>
          </p:nvPr>
        </p:nvPicPr>
        <p:blipFill rotWithShape="1">
          <a:blip r:embed="rId3">
            <a:alphaModFix/>
          </a:blip>
          <a:srcRect l="17562" r="17562"/>
          <a:stretch/>
        </p:blipFill>
        <p:spPr>
          <a:xfrm>
            <a:off x="569929" y="886379"/>
            <a:ext cx="4888191" cy="50218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pic>
        <p:nvPicPr>
          <p:cNvPr id="362" name="Google Shape;362;p17"/>
          <p:cNvPicPr preferRelativeResize="0">
            <a:picLocks noGrp="1"/>
          </p:cNvPicPr>
          <p:nvPr>
            <p:ph type="pic" idx="2"/>
          </p:nvPr>
        </p:nvPicPr>
        <p:blipFill rotWithShape="1">
          <a:blip r:embed="rId3">
            <a:alphaModFix/>
          </a:blip>
          <a:srcRect l="17562" r="17562"/>
          <a:stretch/>
        </p:blipFill>
        <p:spPr>
          <a:xfrm>
            <a:off x="569913" y="1114425"/>
            <a:ext cx="4887912" cy="5022850"/>
          </a:xfrm>
          <a:prstGeom prst="rect">
            <a:avLst/>
          </a:prstGeom>
          <a:noFill/>
          <a:ln>
            <a:noFill/>
          </a:ln>
        </p:spPr>
      </p:pic>
      <p:sp>
        <p:nvSpPr>
          <p:cNvPr id="363" name="Google Shape;363;p17"/>
          <p:cNvSpPr txBox="1">
            <a:spLocks noGrp="1"/>
          </p:cNvSpPr>
          <p:nvPr>
            <p:ph type="body" idx="1"/>
          </p:nvPr>
        </p:nvSpPr>
        <p:spPr>
          <a:xfrm>
            <a:off x="5918476" y="1815003"/>
            <a:ext cx="5949674" cy="4320267"/>
          </a:xfrm>
          <a:prstGeom prst="rect">
            <a:avLst/>
          </a:prstGeom>
          <a:noFill/>
          <a:ln>
            <a:noFill/>
          </a:ln>
        </p:spPr>
        <p:txBody>
          <a:bodyPr spcFirstLastPara="1" wrap="square" lIns="91425" tIns="45700" rIns="91425" bIns="45700" anchor="t" anchorCtr="0">
            <a:normAutofit/>
          </a:bodyPr>
          <a:lstStyle/>
          <a:p>
            <a:pPr marL="0" marR="151130" lvl="0" indent="0" algn="just" rtl="0">
              <a:lnSpc>
                <a:spcPct val="120000"/>
              </a:lnSpc>
              <a:spcBef>
                <a:spcPts val="0"/>
              </a:spcBef>
              <a:spcAft>
                <a:spcPts val="0"/>
              </a:spcAft>
              <a:buClr>
                <a:schemeClr val="dk1"/>
              </a:buClr>
              <a:buSzPts val="2900"/>
              <a:buNone/>
            </a:pPr>
            <a:r>
              <a:rPr lang="en-US" sz="2900">
                <a:solidFill>
                  <a:schemeClr val="dk1"/>
                </a:solidFill>
                <a:latin typeface="Twentieth Century"/>
                <a:ea typeface="Twentieth Century"/>
                <a:cs typeface="Twentieth Century"/>
                <a:sym typeface="Twentieth Century"/>
              </a:rPr>
              <a:t>Contoh lain dari tugas regresi adalah memprediksi hasil panen sebuah ladang jagung dengan atribut seperti hasil panen sebelumnya, cuaca, dan jumlah karyawan yang bekerja di ladang tersebut. Hasil panen dapat berupa angka sembarang. </a:t>
            </a:r>
            <a:endParaRPr/>
          </a:p>
        </p:txBody>
      </p:sp>
      <p:sp>
        <p:nvSpPr>
          <p:cNvPr id="364" name="Google Shape;364;p17"/>
          <p:cNvSpPr txBox="1">
            <a:spLocks noGrp="1"/>
          </p:cNvSpPr>
          <p:nvPr>
            <p:ph type="title"/>
          </p:nvPr>
        </p:nvSpPr>
        <p:spPr>
          <a:xfrm>
            <a:off x="5918476" y="1101777"/>
            <a:ext cx="5280566" cy="61837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E60AC"/>
              </a:buClr>
              <a:buSzPts val="3200"/>
              <a:buFont typeface="Twentieth Century"/>
              <a:buNone/>
            </a:pPr>
            <a:r>
              <a:rPr lang="en-US"/>
              <a:t>REGRESI</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pic>
        <p:nvPicPr>
          <p:cNvPr id="369" name="Google Shape;369;p18"/>
          <p:cNvPicPr preferRelativeResize="0"/>
          <p:nvPr/>
        </p:nvPicPr>
        <p:blipFill rotWithShape="1">
          <a:blip r:embed="rId3">
            <a:alphaModFix/>
          </a:blip>
          <a:srcRect/>
          <a:stretch/>
        </p:blipFill>
        <p:spPr>
          <a:xfrm>
            <a:off x="2364425" y="631440"/>
            <a:ext cx="7463151" cy="559777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19"/>
          <p:cNvSpPr txBox="1">
            <a:spLocks noGrp="1"/>
          </p:cNvSpPr>
          <p:nvPr>
            <p:ph type="ctrTitle"/>
          </p:nvPr>
        </p:nvSpPr>
        <p:spPr>
          <a:xfrm>
            <a:off x="5835541" y="2275157"/>
            <a:ext cx="5529197" cy="19206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E60AC"/>
              </a:buClr>
              <a:buSzPts val="5400"/>
              <a:buFont typeface="Twentieth Century"/>
              <a:buNone/>
            </a:pPr>
            <a:r>
              <a:rPr lang="en-US" sz="5400"/>
              <a:t>KLASIFIKASI atau REGRESI?</a:t>
            </a:r>
            <a:endParaRPr/>
          </a:p>
        </p:txBody>
      </p:sp>
      <p:pic>
        <p:nvPicPr>
          <p:cNvPr id="375" name="Google Shape;375;p19"/>
          <p:cNvPicPr preferRelativeResize="0">
            <a:picLocks noGrp="1"/>
          </p:cNvPicPr>
          <p:nvPr>
            <p:ph type="pic" idx="2"/>
          </p:nvPr>
        </p:nvPicPr>
        <p:blipFill rotWithShape="1">
          <a:blip r:embed="rId3">
            <a:alphaModFix/>
          </a:blip>
          <a:srcRect l="19738" r="19739"/>
          <a:stretch/>
        </p:blipFill>
        <p:spPr>
          <a:xfrm>
            <a:off x="0" y="499621"/>
            <a:ext cx="5316718" cy="5856730"/>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20"/>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381" name="Google Shape;381;p20"/>
          <p:cNvSpPr txBox="1">
            <a:spLocks noGrp="1"/>
          </p:cNvSpPr>
          <p:nvPr>
            <p:ph type="body" idx="1"/>
          </p:nvPr>
        </p:nvSpPr>
        <p:spPr>
          <a:xfrm>
            <a:off x="786758" y="2075789"/>
            <a:ext cx="5127232" cy="2706422"/>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2200"/>
              <a:buNone/>
            </a:pPr>
            <a:r>
              <a:rPr lang="en-US" sz="2200">
                <a:latin typeface="Twentieth Century"/>
                <a:ea typeface="Twentieth Century"/>
                <a:cs typeface="Twentieth Century"/>
                <a:sym typeface="Twentieth Century"/>
              </a:rPr>
              <a:t>Cara mudah untuk membedakan antara tugas klasifikasi dan regresi adalah dengan menanyakan apakah ada keselarasan pada keluarannya. Jika ada keselarasan antara hasil yang mungkin, maka masalahnya adalah masalah regresi. Pikirkan tentang memprediksi pendapatan tahunan. </a:t>
            </a:r>
            <a:endParaRPr sz="2200">
              <a:latin typeface="Twentieth Century"/>
              <a:ea typeface="Twentieth Century"/>
              <a:cs typeface="Twentieth Century"/>
              <a:sym typeface="Twentieth Century"/>
            </a:endParaRPr>
          </a:p>
        </p:txBody>
      </p:sp>
      <p:pic>
        <p:nvPicPr>
          <p:cNvPr id="382" name="Google Shape;382;p20"/>
          <p:cNvPicPr preferRelativeResize="0">
            <a:picLocks noGrp="1"/>
          </p:cNvPicPr>
          <p:nvPr>
            <p:ph type="pic" idx="2"/>
          </p:nvPr>
        </p:nvPicPr>
        <p:blipFill rotWithShape="1">
          <a:blip r:embed="rId3">
            <a:alphaModFix/>
          </a:blip>
          <a:srcRect l="9027" r="9028"/>
          <a:stretch/>
        </p:blipFill>
        <p:spPr>
          <a:xfrm>
            <a:off x="6232132" y="1428697"/>
            <a:ext cx="5287410" cy="430192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21"/>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388" name="Google Shape;388;p21"/>
          <p:cNvSpPr txBox="1">
            <a:spLocks noGrp="1"/>
          </p:cNvSpPr>
          <p:nvPr>
            <p:ph type="body" idx="1"/>
          </p:nvPr>
        </p:nvSpPr>
        <p:spPr>
          <a:xfrm>
            <a:off x="714569" y="1257641"/>
            <a:ext cx="5127232" cy="2706422"/>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2200"/>
              <a:buNone/>
            </a:pPr>
            <a:r>
              <a:rPr lang="en-US" sz="2200">
                <a:latin typeface="Twentieth Century"/>
                <a:ea typeface="Twentieth Century"/>
                <a:cs typeface="Twentieth Century"/>
                <a:sym typeface="Twentieth Century"/>
              </a:rPr>
              <a:t>Misalnya, apakah seseorang membuat Rp 4 milyar atau Rp 4,01 Milyar per tahun tidak membuat perbedaan yang nyata, meskipun ini adalah jumlah uang yang berbeda. Sehingga, jika algoritma kami memprediksi Rp 3,99 milyar atau Rp 4,01 milyar ketika seharusnya memprediksi Rp 4 milyar, kami tidak terlalu mempermasalahkannya.</a:t>
            </a:r>
            <a:endParaRPr/>
          </a:p>
          <a:p>
            <a:pPr marL="0" lvl="0" indent="0" algn="just" rtl="0">
              <a:lnSpc>
                <a:spcPct val="100000"/>
              </a:lnSpc>
              <a:spcBef>
                <a:spcPts val="0"/>
              </a:spcBef>
              <a:spcAft>
                <a:spcPts val="0"/>
              </a:spcAft>
              <a:buClr>
                <a:schemeClr val="lt1"/>
              </a:buClr>
              <a:buSzPts val="2200"/>
              <a:buNone/>
            </a:pPr>
            <a:r>
              <a:rPr lang="en-US" sz="2200">
                <a:latin typeface="Twentieth Century"/>
                <a:ea typeface="Twentieth Century"/>
                <a:cs typeface="Twentieth Century"/>
                <a:sym typeface="Twentieth Century"/>
              </a:rPr>
              <a:t>Sebaliknya, untuk tugas mengenali bahasa situs web (yang merupakan masalah klasifikasi), harus ditentukan secara tepat. Misalnya, sebuah email harus mampu mengklasifikasikan apakah email tersebut spam atau bukan secara tegas. </a:t>
            </a:r>
            <a:endParaRPr/>
          </a:p>
          <a:p>
            <a:pPr marL="0" lvl="0" indent="0" algn="just" rtl="0">
              <a:lnSpc>
                <a:spcPct val="100000"/>
              </a:lnSpc>
              <a:spcBef>
                <a:spcPts val="0"/>
              </a:spcBef>
              <a:spcAft>
                <a:spcPts val="0"/>
              </a:spcAft>
              <a:buClr>
                <a:schemeClr val="lt1"/>
              </a:buClr>
              <a:buSzPts val="2200"/>
              <a:buNone/>
            </a:pPr>
            <a:endParaRPr sz="2200">
              <a:latin typeface="Twentieth Century"/>
              <a:ea typeface="Twentieth Century"/>
              <a:cs typeface="Twentieth Century"/>
              <a:sym typeface="Twentieth Century"/>
            </a:endParaRPr>
          </a:p>
        </p:txBody>
      </p:sp>
      <p:pic>
        <p:nvPicPr>
          <p:cNvPr id="389" name="Google Shape;389;p21"/>
          <p:cNvPicPr preferRelativeResize="0">
            <a:picLocks noGrp="1"/>
          </p:cNvPicPr>
          <p:nvPr>
            <p:ph type="pic" idx="2"/>
          </p:nvPr>
        </p:nvPicPr>
        <p:blipFill rotWithShape="1">
          <a:blip r:embed="rId3">
            <a:alphaModFix/>
          </a:blip>
          <a:srcRect l="9027" r="9028"/>
          <a:stretch/>
        </p:blipFill>
        <p:spPr>
          <a:xfrm>
            <a:off x="6232132" y="1428697"/>
            <a:ext cx="5287410" cy="430192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22"/>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395" name="Google Shape;395;p22"/>
          <p:cNvSpPr txBox="1">
            <a:spLocks noGrp="1"/>
          </p:cNvSpPr>
          <p:nvPr>
            <p:ph type="title"/>
          </p:nvPr>
        </p:nvSpPr>
        <p:spPr>
          <a:xfrm>
            <a:off x="337736" y="748759"/>
            <a:ext cx="5127233" cy="79687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C000"/>
              </a:buClr>
              <a:buSzPts val="3200"/>
              <a:buFont typeface="Twentieth Century"/>
              <a:buNone/>
            </a:pPr>
            <a:r>
              <a:rPr lang="en-US"/>
              <a:t>MEMERIKSA DATA</a:t>
            </a:r>
            <a:endParaRPr/>
          </a:p>
        </p:txBody>
      </p:sp>
      <p:sp>
        <p:nvSpPr>
          <p:cNvPr id="396" name="Google Shape;396;p22"/>
          <p:cNvSpPr txBox="1">
            <a:spLocks noGrp="1"/>
          </p:cNvSpPr>
          <p:nvPr>
            <p:ph type="body" idx="1"/>
          </p:nvPr>
        </p:nvSpPr>
        <p:spPr>
          <a:xfrm>
            <a:off x="422311" y="1585846"/>
            <a:ext cx="5649625" cy="2675652"/>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lt1"/>
              </a:buClr>
              <a:buSzPts val="2400"/>
              <a:buNone/>
            </a:pPr>
            <a:r>
              <a:rPr lang="en-US" sz="2400">
                <a:latin typeface="Calibri"/>
                <a:ea typeface="Calibri"/>
                <a:cs typeface="Calibri"/>
                <a:sym typeface="Calibri"/>
              </a:rPr>
              <a:t>Fungsi dari memeriksa data adalah untuk melihat apakah tugas tersebut dapat diselesaikan dengan mudah tanpa pembelajaran mesin, atau apakah informasi yang diinginkan mungkin tidak terkandung dalam data. </a:t>
            </a:r>
            <a:endParaRPr/>
          </a:p>
          <a:p>
            <a:pPr marL="0" lvl="0" indent="0" algn="just" rtl="0">
              <a:lnSpc>
                <a:spcPct val="150000"/>
              </a:lnSpc>
              <a:spcBef>
                <a:spcPts val="0"/>
              </a:spcBef>
              <a:spcAft>
                <a:spcPts val="0"/>
              </a:spcAft>
              <a:buClr>
                <a:schemeClr val="lt1"/>
              </a:buClr>
              <a:buSzPts val="2400"/>
              <a:buNone/>
            </a:pPr>
            <a:r>
              <a:rPr lang="en-US" sz="2400">
                <a:latin typeface="Calibri"/>
                <a:ea typeface="Calibri"/>
                <a:cs typeface="Calibri"/>
                <a:sym typeface="Calibri"/>
              </a:rPr>
              <a:t> </a:t>
            </a:r>
            <a:endParaRPr sz="2400">
              <a:latin typeface="Calibri"/>
              <a:ea typeface="Calibri"/>
              <a:cs typeface="Calibri"/>
              <a:sym typeface="Calibri"/>
            </a:endParaRPr>
          </a:p>
          <a:p>
            <a:pPr marL="0" lvl="0" indent="0" algn="just" rtl="0">
              <a:lnSpc>
                <a:spcPct val="90000"/>
              </a:lnSpc>
              <a:spcBef>
                <a:spcPts val="1000"/>
              </a:spcBef>
              <a:spcAft>
                <a:spcPts val="0"/>
              </a:spcAft>
              <a:buClr>
                <a:schemeClr val="lt1"/>
              </a:buClr>
              <a:buSzPts val="2400"/>
              <a:buNone/>
            </a:pPr>
            <a:endParaRPr sz="2400">
              <a:latin typeface="Calibri"/>
              <a:ea typeface="Calibri"/>
              <a:cs typeface="Calibri"/>
              <a:sym typeface="Calibri"/>
            </a:endParaRPr>
          </a:p>
        </p:txBody>
      </p:sp>
      <p:pic>
        <p:nvPicPr>
          <p:cNvPr id="397" name="Google Shape;397;p22"/>
          <p:cNvPicPr preferRelativeResize="0">
            <a:picLocks noGrp="1"/>
          </p:cNvPicPr>
          <p:nvPr>
            <p:ph type="pic" idx="2"/>
          </p:nvPr>
        </p:nvPicPr>
        <p:blipFill rotWithShape="1">
          <a:blip r:embed="rId3">
            <a:alphaModFix/>
          </a:blip>
          <a:srcRect l="9024" r="9024"/>
          <a:stretch/>
        </p:blipFill>
        <p:spPr>
          <a:xfrm>
            <a:off x="6326710" y="1395951"/>
            <a:ext cx="4997558" cy="406609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23"/>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403" name="Google Shape;403;p23"/>
          <p:cNvSpPr txBox="1">
            <a:spLocks noGrp="1"/>
          </p:cNvSpPr>
          <p:nvPr>
            <p:ph type="title"/>
          </p:nvPr>
        </p:nvSpPr>
        <p:spPr>
          <a:xfrm>
            <a:off x="337736" y="748759"/>
            <a:ext cx="5127233" cy="79687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C000"/>
              </a:buClr>
              <a:buSzPts val="3200"/>
              <a:buFont typeface="Twentieth Century"/>
              <a:buNone/>
            </a:pPr>
            <a:r>
              <a:rPr lang="en-US"/>
              <a:t>MEMERIKSA DATA</a:t>
            </a:r>
            <a:endParaRPr/>
          </a:p>
        </p:txBody>
      </p:sp>
      <p:sp>
        <p:nvSpPr>
          <p:cNvPr id="404" name="Google Shape;404;p23"/>
          <p:cNvSpPr txBox="1">
            <a:spLocks noGrp="1"/>
          </p:cNvSpPr>
          <p:nvPr>
            <p:ph type="body" idx="1"/>
          </p:nvPr>
        </p:nvSpPr>
        <p:spPr>
          <a:xfrm>
            <a:off x="422312" y="1200836"/>
            <a:ext cx="5649625" cy="2675652"/>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1F3763"/>
              </a:buClr>
              <a:buSzPts val="2400"/>
              <a:buNone/>
            </a:pPr>
            <a:r>
              <a:rPr lang="en-US" sz="2400">
                <a:solidFill>
                  <a:srgbClr val="1F3763"/>
                </a:solidFill>
                <a:latin typeface="Calibri"/>
                <a:ea typeface="Calibri"/>
                <a:cs typeface="Calibri"/>
                <a:sym typeface="Calibri"/>
              </a:rPr>
              <a:t> </a:t>
            </a:r>
            <a:endParaRPr sz="2400">
              <a:solidFill>
                <a:srgbClr val="1F3763"/>
              </a:solidFill>
              <a:latin typeface="Calibri"/>
              <a:ea typeface="Calibri"/>
              <a:cs typeface="Calibri"/>
              <a:sym typeface="Calibri"/>
            </a:endParaRPr>
          </a:p>
        </p:txBody>
      </p:sp>
      <p:sp>
        <p:nvSpPr>
          <p:cNvPr id="405" name="Google Shape;405;p23"/>
          <p:cNvSpPr/>
          <p:nvPr/>
        </p:nvSpPr>
        <p:spPr>
          <a:xfrm>
            <a:off x="232609" y="2155937"/>
            <a:ext cx="5855369" cy="304698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lt1"/>
                </a:solidFill>
                <a:latin typeface="Twentieth Century"/>
                <a:ea typeface="Twentieth Century"/>
                <a:cs typeface="Twentieth Century"/>
                <a:sym typeface="Twentieth Century"/>
              </a:rPr>
              <a:t>Selain itu, memeriksa data Anda adalah cara yang baik untuk menemukan ketidaknormalan dan keanehan. Mungkin beberapa iris mata Anda diukur dengan menggunakan satuan inci dan bukan sentimeter, misalnya. Di dunia nyata, ketidakkonsistenan dalam data dan pengukuran yang tidak terduga adalah hal yang sangat umum.</a:t>
            </a:r>
            <a:endParaRPr/>
          </a:p>
        </p:txBody>
      </p:sp>
      <p:pic>
        <p:nvPicPr>
          <p:cNvPr id="406" name="Google Shape;406;p23"/>
          <p:cNvPicPr preferRelativeResize="0">
            <a:picLocks noGrp="1"/>
          </p:cNvPicPr>
          <p:nvPr>
            <p:ph type="pic" idx="2"/>
          </p:nvPr>
        </p:nvPicPr>
        <p:blipFill rotWithShape="1">
          <a:blip r:embed="rId3">
            <a:alphaModFix/>
          </a:blip>
          <a:srcRect l="9027" r="9028"/>
          <a:stretch/>
        </p:blipFill>
        <p:spPr>
          <a:xfrm>
            <a:off x="6268088" y="1281507"/>
            <a:ext cx="5278879" cy="429498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pic>
        <p:nvPicPr>
          <p:cNvPr id="411" name="Google Shape;411;p24"/>
          <p:cNvPicPr preferRelativeResize="0">
            <a:picLocks noGrp="1"/>
          </p:cNvPicPr>
          <p:nvPr>
            <p:ph type="pic" idx="2"/>
          </p:nvPr>
        </p:nvPicPr>
        <p:blipFill rotWithShape="1">
          <a:blip r:embed="rId3">
            <a:alphaModFix/>
          </a:blip>
          <a:srcRect l="17562" r="17562"/>
          <a:stretch/>
        </p:blipFill>
        <p:spPr>
          <a:xfrm>
            <a:off x="569913" y="1114425"/>
            <a:ext cx="4887912" cy="5022850"/>
          </a:xfrm>
          <a:prstGeom prst="rect">
            <a:avLst/>
          </a:prstGeom>
          <a:noFill/>
          <a:ln>
            <a:noFill/>
          </a:ln>
        </p:spPr>
      </p:pic>
      <p:sp>
        <p:nvSpPr>
          <p:cNvPr id="412" name="Google Shape;412;p24"/>
          <p:cNvSpPr txBox="1">
            <a:spLocks noGrp="1"/>
          </p:cNvSpPr>
          <p:nvPr>
            <p:ph type="body" idx="1"/>
          </p:nvPr>
        </p:nvSpPr>
        <p:spPr>
          <a:xfrm>
            <a:off x="5822223" y="1044983"/>
            <a:ext cx="5949674" cy="4320267"/>
          </a:xfrm>
          <a:prstGeom prst="rect">
            <a:avLst/>
          </a:prstGeom>
          <a:noFill/>
          <a:ln>
            <a:noFill/>
          </a:ln>
        </p:spPr>
        <p:txBody>
          <a:bodyPr spcFirstLastPara="1" wrap="square" lIns="91425" tIns="45700" rIns="91425" bIns="45700" anchor="t" anchorCtr="0">
            <a:noAutofit/>
          </a:bodyPr>
          <a:lstStyle/>
          <a:p>
            <a:pPr marL="0" marR="151130" lvl="0" indent="0" algn="just" rtl="0">
              <a:lnSpc>
                <a:spcPct val="120000"/>
              </a:lnSpc>
              <a:spcBef>
                <a:spcPts val="0"/>
              </a:spcBef>
              <a:spcAft>
                <a:spcPts val="0"/>
              </a:spcAft>
              <a:buClr>
                <a:schemeClr val="dk1"/>
              </a:buClr>
              <a:buSzPts val="2800"/>
              <a:buNone/>
            </a:pPr>
            <a:r>
              <a:rPr lang="en-US" sz="2800">
                <a:solidFill>
                  <a:schemeClr val="dk1"/>
                </a:solidFill>
                <a:latin typeface="Twentieth Century"/>
                <a:ea typeface="Twentieth Century"/>
                <a:cs typeface="Twentieth Century"/>
                <a:sym typeface="Twentieth Century"/>
              </a:rPr>
              <a:t>Salah satu cara terbaik untuk memeriksa data adalah dengan memvisualisasikannya. Salah satu cara untuk melakukannya adalah dengan menggunakan scatter plot. Plot sebaran data menempatkan satu fitur di sepanjang sumbu x dan fitur lainnya di sepanjang sumbu y, dan menggambar titik untuk setiap titik data. </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pic>
        <p:nvPicPr>
          <p:cNvPr id="417" name="Google Shape;417;p25"/>
          <p:cNvPicPr preferRelativeResize="0">
            <a:picLocks noGrp="1"/>
          </p:cNvPicPr>
          <p:nvPr>
            <p:ph type="pic" idx="2"/>
          </p:nvPr>
        </p:nvPicPr>
        <p:blipFill rotWithShape="1">
          <a:blip r:embed="rId3">
            <a:alphaModFix/>
          </a:blip>
          <a:srcRect l="17562" r="17562"/>
          <a:stretch/>
        </p:blipFill>
        <p:spPr>
          <a:xfrm>
            <a:off x="569913" y="1114425"/>
            <a:ext cx="4887912" cy="5022850"/>
          </a:xfrm>
          <a:prstGeom prst="rect">
            <a:avLst/>
          </a:prstGeom>
          <a:noFill/>
          <a:ln>
            <a:noFill/>
          </a:ln>
        </p:spPr>
      </p:pic>
      <p:sp>
        <p:nvSpPr>
          <p:cNvPr id="418" name="Google Shape;418;p25"/>
          <p:cNvSpPr txBox="1">
            <a:spLocks noGrp="1"/>
          </p:cNvSpPr>
          <p:nvPr>
            <p:ph type="body" idx="1"/>
          </p:nvPr>
        </p:nvSpPr>
        <p:spPr>
          <a:xfrm>
            <a:off x="5798160" y="1237489"/>
            <a:ext cx="5949674" cy="4320267"/>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0E60AC"/>
              </a:buClr>
              <a:buSzPts val="2400"/>
              <a:buNone/>
            </a:pPr>
            <a:r>
              <a:rPr lang="en-US" sz="2400">
                <a:solidFill>
                  <a:srgbClr val="0E60AC"/>
                </a:solidFill>
                <a:latin typeface="Twentieth Century"/>
                <a:ea typeface="Twentieth Century"/>
                <a:cs typeface="Twentieth Century"/>
                <a:sym typeface="Twentieth Century"/>
              </a:rPr>
              <a:t>Sayangnya, layar komputer hanya memiliki dua dimensi, yang memungkinkan kita untuk memplot hanya dua (atau mungkin tiga) fitur pada satu waktu. Salah satu cara untuk mengatasi masalah ini adalah dengan melakukan plot pasangan, yang melihat semua pasangan fitur yang mungkin. </a:t>
            </a:r>
            <a:endParaRPr/>
          </a:p>
          <a:p>
            <a:pPr marL="0" lvl="0" indent="0" algn="just" rtl="0">
              <a:lnSpc>
                <a:spcPct val="150000"/>
              </a:lnSpc>
              <a:spcBef>
                <a:spcPts val="0"/>
              </a:spcBef>
              <a:spcAft>
                <a:spcPts val="0"/>
              </a:spcAft>
              <a:buClr>
                <a:srgbClr val="363636"/>
              </a:buClr>
              <a:buSzPts val="2800"/>
              <a:buNone/>
            </a:pPr>
            <a:endParaRPr sz="2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pic>
        <p:nvPicPr>
          <p:cNvPr id="423" name="Google Shape;423;p26"/>
          <p:cNvPicPr preferRelativeResize="0">
            <a:picLocks noGrp="1"/>
          </p:cNvPicPr>
          <p:nvPr>
            <p:ph type="pic" idx="2"/>
          </p:nvPr>
        </p:nvPicPr>
        <p:blipFill rotWithShape="1">
          <a:blip r:embed="rId3">
            <a:alphaModFix/>
          </a:blip>
          <a:srcRect l="17562" r="17562"/>
          <a:stretch/>
        </p:blipFill>
        <p:spPr>
          <a:xfrm>
            <a:off x="569913" y="1114425"/>
            <a:ext cx="4887912" cy="5022850"/>
          </a:xfrm>
          <a:prstGeom prst="rect">
            <a:avLst/>
          </a:prstGeom>
          <a:noFill/>
          <a:ln>
            <a:noFill/>
          </a:ln>
        </p:spPr>
      </p:pic>
      <p:sp>
        <p:nvSpPr>
          <p:cNvPr id="424" name="Google Shape;424;p26"/>
          <p:cNvSpPr/>
          <p:nvPr/>
        </p:nvSpPr>
        <p:spPr>
          <a:xfrm>
            <a:off x="5670884" y="1505414"/>
            <a:ext cx="6096000" cy="397031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chemeClr val="dk1"/>
                </a:solidFill>
                <a:latin typeface="Twentieth Century"/>
                <a:ea typeface="Twentieth Century"/>
                <a:cs typeface="Twentieth Century"/>
                <a:sym typeface="Twentieth Century"/>
              </a:rPr>
              <a:t>Jika Anda memiliki sejumlah kecil fitur, seperti empat fitur yang kami miliki di sini, hal ini cukup masuk akal. Namun, Anda harus ingat bahwa pair plot tidak menunjukkan interaksi dari semua fitur sekaligus, sehingga beberapa aspek menarik dari data mungkin tidak akan terlihat ketika memvisualisasikannya dengan cara ini.</a:t>
            </a:r>
            <a:endParaRPr sz="2400">
              <a:solidFill>
                <a:schemeClr val="dk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p27" descr="A graph of different sizes and colors&#10;&#10;Description automatically generated with medium confidence"/>
          <p:cNvPicPr preferRelativeResize="0">
            <a:picLocks noGrp="1"/>
          </p:cNvPicPr>
          <p:nvPr>
            <p:ph type="body" idx="1"/>
          </p:nvPr>
        </p:nvPicPr>
        <p:blipFill rotWithShape="1">
          <a:blip r:embed="rId3">
            <a:alphaModFix/>
          </a:blip>
          <a:srcRect/>
          <a:stretch/>
        </p:blipFill>
        <p:spPr>
          <a:xfrm>
            <a:off x="3602506" y="496075"/>
            <a:ext cx="4986989" cy="4981329"/>
          </a:xfrm>
          <a:prstGeom prst="rect">
            <a:avLst/>
          </a:prstGeom>
          <a:noFill/>
          <a:ln>
            <a:noFill/>
          </a:ln>
        </p:spPr>
      </p:pic>
      <p:sp>
        <p:nvSpPr>
          <p:cNvPr id="430" name="Google Shape;430;p27"/>
          <p:cNvSpPr txBox="1"/>
          <p:nvPr/>
        </p:nvSpPr>
        <p:spPr>
          <a:xfrm>
            <a:off x="1662714" y="5657324"/>
            <a:ext cx="8866572" cy="463075"/>
          </a:xfrm>
          <a:prstGeom prst="rect">
            <a:avLst/>
          </a:prstGeom>
          <a:noFill/>
          <a:ln>
            <a:noFill/>
          </a:ln>
        </p:spPr>
        <p:txBody>
          <a:bodyPr spcFirstLastPara="1" wrap="square" lIns="91425" tIns="45700" rIns="91425" bIns="45700" anchor="t" anchorCtr="0">
            <a:spAutoFit/>
          </a:bodyPr>
          <a:lstStyle/>
          <a:p>
            <a:pPr marL="736600" marR="0" lvl="0" indent="0" algn="ctr" rtl="0">
              <a:lnSpc>
                <a:spcPct val="150000"/>
              </a:lnSpc>
              <a:spcBef>
                <a:spcPts val="0"/>
              </a:spcBef>
              <a:spcAft>
                <a:spcPts val="0"/>
              </a:spcAft>
              <a:buNone/>
            </a:pPr>
            <a:r>
              <a:rPr lang="en-US" sz="1800" b="1" i="1">
                <a:solidFill>
                  <a:schemeClr val="dk1"/>
                </a:solidFill>
                <a:latin typeface="Twentieth Century"/>
                <a:ea typeface="Twentieth Century"/>
                <a:cs typeface="Twentieth Century"/>
                <a:sym typeface="Twentieth Century"/>
              </a:rPr>
              <a:t>Gambar 1-3. Plot pasangan dari dataset Iris, diwarnai dengan label kelas</a:t>
            </a:r>
            <a:endParaRPr sz="1600" b="1">
              <a:solidFill>
                <a:schemeClr val="dk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pic>
        <p:nvPicPr>
          <p:cNvPr id="435" name="Google Shape;435;p28" descr="A graph of different sizes and colors&#10;&#10;Description automatically generated with medium confidence"/>
          <p:cNvPicPr preferRelativeResize="0">
            <a:picLocks noGrp="1"/>
          </p:cNvPicPr>
          <p:nvPr>
            <p:ph type="body" idx="1"/>
          </p:nvPr>
        </p:nvPicPr>
        <p:blipFill rotWithShape="1">
          <a:blip r:embed="rId3">
            <a:alphaModFix/>
          </a:blip>
          <a:srcRect/>
          <a:stretch/>
        </p:blipFill>
        <p:spPr>
          <a:xfrm>
            <a:off x="3916379" y="933560"/>
            <a:ext cx="4356282" cy="4351338"/>
          </a:xfrm>
          <a:prstGeom prst="rect">
            <a:avLst/>
          </a:prstGeom>
          <a:noFill/>
          <a:ln>
            <a:noFill/>
          </a:ln>
        </p:spPr>
      </p:pic>
      <p:sp>
        <p:nvSpPr>
          <p:cNvPr id="436" name="Google Shape;436;p28"/>
          <p:cNvSpPr txBox="1"/>
          <p:nvPr/>
        </p:nvSpPr>
        <p:spPr>
          <a:xfrm>
            <a:off x="1661234" y="5453341"/>
            <a:ext cx="8866572"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Twentieth Century"/>
                <a:ea typeface="Twentieth Century"/>
                <a:cs typeface="Twentieth Century"/>
                <a:sym typeface="Twentieth Century"/>
              </a:rPr>
              <a:t>Dari plot tersebut, kita dapat melihat bahwa ketiga kelas tersebut tampaknya relatif terpisah dengan baik menggunakan pengukuran sepal dan kelopak. Ini berarti bahwa model pembelajaran mesin kemungkinan besar akan dapat belajar untuk memisahkannya.</a:t>
            </a:r>
            <a:endParaRPr sz="1800">
              <a:solidFill>
                <a:schemeClr val="dk1"/>
              </a:solidFill>
              <a:latin typeface="Twentieth Century"/>
              <a:ea typeface="Twentieth Century"/>
              <a:cs typeface="Twentieth Century"/>
              <a:sym typeface="Twentieth Century"/>
            </a:endParaRPr>
          </a:p>
          <a:p>
            <a:pPr marL="0" marR="0" lvl="0" indent="0" algn="l" rtl="0">
              <a:spcBef>
                <a:spcPts val="0"/>
              </a:spcBef>
              <a:spcAft>
                <a:spcPts val="0"/>
              </a:spcAft>
              <a:buNone/>
            </a:pPr>
            <a:endParaRPr sz="1800">
              <a:solidFill>
                <a:schemeClr val="dk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29"/>
          <p:cNvSpPr txBox="1">
            <a:spLocks noGrp="1"/>
          </p:cNvSpPr>
          <p:nvPr>
            <p:ph type="ctrTitle"/>
          </p:nvPr>
        </p:nvSpPr>
        <p:spPr>
          <a:xfrm>
            <a:off x="2333732" y="2541902"/>
            <a:ext cx="3048000" cy="176884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Twentieth Century"/>
              <a:buNone/>
            </a:pPr>
            <a:r>
              <a:rPr lang="en-US"/>
              <a:t>Terima</a:t>
            </a:r>
            <a:br>
              <a:rPr lang="en-US"/>
            </a:br>
            <a:r>
              <a:rPr lang="en-US"/>
              <a:t>Kasih</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Office Theme">
  <a:themeElements>
    <a:clrScheme name="UEU Color">
      <a:dk1>
        <a:srgbClr val="0E60AC"/>
      </a:dk1>
      <a:lt1>
        <a:srgbClr val="FFFFFF"/>
      </a:lt1>
      <a:dk2>
        <a:srgbClr val="0E60AC"/>
      </a:dk2>
      <a:lt2>
        <a:srgbClr val="FFFFFF"/>
      </a:lt2>
      <a:accent1>
        <a:srgbClr val="0B4E8B"/>
      </a:accent1>
      <a:accent2>
        <a:srgbClr val="EF7220"/>
      </a:accent2>
      <a:accent3>
        <a:srgbClr val="0F68B9"/>
      </a:accent3>
      <a:accent4>
        <a:srgbClr val="DA6210"/>
      </a:accent4>
      <a:accent5>
        <a:srgbClr val="D8D8D8"/>
      </a:accent5>
      <a:accent6>
        <a:srgbClr val="0B4E8B"/>
      </a:accent6>
      <a:hlink>
        <a:srgbClr val="DA6210"/>
      </a:hlink>
      <a:folHlink>
        <a:srgbClr val="EF722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1089</Words>
  <Application>Microsoft Office PowerPoint</Application>
  <PresentationFormat>Widescreen</PresentationFormat>
  <Paragraphs>80</Paragraphs>
  <Slides>29</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Twentieth Century</vt:lpstr>
      <vt:lpstr>Office Theme</vt:lpstr>
      <vt:lpstr>Machine Learning</vt:lpstr>
      <vt:lpstr>PowerPoint Presentation</vt:lpstr>
      <vt:lpstr>PowerPoint Presentation</vt:lpstr>
      <vt:lpstr>PowerPoint Presentation</vt:lpstr>
      <vt:lpstr>PowerPoint Presentation</vt:lpstr>
      <vt:lpstr>SUPERVISED LEARNING:  KLASIFIKASI</vt:lpstr>
      <vt:lpstr>KLASIFIKASI</vt:lpstr>
      <vt:lpstr>KLASIFIKASI</vt:lpstr>
      <vt:lpstr>PowerPoint Presentation</vt:lpstr>
      <vt:lpstr>KLASIFIKASI</vt:lpstr>
      <vt:lpstr>PowerPoint Presentation</vt:lpstr>
      <vt:lpstr>PowerPoint Presentation</vt:lpstr>
      <vt:lpstr>PowerPoint Presentation</vt:lpstr>
      <vt:lpstr>PowerPoint Presentation</vt:lpstr>
      <vt:lpstr>SUPERVISED LEARNING:  REGRESI</vt:lpstr>
      <vt:lpstr>REGRESI</vt:lpstr>
      <vt:lpstr>REGRESI</vt:lpstr>
      <vt:lpstr>PowerPoint Presentation</vt:lpstr>
      <vt:lpstr>KLASIFIKASI atau REGRESI?</vt:lpstr>
      <vt:lpstr>PowerPoint Presentation</vt:lpstr>
      <vt:lpstr>PowerPoint Presentation</vt:lpstr>
      <vt:lpstr>MEMERIKSA DATA</vt:lpstr>
      <vt:lpstr>MEMERIKSA DATA</vt:lpstr>
      <vt:lpstr>PowerPoint Presentation</vt:lpstr>
      <vt:lpstr>PowerPoint Presentation</vt:lpstr>
      <vt:lpstr>PowerPoint Presentation</vt:lpstr>
      <vt:lpstr>PowerPoint Presentation</vt:lpstr>
      <vt:lpstr>PowerPoint Presentation</vt:lpstr>
      <vt:lpstr>Terima 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Ari Candra</dc:creator>
  <cp:lastModifiedBy>Rahmat Budiarsa</cp:lastModifiedBy>
  <cp:revision>1</cp:revision>
  <dcterms:created xsi:type="dcterms:W3CDTF">2023-08-22T04:51:45Z</dcterms:created>
  <dcterms:modified xsi:type="dcterms:W3CDTF">2025-05-05T13:20:07Z</dcterms:modified>
</cp:coreProperties>
</file>