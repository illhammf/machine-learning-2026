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6"/>
  </p:notesMasterIdLst>
  <p:sldIdLst>
    <p:sldId id="256" r:id="rId2"/>
    <p:sldId id="2061"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062" r:id="rId2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9" roundtripDataSignature="AMtx7mjcMG0OSmzrmHCmS/vocIq0b7bcs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280" autoAdjust="0"/>
  </p:normalViewPr>
  <p:slideViewPr>
    <p:cSldViewPr snapToGrid="0">
      <p:cViewPr varScale="1">
        <p:scale>
          <a:sx n="64" d="100"/>
          <a:sy n="64" d="100"/>
        </p:scale>
        <p:origin x="90" y="1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253" name="Google Shape;25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0" name="Google Shape;27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1" name="Google Shape;28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2" name="Google Shape;29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7" name="Google Shape;29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3" name="Google Shape;303;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1" name="Google Shape;31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1" name="Google Shape;32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1" name="Google Shape;33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6" name="Google Shape;336;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2" name="Google Shape;342;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9" name="Google Shape;349;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6" name="Google Shape;356;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3" name="Google Shape;363;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1" name="Google Shape;371;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6" name="Google Shape;37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2" name="Google Shape;382;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9" name="Google Shape;389;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6" name="Google Shape;39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3" name="Google Shape;403;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0" name="Google Shape;410;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7" name="Google Shape;427;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 2">
  <p:cSld name="1_Cover 2">
    <p:spTree>
      <p:nvGrpSpPr>
        <p:cNvPr id="1" name="Shape 18"/>
        <p:cNvGrpSpPr/>
        <p:nvPr/>
      </p:nvGrpSpPr>
      <p:grpSpPr>
        <a:xfrm>
          <a:off x="0" y="0"/>
          <a:ext cx="0" cy="0"/>
          <a:chOff x="0" y="0"/>
          <a:chExt cx="0" cy="0"/>
        </a:xfrm>
      </p:grpSpPr>
      <p:sp>
        <p:nvSpPr>
          <p:cNvPr id="19" name="Google Shape;19;p25"/>
          <p:cNvSpPr/>
          <p:nvPr/>
        </p:nvSpPr>
        <p:spPr>
          <a:xfrm>
            <a:off x="0" y="0"/>
            <a:ext cx="12192000" cy="6858000"/>
          </a:xfrm>
          <a:prstGeom prst="rect">
            <a:avLst/>
          </a:prstGeom>
          <a:solidFill>
            <a:srgbClr val="0E60AC"/>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Twentieth Century"/>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20" name="Google Shape;20;p25"/>
          <p:cNvSpPr>
            <a:spLocks noGrp="1"/>
          </p:cNvSpPr>
          <p:nvPr>
            <p:ph type="pic" idx="2"/>
          </p:nvPr>
        </p:nvSpPr>
        <p:spPr>
          <a:xfrm flipH="1">
            <a:off x="7384744" y="0"/>
            <a:ext cx="4807256" cy="6858000"/>
          </a:xfrm>
          <a:prstGeom prst="flowChartDelay">
            <a:avLst/>
          </a:prstGeom>
          <a:noFill/>
          <a:ln>
            <a:noFill/>
          </a:ln>
        </p:spPr>
        <p:txBody>
          <a:bodyPr/>
          <a:lstStyle/>
          <a:p>
            <a:endParaRPr lang="en-ID"/>
          </a:p>
        </p:txBody>
      </p:sp>
      <p:grpSp>
        <p:nvGrpSpPr>
          <p:cNvPr id="21" name="Google Shape;21;p25"/>
          <p:cNvGrpSpPr/>
          <p:nvPr/>
        </p:nvGrpSpPr>
        <p:grpSpPr>
          <a:xfrm>
            <a:off x="159779" y="171572"/>
            <a:ext cx="1971606" cy="729735"/>
            <a:chOff x="648649" y="653143"/>
            <a:chExt cx="2138362" cy="791455"/>
          </a:xfrm>
        </p:grpSpPr>
        <p:sp>
          <p:nvSpPr>
            <p:cNvPr id="22" name="Google Shape;22;p25"/>
            <p:cNvSpPr/>
            <p:nvPr/>
          </p:nvSpPr>
          <p:spPr>
            <a:xfrm>
              <a:off x="648649" y="653143"/>
              <a:ext cx="2138362" cy="791455"/>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Twentieth Century"/>
                <a:buNone/>
              </a:pPr>
              <a:endParaRPr sz="1800" b="0" i="0" u="none" strike="noStrike" cap="none">
                <a:solidFill>
                  <a:schemeClr val="lt1"/>
                </a:solidFill>
                <a:latin typeface="Twentieth Century"/>
                <a:ea typeface="Twentieth Century"/>
                <a:cs typeface="Twentieth Century"/>
                <a:sym typeface="Twentieth Century"/>
              </a:endParaRPr>
            </a:p>
          </p:txBody>
        </p:sp>
        <p:pic>
          <p:nvPicPr>
            <p:cNvPr id="23" name="Google Shape;23;p25"/>
            <p:cNvPicPr preferRelativeResize="0"/>
            <p:nvPr/>
          </p:nvPicPr>
          <p:blipFill rotWithShape="1">
            <a:blip r:embed="rId2">
              <a:alphaModFix/>
            </a:blip>
            <a:srcRect t="16017" b="18101"/>
            <a:stretch/>
          </p:blipFill>
          <p:spPr>
            <a:xfrm>
              <a:off x="702844" y="653143"/>
              <a:ext cx="2029972" cy="753035"/>
            </a:xfrm>
            <a:prstGeom prst="rect">
              <a:avLst/>
            </a:prstGeom>
            <a:noFill/>
            <a:ln>
              <a:noFill/>
            </a:ln>
          </p:spPr>
        </p:pic>
      </p:grpSp>
      <p:sp>
        <p:nvSpPr>
          <p:cNvPr id="24" name="Google Shape;24;p25"/>
          <p:cNvSpPr txBox="1">
            <a:spLocks noGrp="1"/>
          </p:cNvSpPr>
          <p:nvPr>
            <p:ph type="title"/>
          </p:nvPr>
        </p:nvSpPr>
        <p:spPr>
          <a:xfrm>
            <a:off x="588970" y="1773946"/>
            <a:ext cx="6385335" cy="2024109"/>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lt1"/>
              </a:buClr>
              <a:buSzPts val="5400"/>
              <a:buFont typeface="Twentieth Century"/>
              <a:buNone/>
              <a:defRPr sz="5400" b="1">
                <a:solidFill>
                  <a:schemeClr val="lt1"/>
                </a:solidFill>
                <a:latin typeface="Twentieth Century"/>
                <a:ea typeface="Twentieth Century"/>
                <a:cs typeface="Twentieth Century"/>
                <a:sym typeface="Twentieth Centur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588970" y="4703142"/>
            <a:ext cx="6385335" cy="1212175"/>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chemeClr val="lt1"/>
              </a:buClr>
              <a:buSzPts val="2400"/>
              <a:buNone/>
              <a:defRPr sz="2400">
                <a:solidFill>
                  <a:schemeClr val="lt1"/>
                </a:solidFill>
                <a:latin typeface="Twentieth Century"/>
                <a:ea typeface="Twentieth Century"/>
                <a:cs typeface="Twentieth Century"/>
                <a:sym typeface="Twentieth Century"/>
              </a:defRPr>
            </a:lvl1pPr>
            <a:lvl2pPr marL="914400" lvl="1" indent="-342900" algn="just">
              <a:lnSpc>
                <a:spcPct val="90000"/>
              </a:lnSpc>
              <a:spcBef>
                <a:spcPts val="500"/>
              </a:spcBef>
              <a:spcAft>
                <a:spcPts val="0"/>
              </a:spcAft>
              <a:buClr>
                <a:srgbClr val="151515"/>
              </a:buClr>
              <a:buSzPts val="1800"/>
              <a:buAutoNum type="alphaLcPeriod"/>
              <a:defRPr/>
            </a:lvl2pPr>
            <a:lvl3pPr marL="1371600" lvl="2" indent="-342900" algn="just">
              <a:lnSpc>
                <a:spcPct val="90000"/>
              </a:lnSpc>
              <a:spcBef>
                <a:spcPts val="500"/>
              </a:spcBef>
              <a:spcAft>
                <a:spcPts val="0"/>
              </a:spcAft>
              <a:buClr>
                <a:srgbClr val="151515"/>
              </a:buClr>
              <a:buSzPts val="1800"/>
              <a:buChar char="•"/>
              <a:defRPr/>
            </a:lvl3pPr>
            <a:lvl4pPr marL="1828800" lvl="3" indent="-342900" algn="just">
              <a:lnSpc>
                <a:spcPct val="90000"/>
              </a:lnSpc>
              <a:spcBef>
                <a:spcPts val="500"/>
              </a:spcBef>
              <a:spcAft>
                <a:spcPts val="0"/>
              </a:spcAft>
              <a:buClr>
                <a:srgbClr val="151515"/>
              </a:buClr>
              <a:buSzPts val="1800"/>
              <a:buChar char="•"/>
              <a:defRPr/>
            </a:lvl4pPr>
            <a:lvl5pPr marL="2286000" lvl="4" indent="-342900" algn="just">
              <a:lnSpc>
                <a:spcPct val="90000"/>
              </a:lnSpc>
              <a:spcBef>
                <a:spcPts val="500"/>
              </a:spcBef>
              <a:spcAft>
                <a:spcPts val="0"/>
              </a:spcAft>
              <a:buClr>
                <a:srgbClr val="151515"/>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3"/>
          </p:nvPr>
        </p:nvSpPr>
        <p:spPr>
          <a:xfrm>
            <a:off x="588970" y="4198087"/>
            <a:ext cx="3642135" cy="425950"/>
          </a:xfrm>
          <a:prstGeom prst="rect">
            <a:avLst/>
          </a:prstGeom>
          <a:noFill/>
          <a:ln>
            <a:noFill/>
          </a:ln>
        </p:spPr>
        <p:txBody>
          <a:bodyPr spcFirstLastPara="1" wrap="square" lIns="91425" tIns="45700" rIns="91425" bIns="45700" anchor="t" anchorCtr="0">
            <a:noAutofit/>
          </a:bodyPr>
          <a:lstStyle>
            <a:lvl1pPr marL="457200" lvl="0" indent="-228600" algn="just">
              <a:lnSpc>
                <a:spcPct val="90000"/>
              </a:lnSpc>
              <a:spcBef>
                <a:spcPts val="1000"/>
              </a:spcBef>
              <a:spcAft>
                <a:spcPts val="0"/>
              </a:spcAft>
              <a:buClr>
                <a:srgbClr val="FFC000"/>
              </a:buClr>
              <a:buSzPts val="2800"/>
              <a:buNone/>
              <a:defRPr sz="2800" b="1">
                <a:solidFill>
                  <a:srgbClr val="FFC000"/>
                </a:solidFill>
              </a:defRPr>
            </a:lvl1pPr>
            <a:lvl2pPr marL="914400" lvl="1" indent="-342900" algn="just">
              <a:lnSpc>
                <a:spcPct val="90000"/>
              </a:lnSpc>
              <a:spcBef>
                <a:spcPts val="500"/>
              </a:spcBef>
              <a:spcAft>
                <a:spcPts val="0"/>
              </a:spcAft>
              <a:buClr>
                <a:srgbClr val="151515"/>
              </a:buClr>
              <a:buSzPts val="1800"/>
              <a:buAutoNum type="alphaLcPeriod"/>
              <a:defRPr/>
            </a:lvl2pPr>
            <a:lvl3pPr marL="1371600" lvl="2" indent="-342900" algn="just">
              <a:lnSpc>
                <a:spcPct val="90000"/>
              </a:lnSpc>
              <a:spcBef>
                <a:spcPts val="500"/>
              </a:spcBef>
              <a:spcAft>
                <a:spcPts val="0"/>
              </a:spcAft>
              <a:buClr>
                <a:srgbClr val="151515"/>
              </a:buClr>
              <a:buSzPts val="1800"/>
              <a:buChar char="•"/>
              <a:defRPr/>
            </a:lvl3pPr>
            <a:lvl4pPr marL="1828800" lvl="3" indent="-342900" algn="just">
              <a:lnSpc>
                <a:spcPct val="90000"/>
              </a:lnSpc>
              <a:spcBef>
                <a:spcPts val="500"/>
              </a:spcBef>
              <a:spcAft>
                <a:spcPts val="0"/>
              </a:spcAft>
              <a:buClr>
                <a:srgbClr val="151515"/>
              </a:buClr>
              <a:buSzPts val="1800"/>
              <a:buChar char="•"/>
              <a:defRPr/>
            </a:lvl4pPr>
            <a:lvl5pPr marL="2286000" lvl="4" indent="-342900" algn="just">
              <a:lnSpc>
                <a:spcPct val="90000"/>
              </a:lnSpc>
              <a:spcBef>
                <a:spcPts val="500"/>
              </a:spcBef>
              <a:spcAft>
                <a:spcPts val="0"/>
              </a:spcAft>
              <a:buClr>
                <a:srgbClr val="151515"/>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p:nvPr/>
        </p:nvSpPr>
        <p:spPr>
          <a:xfrm>
            <a:off x="588970" y="3975211"/>
            <a:ext cx="1659545" cy="45719"/>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Twentieth Century"/>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28" name="Google Shape;28;p25"/>
          <p:cNvSpPr txBox="1">
            <a:spLocks noGrp="1"/>
          </p:cNvSpPr>
          <p:nvPr>
            <p:ph type="body" idx="4"/>
          </p:nvPr>
        </p:nvSpPr>
        <p:spPr>
          <a:xfrm>
            <a:off x="588969" y="1268891"/>
            <a:ext cx="3642135" cy="425950"/>
          </a:xfrm>
          <a:prstGeom prst="rect">
            <a:avLst/>
          </a:prstGeom>
          <a:noFill/>
          <a:ln>
            <a:noFill/>
          </a:ln>
        </p:spPr>
        <p:txBody>
          <a:bodyPr spcFirstLastPara="1" wrap="square" lIns="91425" tIns="45700" rIns="91425" bIns="45700" anchor="t" anchorCtr="0">
            <a:noAutofit/>
          </a:bodyPr>
          <a:lstStyle>
            <a:lvl1pPr marL="457200" lvl="0" indent="-228600" algn="just">
              <a:lnSpc>
                <a:spcPct val="90000"/>
              </a:lnSpc>
              <a:spcBef>
                <a:spcPts val="1000"/>
              </a:spcBef>
              <a:spcAft>
                <a:spcPts val="0"/>
              </a:spcAft>
              <a:buClr>
                <a:srgbClr val="FFC000"/>
              </a:buClr>
              <a:buSzPts val="2800"/>
              <a:buNone/>
              <a:defRPr sz="2800" b="1">
                <a:solidFill>
                  <a:srgbClr val="FFC000"/>
                </a:solidFill>
              </a:defRPr>
            </a:lvl1pPr>
            <a:lvl2pPr marL="914400" lvl="1" indent="-342900" algn="just">
              <a:lnSpc>
                <a:spcPct val="90000"/>
              </a:lnSpc>
              <a:spcBef>
                <a:spcPts val="500"/>
              </a:spcBef>
              <a:spcAft>
                <a:spcPts val="0"/>
              </a:spcAft>
              <a:buClr>
                <a:srgbClr val="151515"/>
              </a:buClr>
              <a:buSzPts val="1800"/>
              <a:buAutoNum type="alphaLcPeriod"/>
              <a:defRPr/>
            </a:lvl2pPr>
            <a:lvl3pPr marL="1371600" lvl="2" indent="-342900" algn="just">
              <a:lnSpc>
                <a:spcPct val="90000"/>
              </a:lnSpc>
              <a:spcBef>
                <a:spcPts val="500"/>
              </a:spcBef>
              <a:spcAft>
                <a:spcPts val="0"/>
              </a:spcAft>
              <a:buClr>
                <a:srgbClr val="151515"/>
              </a:buClr>
              <a:buSzPts val="1800"/>
              <a:buChar char="•"/>
              <a:defRPr/>
            </a:lvl3pPr>
            <a:lvl4pPr marL="1828800" lvl="3" indent="-342900" algn="just">
              <a:lnSpc>
                <a:spcPct val="90000"/>
              </a:lnSpc>
              <a:spcBef>
                <a:spcPts val="500"/>
              </a:spcBef>
              <a:spcAft>
                <a:spcPts val="0"/>
              </a:spcAft>
              <a:buClr>
                <a:srgbClr val="151515"/>
              </a:buClr>
              <a:buSzPts val="1800"/>
              <a:buChar char="•"/>
              <a:defRPr/>
            </a:lvl4pPr>
            <a:lvl5pPr marL="2286000" lvl="4" indent="-342900" algn="just">
              <a:lnSpc>
                <a:spcPct val="90000"/>
              </a:lnSpc>
              <a:spcBef>
                <a:spcPts val="500"/>
              </a:spcBef>
              <a:spcAft>
                <a:spcPts val="0"/>
              </a:spcAft>
              <a:buClr>
                <a:srgbClr val="151515"/>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opik (Sebelum UTS)">
  <p:cSld name="Topik (Sebelum UTS)">
    <p:spTree>
      <p:nvGrpSpPr>
        <p:cNvPr id="1" name="Shape 42"/>
        <p:cNvGrpSpPr/>
        <p:nvPr/>
      </p:nvGrpSpPr>
      <p:grpSpPr>
        <a:xfrm>
          <a:off x="0" y="0"/>
          <a:ext cx="0" cy="0"/>
          <a:chOff x="0" y="0"/>
          <a:chExt cx="0" cy="0"/>
        </a:xfrm>
      </p:grpSpPr>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E8E8E"/>
              </a:buClr>
              <a:buSzPts val="1200"/>
              <a:buFont typeface="Twentieth Century"/>
              <a:buNone/>
              <a:defRPr/>
            </a:lvl1pPr>
            <a:lvl2pPr marL="0" marR="0" lvl="1" indent="0" algn="r">
              <a:lnSpc>
                <a:spcPct val="100000"/>
              </a:lnSpc>
              <a:spcBef>
                <a:spcPts val="0"/>
              </a:spcBef>
              <a:spcAft>
                <a:spcPts val="0"/>
              </a:spcAft>
              <a:buClr>
                <a:srgbClr val="8E8E8E"/>
              </a:buClr>
              <a:buSzPts val="1200"/>
              <a:buFont typeface="Twentieth Century"/>
              <a:buNone/>
              <a:defRPr/>
            </a:lvl2pPr>
            <a:lvl3pPr marL="0" marR="0" lvl="2" indent="0" algn="r">
              <a:lnSpc>
                <a:spcPct val="100000"/>
              </a:lnSpc>
              <a:spcBef>
                <a:spcPts val="0"/>
              </a:spcBef>
              <a:spcAft>
                <a:spcPts val="0"/>
              </a:spcAft>
              <a:buClr>
                <a:srgbClr val="8E8E8E"/>
              </a:buClr>
              <a:buSzPts val="1200"/>
              <a:buFont typeface="Twentieth Century"/>
              <a:buNone/>
              <a:defRPr/>
            </a:lvl3pPr>
            <a:lvl4pPr marL="0" marR="0" lvl="3" indent="0" algn="r">
              <a:lnSpc>
                <a:spcPct val="100000"/>
              </a:lnSpc>
              <a:spcBef>
                <a:spcPts val="0"/>
              </a:spcBef>
              <a:spcAft>
                <a:spcPts val="0"/>
              </a:spcAft>
              <a:buClr>
                <a:srgbClr val="8E8E8E"/>
              </a:buClr>
              <a:buSzPts val="1200"/>
              <a:buFont typeface="Twentieth Century"/>
              <a:buNone/>
              <a:defRPr/>
            </a:lvl4pPr>
            <a:lvl5pPr marL="0" marR="0" lvl="4" indent="0" algn="r">
              <a:lnSpc>
                <a:spcPct val="100000"/>
              </a:lnSpc>
              <a:spcBef>
                <a:spcPts val="0"/>
              </a:spcBef>
              <a:spcAft>
                <a:spcPts val="0"/>
              </a:spcAft>
              <a:buClr>
                <a:srgbClr val="8E8E8E"/>
              </a:buClr>
              <a:buSzPts val="1200"/>
              <a:buFont typeface="Twentieth Century"/>
              <a:buNone/>
              <a:defRPr/>
            </a:lvl5pPr>
            <a:lvl6pPr marL="0" marR="0" lvl="5" indent="0" algn="r">
              <a:lnSpc>
                <a:spcPct val="100000"/>
              </a:lnSpc>
              <a:spcBef>
                <a:spcPts val="0"/>
              </a:spcBef>
              <a:spcAft>
                <a:spcPts val="0"/>
              </a:spcAft>
              <a:buClr>
                <a:srgbClr val="8E8E8E"/>
              </a:buClr>
              <a:buSzPts val="1200"/>
              <a:buFont typeface="Twentieth Century"/>
              <a:buNone/>
              <a:defRPr/>
            </a:lvl6pPr>
            <a:lvl7pPr marL="0" marR="0" lvl="6" indent="0" algn="r">
              <a:lnSpc>
                <a:spcPct val="100000"/>
              </a:lnSpc>
              <a:spcBef>
                <a:spcPts val="0"/>
              </a:spcBef>
              <a:spcAft>
                <a:spcPts val="0"/>
              </a:spcAft>
              <a:buClr>
                <a:srgbClr val="8E8E8E"/>
              </a:buClr>
              <a:buSzPts val="1200"/>
              <a:buFont typeface="Twentieth Century"/>
              <a:buNone/>
              <a:defRPr/>
            </a:lvl7pPr>
            <a:lvl8pPr marL="0" marR="0" lvl="7" indent="0" algn="r">
              <a:lnSpc>
                <a:spcPct val="100000"/>
              </a:lnSpc>
              <a:spcBef>
                <a:spcPts val="0"/>
              </a:spcBef>
              <a:spcAft>
                <a:spcPts val="0"/>
              </a:spcAft>
              <a:buClr>
                <a:srgbClr val="8E8E8E"/>
              </a:buClr>
              <a:buSzPts val="1200"/>
              <a:buFont typeface="Twentieth Century"/>
              <a:buNone/>
              <a:defRPr/>
            </a:lvl8pPr>
            <a:lvl9pPr marL="0" marR="0" lvl="8" indent="0" algn="r">
              <a:lnSpc>
                <a:spcPct val="100000"/>
              </a:lnSpc>
              <a:spcBef>
                <a:spcPts val="0"/>
              </a:spcBef>
              <a:spcAft>
                <a:spcPts val="0"/>
              </a:spcAft>
              <a:buClr>
                <a:srgbClr val="8E8E8E"/>
              </a:buClr>
              <a:buSzPts val="1200"/>
              <a:buFont typeface="Twentieth Century"/>
              <a:buNone/>
              <a:defRPr/>
            </a:lvl9pPr>
          </a:lstStyle>
          <a:p>
            <a:pPr marL="0" lvl="0" indent="0" algn="r" rtl="0">
              <a:spcBef>
                <a:spcPts val="0"/>
              </a:spcBef>
              <a:spcAft>
                <a:spcPts val="0"/>
              </a:spcAft>
              <a:buNone/>
            </a:pPr>
            <a:endParaRPr/>
          </a:p>
        </p:txBody>
      </p:sp>
      <p:sp>
        <p:nvSpPr>
          <p:cNvPr id="44" name="Google Shape;44;p27"/>
          <p:cNvSpPr/>
          <p:nvPr/>
        </p:nvSpPr>
        <p:spPr>
          <a:xfrm>
            <a:off x="640237" y="1899390"/>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45" name="Google Shape;45;p27"/>
          <p:cNvSpPr txBox="1">
            <a:spLocks noGrp="1"/>
          </p:cNvSpPr>
          <p:nvPr>
            <p:ph type="body" idx="1"/>
          </p:nvPr>
        </p:nvSpPr>
        <p:spPr>
          <a:xfrm>
            <a:off x="801277" y="2394950"/>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83866"/>
              </a:buClr>
              <a:buSzPts val="1600"/>
              <a:buNone/>
              <a:defRPr sz="1600">
                <a:solidFill>
                  <a:srgbClr val="08386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7"/>
          <p:cNvSpPr txBox="1"/>
          <p:nvPr/>
        </p:nvSpPr>
        <p:spPr>
          <a:xfrm>
            <a:off x="801277" y="1962504"/>
            <a:ext cx="7457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a:solidFill>
                  <a:srgbClr val="EB7020"/>
                </a:solidFill>
                <a:latin typeface="Twentieth Century"/>
                <a:ea typeface="Twentieth Century"/>
                <a:cs typeface="Twentieth Century"/>
                <a:sym typeface="Twentieth Century"/>
              </a:rPr>
              <a:t>Sesi 1</a:t>
            </a:r>
            <a:endParaRPr/>
          </a:p>
        </p:txBody>
      </p:sp>
      <p:sp>
        <p:nvSpPr>
          <p:cNvPr id="47" name="Google Shape;47;p27"/>
          <p:cNvSpPr/>
          <p:nvPr/>
        </p:nvSpPr>
        <p:spPr>
          <a:xfrm>
            <a:off x="3432142" y="1899390"/>
            <a:ext cx="2542295" cy="1567543"/>
          </a:xfrm>
          <a:prstGeom prst="rect">
            <a:avLst/>
          </a:prstGeom>
          <a:solidFill>
            <a:srgbClr val="FCE2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48" name="Google Shape;48;p27"/>
          <p:cNvSpPr txBox="1">
            <a:spLocks noGrp="1"/>
          </p:cNvSpPr>
          <p:nvPr>
            <p:ph type="body" idx="2"/>
          </p:nvPr>
        </p:nvSpPr>
        <p:spPr>
          <a:xfrm>
            <a:off x="3593182" y="2394950"/>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83866"/>
              </a:buClr>
              <a:buSzPts val="1600"/>
              <a:buNone/>
              <a:defRPr sz="1600">
                <a:solidFill>
                  <a:srgbClr val="08386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27"/>
          <p:cNvSpPr txBox="1"/>
          <p:nvPr/>
        </p:nvSpPr>
        <p:spPr>
          <a:xfrm>
            <a:off x="3593182" y="1962504"/>
            <a:ext cx="7457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2</a:t>
            </a:r>
            <a:endParaRPr/>
          </a:p>
        </p:txBody>
      </p:sp>
      <p:sp>
        <p:nvSpPr>
          <p:cNvPr id="50" name="Google Shape;50;p27"/>
          <p:cNvSpPr/>
          <p:nvPr/>
        </p:nvSpPr>
        <p:spPr>
          <a:xfrm>
            <a:off x="6226616" y="1899390"/>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51" name="Google Shape;51;p27"/>
          <p:cNvSpPr txBox="1">
            <a:spLocks noGrp="1"/>
          </p:cNvSpPr>
          <p:nvPr>
            <p:ph type="body" idx="3"/>
          </p:nvPr>
        </p:nvSpPr>
        <p:spPr>
          <a:xfrm>
            <a:off x="6387656" y="2394950"/>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83866"/>
              </a:buClr>
              <a:buSzPts val="1600"/>
              <a:buNone/>
              <a:defRPr sz="1600">
                <a:solidFill>
                  <a:srgbClr val="08386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27"/>
          <p:cNvSpPr txBox="1"/>
          <p:nvPr/>
        </p:nvSpPr>
        <p:spPr>
          <a:xfrm>
            <a:off x="6387656" y="1962504"/>
            <a:ext cx="7457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3</a:t>
            </a:r>
            <a:endParaRPr/>
          </a:p>
        </p:txBody>
      </p:sp>
      <p:sp>
        <p:nvSpPr>
          <p:cNvPr id="53" name="Google Shape;53;p27"/>
          <p:cNvSpPr/>
          <p:nvPr/>
        </p:nvSpPr>
        <p:spPr>
          <a:xfrm>
            <a:off x="9018521" y="1899390"/>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54" name="Google Shape;54;p27"/>
          <p:cNvSpPr txBox="1">
            <a:spLocks noGrp="1"/>
          </p:cNvSpPr>
          <p:nvPr>
            <p:ph type="body" idx="4"/>
          </p:nvPr>
        </p:nvSpPr>
        <p:spPr>
          <a:xfrm>
            <a:off x="9179561" y="2394950"/>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83866"/>
              </a:buClr>
              <a:buSzPts val="1600"/>
              <a:buNone/>
              <a:defRPr sz="1600">
                <a:solidFill>
                  <a:srgbClr val="08386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27"/>
          <p:cNvSpPr txBox="1"/>
          <p:nvPr/>
        </p:nvSpPr>
        <p:spPr>
          <a:xfrm>
            <a:off x="9179561" y="1962504"/>
            <a:ext cx="7457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4</a:t>
            </a:r>
            <a:endParaRPr/>
          </a:p>
        </p:txBody>
      </p:sp>
      <p:sp>
        <p:nvSpPr>
          <p:cNvPr id="56" name="Google Shape;56;p27"/>
          <p:cNvSpPr/>
          <p:nvPr/>
        </p:nvSpPr>
        <p:spPr>
          <a:xfrm>
            <a:off x="640237" y="3771083"/>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57" name="Google Shape;57;p27"/>
          <p:cNvSpPr txBox="1">
            <a:spLocks noGrp="1"/>
          </p:cNvSpPr>
          <p:nvPr>
            <p:ph type="body" idx="5"/>
          </p:nvPr>
        </p:nvSpPr>
        <p:spPr>
          <a:xfrm>
            <a:off x="801277" y="4266643"/>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83866"/>
              </a:buClr>
              <a:buSzPts val="1600"/>
              <a:buNone/>
              <a:defRPr sz="1600">
                <a:solidFill>
                  <a:srgbClr val="08386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27"/>
          <p:cNvSpPr txBox="1"/>
          <p:nvPr/>
        </p:nvSpPr>
        <p:spPr>
          <a:xfrm>
            <a:off x="801277" y="3834197"/>
            <a:ext cx="7457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5</a:t>
            </a:r>
            <a:endParaRPr/>
          </a:p>
        </p:txBody>
      </p:sp>
      <p:sp>
        <p:nvSpPr>
          <p:cNvPr id="59" name="Google Shape;59;p27"/>
          <p:cNvSpPr/>
          <p:nvPr/>
        </p:nvSpPr>
        <p:spPr>
          <a:xfrm>
            <a:off x="3432142" y="3771083"/>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60" name="Google Shape;60;p27"/>
          <p:cNvSpPr txBox="1">
            <a:spLocks noGrp="1"/>
          </p:cNvSpPr>
          <p:nvPr>
            <p:ph type="body" idx="6"/>
          </p:nvPr>
        </p:nvSpPr>
        <p:spPr>
          <a:xfrm>
            <a:off x="3593182" y="4266643"/>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83866"/>
              </a:buClr>
              <a:buSzPts val="1600"/>
              <a:buNone/>
              <a:defRPr sz="1600">
                <a:solidFill>
                  <a:srgbClr val="08386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27"/>
          <p:cNvSpPr txBox="1"/>
          <p:nvPr/>
        </p:nvSpPr>
        <p:spPr>
          <a:xfrm>
            <a:off x="3593182" y="3834197"/>
            <a:ext cx="7457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6</a:t>
            </a:r>
            <a:endParaRPr/>
          </a:p>
        </p:txBody>
      </p:sp>
      <p:sp>
        <p:nvSpPr>
          <p:cNvPr id="62" name="Google Shape;62;p27"/>
          <p:cNvSpPr/>
          <p:nvPr/>
        </p:nvSpPr>
        <p:spPr>
          <a:xfrm>
            <a:off x="6226616" y="3771083"/>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63" name="Google Shape;63;p27"/>
          <p:cNvSpPr txBox="1">
            <a:spLocks noGrp="1"/>
          </p:cNvSpPr>
          <p:nvPr>
            <p:ph type="body" idx="7"/>
          </p:nvPr>
        </p:nvSpPr>
        <p:spPr>
          <a:xfrm>
            <a:off x="6387656" y="4266643"/>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83866"/>
              </a:buClr>
              <a:buSzPts val="1600"/>
              <a:buNone/>
              <a:defRPr sz="1600">
                <a:solidFill>
                  <a:srgbClr val="08386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27"/>
          <p:cNvSpPr txBox="1"/>
          <p:nvPr/>
        </p:nvSpPr>
        <p:spPr>
          <a:xfrm>
            <a:off x="6387656" y="3834197"/>
            <a:ext cx="7457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7</a:t>
            </a:r>
            <a:endParaRPr/>
          </a:p>
        </p:txBody>
      </p:sp>
      <p:sp>
        <p:nvSpPr>
          <p:cNvPr id="65" name="Google Shape;65;p27"/>
          <p:cNvSpPr/>
          <p:nvPr/>
        </p:nvSpPr>
        <p:spPr>
          <a:xfrm>
            <a:off x="9018521" y="3771083"/>
            <a:ext cx="2542295" cy="1567543"/>
          </a:xfrm>
          <a:prstGeom prst="rect">
            <a:avLst/>
          </a:prstGeom>
          <a:solidFill>
            <a:srgbClr val="EB702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66" name="Google Shape;66;p27"/>
          <p:cNvSpPr txBox="1"/>
          <p:nvPr/>
        </p:nvSpPr>
        <p:spPr>
          <a:xfrm>
            <a:off x="9179561" y="4139355"/>
            <a:ext cx="188276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lt1"/>
                </a:solidFill>
                <a:latin typeface="Twentieth Century"/>
                <a:ea typeface="Twentieth Century"/>
                <a:cs typeface="Twentieth Century"/>
                <a:sym typeface="Twentieth Century"/>
              </a:rPr>
              <a:t>Ujian Tengah</a:t>
            </a:r>
            <a:endParaRPr/>
          </a:p>
          <a:p>
            <a:pPr marL="0" marR="0" lvl="0" indent="0" algn="l" rtl="0">
              <a:spcBef>
                <a:spcPts val="0"/>
              </a:spcBef>
              <a:spcAft>
                <a:spcPts val="0"/>
              </a:spcAft>
              <a:buNone/>
            </a:pPr>
            <a:r>
              <a:rPr lang="en-US" sz="2400" b="1">
                <a:solidFill>
                  <a:schemeClr val="lt1"/>
                </a:solidFill>
                <a:latin typeface="Twentieth Century"/>
                <a:ea typeface="Twentieth Century"/>
                <a:cs typeface="Twentieth Century"/>
                <a:sym typeface="Twentieth Century"/>
              </a:rPr>
              <a:t>Semester</a:t>
            </a:r>
            <a:endParaRPr/>
          </a:p>
        </p:txBody>
      </p:sp>
      <p:sp>
        <p:nvSpPr>
          <p:cNvPr id="67" name="Google Shape;67;p27"/>
          <p:cNvSpPr/>
          <p:nvPr/>
        </p:nvSpPr>
        <p:spPr>
          <a:xfrm>
            <a:off x="571756" y="1068393"/>
            <a:ext cx="3824893"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dk2"/>
                </a:solidFill>
                <a:latin typeface="Twentieth Century"/>
                <a:ea typeface="Twentieth Century"/>
                <a:cs typeface="Twentieth Century"/>
                <a:sym typeface="Twentieth Century"/>
              </a:rPr>
              <a:t>Topik Sebelum UTS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opik (Sebelum UAS)">
  <p:cSld name="Topik (Sebelum UAS)">
    <p:spTree>
      <p:nvGrpSpPr>
        <p:cNvPr id="1" name="Shape 68"/>
        <p:cNvGrpSpPr/>
        <p:nvPr/>
      </p:nvGrpSpPr>
      <p:grpSpPr>
        <a:xfrm>
          <a:off x="0" y="0"/>
          <a:ext cx="0" cy="0"/>
          <a:chOff x="0" y="0"/>
          <a:chExt cx="0" cy="0"/>
        </a:xfrm>
      </p:grpSpPr>
      <p:sp>
        <p:nvSpPr>
          <p:cNvPr id="69" name="Google Shape;69;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E8E8E"/>
              </a:buClr>
              <a:buSzPts val="1200"/>
              <a:buFont typeface="Twentieth Century"/>
              <a:buNone/>
              <a:defRPr/>
            </a:lvl1pPr>
            <a:lvl2pPr marL="0" marR="0" lvl="1" indent="0" algn="r">
              <a:lnSpc>
                <a:spcPct val="100000"/>
              </a:lnSpc>
              <a:spcBef>
                <a:spcPts val="0"/>
              </a:spcBef>
              <a:spcAft>
                <a:spcPts val="0"/>
              </a:spcAft>
              <a:buClr>
                <a:srgbClr val="8E8E8E"/>
              </a:buClr>
              <a:buSzPts val="1200"/>
              <a:buFont typeface="Twentieth Century"/>
              <a:buNone/>
              <a:defRPr/>
            </a:lvl2pPr>
            <a:lvl3pPr marL="0" marR="0" lvl="2" indent="0" algn="r">
              <a:lnSpc>
                <a:spcPct val="100000"/>
              </a:lnSpc>
              <a:spcBef>
                <a:spcPts val="0"/>
              </a:spcBef>
              <a:spcAft>
                <a:spcPts val="0"/>
              </a:spcAft>
              <a:buClr>
                <a:srgbClr val="8E8E8E"/>
              </a:buClr>
              <a:buSzPts val="1200"/>
              <a:buFont typeface="Twentieth Century"/>
              <a:buNone/>
              <a:defRPr/>
            </a:lvl3pPr>
            <a:lvl4pPr marL="0" marR="0" lvl="3" indent="0" algn="r">
              <a:lnSpc>
                <a:spcPct val="100000"/>
              </a:lnSpc>
              <a:spcBef>
                <a:spcPts val="0"/>
              </a:spcBef>
              <a:spcAft>
                <a:spcPts val="0"/>
              </a:spcAft>
              <a:buClr>
                <a:srgbClr val="8E8E8E"/>
              </a:buClr>
              <a:buSzPts val="1200"/>
              <a:buFont typeface="Twentieth Century"/>
              <a:buNone/>
              <a:defRPr/>
            </a:lvl4pPr>
            <a:lvl5pPr marL="0" marR="0" lvl="4" indent="0" algn="r">
              <a:lnSpc>
                <a:spcPct val="100000"/>
              </a:lnSpc>
              <a:spcBef>
                <a:spcPts val="0"/>
              </a:spcBef>
              <a:spcAft>
                <a:spcPts val="0"/>
              </a:spcAft>
              <a:buClr>
                <a:srgbClr val="8E8E8E"/>
              </a:buClr>
              <a:buSzPts val="1200"/>
              <a:buFont typeface="Twentieth Century"/>
              <a:buNone/>
              <a:defRPr/>
            </a:lvl5pPr>
            <a:lvl6pPr marL="0" marR="0" lvl="5" indent="0" algn="r">
              <a:lnSpc>
                <a:spcPct val="100000"/>
              </a:lnSpc>
              <a:spcBef>
                <a:spcPts val="0"/>
              </a:spcBef>
              <a:spcAft>
                <a:spcPts val="0"/>
              </a:spcAft>
              <a:buClr>
                <a:srgbClr val="8E8E8E"/>
              </a:buClr>
              <a:buSzPts val="1200"/>
              <a:buFont typeface="Twentieth Century"/>
              <a:buNone/>
              <a:defRPr/>
            </a:lvl6pPr>
            <a:lvl7pPr marL="0" marR="0" lvl="6" indent="0" algn="r">
              <a:lnSpc>
                <a:spcPct val="100000"/>
              </a:lnSpc>
              <a:spcBef>
                <a:spcPts val="0"/>
              </a:spcBef>
              <a:spcAft>
                <a:spcPts val="0"/>
              </a:spcAft>
              <a:buClr>
                <a:srgbClr val="8E8E8E"/>
              </a:buClr>
              <a:buSzPts val="1200"/>
              <a:buFont typeface="Twentieth Century"/>
              <a:buNone/>
              <a:defRPr/>
            </a:lvl7pPr>
            <a:lvl8pPr marL="0" marR="0" lvl="7" indent="0" algn="r">
              <a:lnSpc>
                <a:spcPct val="100000"/>
              </a:lnSpc>
              <a:spcBef>
                <a:spcPts val="0"/>
              </a:spcBef>
              <a:spcAft>
                <a:spcPts val="0"/>
              </a:spcAft>
              <a:buClr>
                <a:srgbClr val="8E8E8E"/>
              </a:buClr>
              <a:buSzPts val="1200"/>
              <a:buFont typeface="Twentieth Century"/>
              <a:buNone/>
              <a:defRPr/>
            </a:lvl8pPr>
            <a:lvl9pPr marL="0" marR="0" lvl="8" indent="0" algn="r">
              <a:lnSpc>
                <a:spcPct val="100000"/>
              </a:lnSpc>
              <a:spcBef>
                <a:spcPts val="0"/>
              </a:spcBef>
              <a:spcAft>
                <a:spcPts val="0"/>
              </a:spcAft>
              <a:buClr>
                <a:srgbClr val="8E8E8E"/>
              </a:buClr>
              <a:buSzPts val="1200"/>
              <a:buFont typeface="Twentieth Century"/>
              <a:buNone/>
              <a:defRPr/>
            </a:lvl9pPr>
          </a:lstStyle>
          <a:p>
            <a:pPr marL="0" lvl="0" indent="0" algn="r" rtl="0">
              <a:spcBef>
                <a:spcPts val="0"/>
              </a:spcBef>
              <a:spcAft>
                <a:spcPts val="0"/>
              </a:spcAft>
              <a:buNone/>
            </a:pPr>
            <a:endParaRPr/>
          </a:p>
        </p:txBody>
      </p:sp>
      <p:sp>
        <p:nvSpPr>
          <p:cNvPr id="70" name="Google Shape;70;p28"/>
          <p:cNvSpPr/>
          <p:nvPr/>
        </p:nvSpPr>
        <p:spPr>
          <a:xfrm>
            <a:off x="640237" y="1899390"/>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71" name="Google Shape;71;p28"/>
          <p:cNvSpPr txBox="1">
            <a:spLocks noGrp="1"/>
          </p:cNvSpPr>
          <p:nvPr>
            <p:ph type="body" idx="1"/>
          </p:nvPr>
        </p:nvSpPr>
        <p:spPr>
          <a:xfrm>
            <a:off x="801277" y="2394950"/>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83866"/>
              </a:buClr>
              <a:buSzPts val="1600"/>
              <a:buNone/>
              <a:defRPr sz="1600">
                <a:solidFill>
                  <a:srgbClr val="08386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28"/>
          <p:cNvSpPr txBox="1"/>
          <p:nvPr/>
        </p:nvSpPr>
        <p:spPr>
          <a:xfrm>
            <a:off x="801277" y="1962504"/>
            <a:ext cx="7457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8</a:t>
            </a:r>
            <a:endParaRPr/>
          </a:p>
        </p:txBody>
      </p:sp>
      <p:sp>
        <p:nvSpPr>
          <p:cNvPr id="73" name="Google Shape;73;p28"/>
          <p:cNvSpPr/>
          <p:nvPr/>
        </p:nvSpPr>
        <p:spPr>
          <a:xfrm>
            <a:off x="3432142" y="1899390"/>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74" name="Google Shape;74;p28"/>
          <p:cNvSpPr txBox="1">
            <a:spLocks noGrp="1"/>
          </p:cNvSpPr>
          <p:nvPr>
            <p:ph type="body" idx="2"/>
          </p:nvPr>
        </p:nvSpPr>
        <p:spPr>
          <a:xfrm>
            <a:off x="3593182" y="2394950"/>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83866"/>
              </a:buClr>
              <a:buSzPts val="1600"/>
              <a:buNone/>
              <a:defRPr sz="1600">
                <a:solidFill>
                  <a:srgbClr val="08386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8"/>
          <p:cNvSpPr txBox="1"/>
          <p:nvPr/>
        </p:nvSpPr>
        <p:spPr>
          <a:xfrm>
            <a:off x="3593182" y="1962504"/>
            <a:ext cx="7457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9</a:t>
            </a:r>
            <a:endParaRPr/>
          </a:p>
        </p:txBody>
      </p:sp>
      <p:sp>
        <p:nvSpPr>
          <p:cNvPr id="76" name="Google Shape;76;p28"/>
          <p:cNvSpPr/>
          <p:nvPr/>
        </p:nvSpPr>
        <p:spPr>
          <a:xfrm>
            <a:off x="6226616" y="1899390"/>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77" name="Google Shape;77;p28"/>
          <p:cNvSpPr txBox="1">
            <a:spLocks noGrp="1"/>
          </p:cNvSpPr>
          <p:nvPr>
            <p:ph type="body" idx="3"/>
          </p:nvPr>
        </p:nvSpPr>
        <p:spPr>
          <a:xfrm>
            <a:off x="6387656" y="2394950"/>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83866"/>
              </a:buClr>
              <a:buSzPts val="1600"/>
              <a:buNone/>
              <a:defRPr sz="1600">
                <a:solidFill>
                  <a:srgbClr val="08386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28"/>
          <p:cNvSpPr txBox="1"/>
          <p:nvPr/>
        </p:nvSpPr>
        <p:spPr>
          <a:xfrm>
            <a:off x="6387656" y="1962504"/>
            <a:ext cx="86754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10</a:t>
            </a:r>
            <a:endParaRPr/>
          </a:p>
        </p:txBody>
      </p:sp>
      <p:sp>
        <p:nvSpPr>
          <p:cNvPr id="79" name="Google Shape;79;p28"/>
          <p:cNvSpPr/>
          <p:nvPr/>
        </p:nvSpPr>
        <p:spPr>
          <a:xfrm>
            <a:off x="9018521" y="1899390"/>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80" name="Google Shape;80;p28"/>
          <p:cNvSpPr txBox="1">
            <a:spLocks noGrp="1"/>
          </p:cNvSpPr>
          <p:nvPr>
            <p:ph type="body" idx="4"/>
          </p:nvPr>
        </p:nvSpPr>
        <p:spPr>
          <a:xfrm>
            <a:off x="9179561" y="2394950"/>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83866"/>
              </a:buClr>
              <a:buSzPts val="1600"/>
              <a:buNone/>
              <a:defRPr sz="1600">
                <a:solidFill>
                  <a:srgbClr val="08386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8"/>
          <p:cNvSpPr txBox="1"/>
          <p:nvPr/>
        </p:nvSpPr>
        <p:spPr>
          <a:xfrm>
            <a:off x="9179561" y="1962504"/>
            <a:ext cx="86754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11</a:t>
            </a:r>
            <a:endParaRPr/>
          </a:p>
        </p:txBody>
      </p:sp>
      <p:sp>
        <p:nvSpPr>
          <p:cNvPr id="82" name="Google Shape;82;p28"/>
          <p:cNvSpPr/>
          <p:nvPr/>
        </p:nvSpPr>
        <p:spPr>
          <a:xfrm>
            <a:off x="640237" y="3771083"/>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83" name="Google Shape;83;p28"/>
          <p:cNvSpPr txBox="1">
            <a:spLocks noGrp="1"/>
          </p:cNvSpPr>
          <p:nvPr>
            <p:ph type="body" idx="5"/>
          </p:nvPr>
        </p:nvSpPr>
        <p:spPr>
          <a:xfrm>
            <a:off x="801277" y="4266643"/>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83866"/>
              </a:buClr>
              <a:buSzPts val="1600"/>
              <a:buNone/>
              <a:defRPr sz="1600">
                <a:solidFill>
                  <a:srgbClr val="08386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28"/>
          <p:cNvSpPr txBox="1"/>
          <p:nvPr/>
        </p:nvSpPr>
        <p:spPr>
          <a:xfrm>
            <a:off x="801277" y="3834197"/>
            <a:ext cx="86754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12</a:t>
            </a:r>
            <a:endParaRPr/>
          </a:p>
        </p:txBody>
      </p:sp>
      <p:sp>
        <p:nvSpPr>
          <p:cNvPr id="85" name="Google Shape;85;p28"/>
          <p:cNvSpPr/>
          <p:nvPr/>
        </p:nvSpPr>
        <p:spPr>
          <a:xfrm>
            <a:off x="3432142" y="3771083"/>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86" name="Google Shape;86;p28"/>
          <p:cNvSpPr txBox="1">
            <a:spLocks noGrp="1"/>
          </p:cNvSpPr>
          <p:nvPr>
            <p:ph type="body" idx="6"/>
          </p:nvPr>
        </p:nvSpPr>
        <p:spPr>
          <a:xfrm>
            <a:off x="3593182" y="4266643"/>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83866"/>
              </a:buClr>
              <a:buSzPts val="1600"/>
              <a:buNone/>
              <a:defRPr sz="1600">
                <a:solidFill>
                  <a:srgbClr val="08386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28"/>
          <p:cNvSpPr txBox="1"/>
          <p:nvPr/>
        </p:nvSpPr>
        <p:spPr>
          <a:xfrm>
            <a:off x="3593182" y="3834197"/>
            <a:ext cx="86754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13</a:t>
            </a:r>
            <a:endParaRPr/>
          </a:p>
        </p:txBody>
      </p:sp>
      <p:sp>
        <p:nvSpPr>
          <p:cNvPr id="88" name="Google Shape;88;p28"/>
          <p:cNvSpPr/>
          <p:nvPr/>
        </p:nvSpPr>
        <p:spPr>
          <a:xfrm>
            <a:off x="6226616" y="3771083"/>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89" name="Google Shape;89;p28"/>
          <p:cNvSpPr txBox="1">
            <a:spLocks noGrp="1"/>
          </p:cNvSpPr>
          <p:nvPr>
            <p:ph type="body" idx="7"/>
          </p:nvPr>
        </p:nvSpPr>
        <p:spPr>
          <a:xfrm>
            <a:off x="6387656" y="4266643"/>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83866"/>
              </a:buClr>
              <a:buSzPts val="1600"/>
              <a:buNone/>
              <a:defRPr sz="1600">
                <a:solidFill>
                  <a:srgbClr val="08386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0" name="Google Shape;90;p28"/>
          <p:cNvSpPr txBox="1"/>
          <p:nvPr/>
        </p:nvSpPr>
        <p:spPr>
          <a:xfrm>
            <a:off x="6387656" y="3834197"/>
            <a:ext cx="86754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14</a:t>
            </a:r>
            <a:endParaRPr/>
          </a:p>
        </p:txBody>
      </p:sp>
      <p:sp>
        <p:nvSpPr>
          <p:cNvPr id="91" name="Google Shape;91;p28"/>
          <p:cNvSpPr/>
          <p:nvPr/>
        </p:nvSpPr>
        <p:spPr>
          <a:xfrm>
            <a:off x="9018521" y="3771083"/>
            <a:ext cx="2542295" cy="1567543"/>
          </a:xfrm>
          <a:prstGeom prst="rect">
            <a:avLst/>
          </a:prstGeom>
          <a:solidFill>
            <a:srgbClr val="EB702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92" name="Google Shape;92;p28"/>
          <p:cNvSpPr txBox="1"/>
          <p:nvPr/>
        </p:nvSpPr>
        <p:spPr>
          <a:xfrm>
            <a:off x="9179561" y="4139355"/>
            <a:ext cx="1646605"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lt1"/>
                </a:solidFill>
                <a:latin typeface="Twentieth Century"/>
                <a:ea typeface="Twentieth Century"/>
                <a:cs typeface="Twentieth Century"/>
                <a:sym typeface="Twentieth Century"/>
              </a:rPr>
              <a:t>Ujian Akhir</a:t>
            </a:r>
            <a:endParaRPr sz="2400" b="1">
              <a:solidFill>
                <a:schemeClr val="lt1"/>
              </a:solidFill>
              <a:latin typeface="Twentieth Century"/>
              <a:ea typeface="Twentieth Century"/>
              <a:cs typeface="Twentieth Century"/>
              <a:sym typeface="Twentieth Century"/>
            </a:endParaRPr>
          </a:p>
          <a:p>
            <a:pPr marL="0" marR="0" lvl="0" indent="0" algn="l" rtl="0">
              <a:spcBef>
                <a:spcPts val="0"/>
              </a:spcBef>
              <a:spcAft>
                <a:spcPts val="0"/>
              </a:spcAft>
              <a:buNone/>
            </a:pPr>
            <a:r>
              <a:rPr lang="en-US" sz="2400" b="1">
                <a:solidFill>
                  <a:schemeClr val="lt1"/>
                </a:solidFill>
                <a:latin typeface="Twentieth Century"/>
                <a:ea typeface="Twentieth Century"/>
                <a:cs typeface="Twentieth Century"/>
                <a:sym typeface="Twentieth Century"/>
              </a:rPr>
              <a:t>Semester</a:t>
            </a:r>
            <a:endParaRPr/>
          </a:p>
        </p:txBody>
      </p:sp>
      <p:sp>
        <p:nvSpPr>
          <p:cNvPr id="93" name="Google Shape;93;p28"/>
          <p:cNvSpPr/>
          <p:nvPr/>
        </p:nvSpPr>
        <p:spPr>
          <a:xfrm>
            <a:off x="571756" y="1068393"/>
            <a:ext cx="391184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dk2"/>
                </a:solidFill>
                <a:latin typeface="Twentieth Century"/>
                <a:ea typeface="Twentieth Century"/>
                <a:cs typeface="Twentieth Century"/>
                <a:sym typeface="Twentieth Century"/>
              </a:rPr>
              <a:t>Topik Sebelum UAS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ujuan Pembelajaran">
  <p:cSld name="Tujuan Pembelajaran">
    <p:spTree>
      <p:nvGrpSpPr>
        <p:cNvPr id="1" name="Shape 94"/>
        <p:cNvGrpSpPr/>
        <p:nvPr/>
      </p:nvGrpSpPr>
      <p:grpSpPr>
        <a:xfrm>
          <a:off x="0" y="0"/>
          <a:ext cx="0" cy="0"/>
          <a:chOff x="0" y="0"/>
          <a:chExt cx="0" cy="0"/>
        </a:xfrm>
      </p:grpSpPr>
      <p:sp>
        <p:nvSpPr>
          <p:cNvPr id="95" name="Google Shape;95;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grpSp>
        <p:nvGrpSpPr>
          <p:cNvPr id="96" name="Google Shape;96;p29"/>
          <p:cNvGrpSpPr/>
          <p:nvPr/>
        </p:nvGrpSpPr>
        <p:grpSpPr>
          <a:xfrm>
            <a:off x="753475" y="1125069"/>
            <a:ext cx="6438605" cy="769441"/>
            <a:chOff x="753475" y="569942"/>
            <a:chExt cx="6438605" cy="769441"/>
          </a:xfrm>
        </p:grpSpPr>
        <p:sp>
          <p:nvSpPr>
            <p:cNvPr id="97" name="Google Shape;97;p29"/>
            <p:cNvSpPr/>
            <p:nvPr/>
          </p:nvSpPr>
          <p:spPr>
            <a:xfrm>
              <a:off x="1282044" y="716437"/>
              <a:ext cx="5910035" cy="518474"/>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98" name="Google Shape;98;p29"/>
            <p:cNvSpPr/>
            <p:nvPr/>
          </p:nvSpPr>
          <p:spPr>
            <a:xfrm>
              <a:off x="838200" y="584453"/>
              <a:ext cx="754930" cy="75493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99" name="Google Shape;99;p29"/>
            <p:cNvSpPr/>
            <p:nvPr/>
          </p:nvSpPr>
          <p:spPr>
            <a:xfrm>
              <a:off x="1654410" y="569942"/>
              <a:ext cx="5537670"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a:solidFill>
                    <a:schemeClr val="accent3"/>
                  </a:solidFill>
                  <a:latin typeface="Twentieth Century"/>
                  <a:ea typeface="Twentieth Century"/>
                  <a:cs typeface="Twentieth Century"/>
                  <a:sym typeface="Twentieth Century"/>
                </a:rPr>
                <a:t>Capaian Pembelajaran</a:t>
              </a:r>
              <a:endParaRPr sz="4400" b="1">
                <a:solidFill>
                  <a:schemeClr val="accent3"/>
                </a:solidFill>
                <a:latin typeface="Twentieth Century"/>
                <a:ea typeface="Twentieth Century"/>
                <a:cs typeface="Twentieth Century"/>
                <a:sym typeface="Twentieth Century"/>
              </a:endParaRPr>
            </a:p>
          </p:txBody>
        </p:sp>
        <p:pic>
          <p:nvPicPr>
            <p:cNvPr id="100" name="Google Shape;100;p29"/>
            <p:cNvPicPr preferRelativeResize="0"/>
            <p:nvPr/>
          </p:nvPicPr>
          <p:blipFill rotWithShape="1">
            <a:blip r:embed="rId2">
              <a:alphaModFix/>
            </a:blip>
            <a:srcRect/>
            <a:stretch/>
          </p:blipFill>
          <p:spPr>
            <a:xfrm>
              <a:off x="753475" y="649446"/>
              <a:ext cx="791900" cy="632821"/>
            </a:xfrm>
            <a:prstGeom prst="rect">
              <a:avLst/>
            </a:prstGeom>
            <a:noFill/>
            <a:ln>
              <a:noFill/>
            </a:ln>
          </p:spPr>
        </p:pic>
      </p:grpSp>
      <p:sp>
        <p:nvSpPr>
          <p:cNvPr id="101" name="Google Shape;101;p29"/>
          <p:cNvSpPr txBox="1">
            <a:spLocks noGrp="1"/>
          </p:cNvSpPr>
          <p:nvPr>
            <p:ph type="body" idx="1"/>
          </p:nvPr>
        </p:nvSpPr>
        <p:spPr>
          <a:xfrm>
            <a:off x="838200" y="2139885"/>
            <a:ext cx="10515600" cy="3971090"/>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031629"/>
              </a:buClr>
              <a:buSzPts val="2200"/>
              <a:buAutoNum type="arabicPeriod"/>
              <a:defRPr>
                <a:solidFill>
                  <a:srgbClr val="031629"/>
                </a:solidFill>
              </a:defRPr>
            </a:lvl1pPr>
            <a:lvl2pPr marL="914400" lvl="1" indent="-368300" algn="just">
              <a:lnSpc>
                <a:spcPct val="90000"/>
              </a:lnSpc>
              <a:spcBef>
                <a:spcPts val="500"/>
              </a:spcBef>
              <a:spcAft>
                <a:spcPts val="0"/>
              </a:spcAft>
              <a:buClr>
                <a:srgbClr val="031629"/>
              </a:buClr>
              <a:buSzPts val="2200"/>
              <a:buAutoNum type="alphaLcPeriod"/>
              <a:defRPr>
                <a:solidFill>
                  <a:srgbClr val="031629"/>
                </a:solidFill>
              </a:defRPr>
            </a:lvl2pPr>
            <a:lvl3pPr marL="1371600" lvl="2" indent="-368300" algn="just">
              <a:lnSpc>
                <a:spcPct val="90000"/>
              </a:lnSpc>
              <a:spcBef>
                <a:spcPts val="500"/>
              </a:spcBef>
              <a:spcAft>
                <a:spcPts val="0"/>
              </a:spcAft>
              <a:buClr>
                <a:srgbClr val="031629"/>
              </a:buClr>
              <a:buSzPts val="2200"/>
              <a:buChar char="•"/>
              <a:defRPr>
                <a:solidFill>
                  <a:srgbClr val="031629"/>
                </a:solidFill>
              </a:defRPr>
            </a:lvl3pPr>
            <a:lvl4pPr marL="1828800" lvl="3" indent="-368300" algn="just">
              <a:lnSpc>
                <a:spcPct val="90000"/>
              </a:lnSpc>
              <a:spcBef>
                <a:spcPts val="500"/>
              </a:spcBef>
              <a:spcAft>
                <a:spcPts val="0"/>
              </a:spcAft>
              <a:buClr>
                <a:srgbClr val="031629"/>
              </a:buClr>
              <a:buSzPts val="2200"/>
              <a:buChar char="•"/>
              <a:defRPr>
                <a:solidFill>
                  <a:srgbClr val="031629"/>
                </a:solidFill>
              </a:defRPr>
            </a:lvl4pPr>
            <a:lvl5pPr marL="2286000" lvl="4" indent="-368300" algn="just">
              <a:lnSpc>
                <a:spcPct val="90000"/>
              </a:lnSpc>
              <a:spcBef>
                <a:spcPts val="500"/>
              </a:spcBef>
              <a:spcAft>
                <a:spcPts val="0"/>
              </a:spcAft>
              <a:buClr>
                <a:srgbClr val="031629"/>
              </a:buClr>
              <a:buSzPts val="2200"/>
              <a:buChar char="•"/>
              <a:defRPr>
                <a:solidFill>
                  <a:srgbClr val="031629"/>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ub Topic 2">
  <p:cSld name="Sub Topic 2">
    <p:spTree>
      <p:nvGrpSpPr>
        <p:cNvPr id="1" name="Shape 102"/>
        <p:cNvGrpSpPr/>
        <p:nvPr/>
      </p:nvGrpSpPr>
      <p:grpSpPr>
        <a:xfrm>
          <a:off x="0" y="0"/>
          <a:ext cx="0" cy="0"/>
          <a:chOff x="0" y="0"/>
          <a:chExt cx="0" cy="0"/>
        </a:xfrm>
      </p:grpSpPr>
      <p:sp>
        <p:nvSpPr>
          <p:cNvPr id="103" name="Google Shape;103;p30"/>
          <p:cNvSpPr/>
          <p:nvPr/>
        </p:nvSpPr>
        <p:spPr>
          <a:xfrm>
            <a:off x="0" y="0"/>
            <a:ext cx="3641036" cy="6858000"/>
          </a:xfrm>
          <a:prstGeom prst="rect">
            <a:avLst/>
          </a:prstGeom>
          <a:solidFill>
            <a:srgbClr val="0E60A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04" name="Google Shape;104;p30"/>
          <p:cNvSpPr txBox="1">
            <a:spLocks noGrp="1"/>
          </p:cNvSpPr>
          <p:nvPr>
            <p:ph type="ctrTitle"/>
          </p:nvPr>
        </p:nvSpPr>
        <p:spPr>
          <a:xfrm>
            <a:off x="5824603" y="2217851"/>
            <a:ext cx="5529197" cy="1920647"/>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0E60AC"/>
              </a:buClr>
              <a:buSzPts val="6000"/>
              <a:buFont typeface="Twentieth Centur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5" name="Google Shape;105;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106" name="Google Shape;106;p30"/>
          <p:cNvSpPr>
            <a:spLocks noGrp="1"/>
          </p:cNvSpPr>
          <p:nvPr>
            <p:ph type="pic" idx="2"/>
          </p:nvPr>
        </p:nvSpPr>
        <p:spPr>
          <a:xfrm>
            <a:off x="0" y="499621"/>
            <a:ext cx="5316718" cy="5856730"/>
          </a:xfrm>
          <a:prstGeom prst="flowChartDelay">
            <a:avLst/>
          </a:prstGeom>
          <a:noFill/>
          <a:ln>
            <a:noFill/>
          </a:ln>
        </p:spPr>
      </p:sp>
      <p:grpSp>
        <p:nvGrpSpPr>
          <p:cNvPr id="107" name="Google Shape;107;p30"/>
          <p:cNvGrpSpPr/>
          <p:nvPr/>
        </p:nvGrpSpPr>
        <p:grpSpPr>
          <a:xfrm>
            <a:off x="98180" y="96425"/>
            <a:ext cx="1971606" cy="729735"/>
            <a:chOff x="648649" y="653143"/>
            <a:chExt cx="2138362" cy="791455"/>
          </a:xfrm>
        </p:grpSpPr>
        <p:sp>
          <p:nvSpPr>
            <p:cNvPr id="108" name="Google Shape;108;p30"/>
            <p:cNvSpPr/>
            <p:nvPr/>
          </p:nvSpPr>
          <p:spPr>
            <a:xfrm>
              <a:off x="648649" y="653143"/>
              <a:ext cx="2138362" cy="791455"/>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pic>
          <p:nvPicPr>
            <p:cNvPr id="109" name="Google Shape;109;p30"/>
            <p:cNvPicPr preferRelativeResize="0"/>
            <p:nvPr/>
          </p:nvPicPr>
          <p:blipFill rotWithShape="1">
            <a:blip r:embed="rId2">
              <a:alphaModFix/>
            </a:blip>
            <a:srcRect t="16017" b="18101"/>
            <a:stretch/>
          </p:blipFill>
          <p:spPr>
            <a:xfrm>
              <a:off x="702844" y="653143"/>
              <a:ext cx="2029972" cy="753035"/>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1">
  <p:cSld name="Picture with Caption 1">
    <p:spTree>
      <p:nvGrpSpPr>
        <p:cNvPr id="1" name="Shape 110"/>
        <p:cNvGrpSpPr/>
        <p:nvPr/>
      </p:nvGrpSpPr>
      <p:grpSpPr>
        <a:xfrm>
          <a:off x="0" y="0"/>
          <a:ext cx="0" cy="0"/>
          <a:chOff x="0" y="0"/>
          <a:chExt cx="0" cy="0"/>
        </a:xfrm>
      </p:grpSpPr>
      <p:sp>
        <p:nvSpPr>
          <p:cNvPr id="111" name="Google Shape;111;p31"/>
          <p:cNvSpPr/>
          <p:nvPr/>
        </p:nvSpPr>
        <p:spPr>
          <a:xfrm>
            <a:off x="0" y="0"/>
            <a:ext cx="4873658" cy="6858000"/>
          </a:xfrm>
          <a:prstGeom prst="rect">
            <a:avLst/>
          </a:prstGeom>
          <a:solidFill>
            <a:srgbClr val="0E60A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12" name="Google Shape;112;p31"/>
          <p:cNvSpPr>
            <a:spLocks noGrp="1"/>
          </p:cNvSpPr>
          <p:nvPr>
            <p:ph type="pic" idx="2"/>
          </p:nvPr>
        </p:nvSpPr>
        <p:spPr>
          <a:xfrm>
            <a:off x="5183188" y="1107481"/>
            <a:ext cx="5900448" cy="4800705"/>
          </a:xfrm>
          <a:prstGeom prst="rect">
            <a:avLst/>
          </a:prstGeom>
          <a:noFill/>
          <a:ln>
            <a:noFill/>
          </a:ln>
        </p:spPr>
      </p:sp>
      <p:sp>
        <p:nvSpPr>
          <p:cNvPr id="113" name="Google Shape;11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114" name="Google Shape;114;p31"/>
          <p:cNvSpPr txBox="1">
            <a:spLocks noGrp="1"/>
          </p:cNvSpPr>
          <p:nvPr>
            <p:ph type="title"/>
          </p:nvPr>
        </p:nvSpPr>
        <p:spPr>
          <a:xfrm>
            <a:off x="802081" y="886379"/>
            <a:ext cx="3751066" cy="121815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FFC000"/>
              </a:buClr>
              <a:buSzPts val="3200"/>
              <a:buFont typeface="Twentieth Century"/>
              <a:buNone/>
              <a:defRPr sz="3200">
                <a:solidFill>
                  <a:srgbClr val="FFC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5" name="Google Shape;115;p31"/>
          <p:cNvSpPr txBox="1">
            <a:spLocks noGrp="1"/>
          </p:cNvSpPr>
          <p:nvPr>
            <p:ph type="body" idx="1"/>
          </p:nvPr>
        </p:nvSpPr>
        <p:spPr>
          <a:xfrm>
            <a:off x="802081" y="2264241"/>
            <a:ext cx="3751066" cy="3643945"/>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chemeClr val="lt1"/>
              </a:buClr>
              <a:buSzPts val="2000"/>
              <a:buNone/>
              <a:defRPr sz="2000">
                <a:solidFill>
                  <a:schemeClr val="lt1"/>
                </a:solidFill>
              </a:defRPr>
            </a:lvl1pPr>
            <a:lvl2pPr marL="914400" lvl="1" indent="-228600" algn="just">
              <a:lnSpc>
                <a:spcPct val="90000"/>
              </a:lnSpc>
              <a:spcBef>
                <a:spcPts val="500"/>
              </a:spcBef>
              <a:spcAft>
                <a:spcPts val="0"/>
              </a:spcAft>
              <a:buClr>
                <a:srgbClr val="031629"/>
              </a:buClr>
              <a:buSzPts val="1400"/>
              <a:buNone/>
              <a:defRPr sz="1400"/>
            </a:lvl2pPr>
            <a:lvl3pPr marL="1371600" lvl="2" indent="-228600" algn="just">
              <a:lnSpc>
                <a:spcPct val="90000"/>
              </a:lnSpc>
              <a:spcBef>
                <a:spcPts val="500"/>
              </a:spcBef>
              <a:spcAft>
                <a:spcPts val="0"/>
              </a:spcAft>
              <a:buClr>
                <a:srgbClr val="031629"/>
              </a:buClr>
              <a:buSzPts val="1200"/>
              <a:buNone/>
              <a:defRPr sz="1200"/>
            </a:lvl3pPr>
            <a:lvl4pPr marL="1828800" lvl="3" indent="-228600" algn="just">
              <a:lnSpc>
                <a:spcPct val="90000"/>
              </a:lnSpc>
              <a:spcBef>
                <a:spcPts val="500"/>
              </a:spcBef>
              <a:spcAft>
                <a:spcPts val="0"/>
              </a:spcAft>
              <a:buClr>
                <a:srgbClr val="031629"/>
              </a:buClr>
              <a:buSzPts val="1000"/>
              <a:buNone/>
              <a:defRPr sz="1000"/>
            </a:lvl4pPr>
            <a:lvl5pPr marL="2286000" lvl="4" indent="-228600" algn="just">
              <a:lnSpc>
                <a:spcPct val="90000"/>
              </a:lnSpc>
              <a:spcBef>
                <a:spcPts val="500"/>
              </a:spcBef>
              <a:spcAft>
                <a:spcPts val="0"/>
              </a:spcAft>
              <a:buClr>
                <a:srgbClr val="031629"/>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grpSp>
        <p:nvGrpSpPr>
          <p:cNvPr id="116" name="Google Shape;116;p31"/>
          <p:cNvGrpSpPr/>
          <p:nvPr/>
        </p:nvGrpSpPr>
        <p:grpSpPr>
          <a:xfrm>
            <a:off x="98180" y="96425"/>
            <a:ext cx="1971606" cy="729735"/>
            <a:chOff x="648649" y="653143"/>
            <a:chExt cx="2138362" cy="791455"/>
          </a:xfrm>
        </p:grpSpPr>
        <p:sp>
          <p:nvSpPr>
            <p:cNvPr id="117" name="Google Shape;117;p31"/>
            <p:cNvSpPr/>
            <p:nvPr/>
          </p:nvSpPr>
          <p:spPr>
            <a:xfrm>
              <a:off x="648649" y="653143"/>
              <a:ext cx="2138362" cy="791455"/>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pic>
          <p:nvPicPr>
            <p:cNvPr id="118" name="Google Shape;118;p31"/>
            <p:cNvPicPr preferRelativeResize="0"/>
            <p:nvPr/>
          </p:nvPicPr>
          <p:blipFill rotWithShape="1">
            <a:blip r:embed="rId2">
              <a:alphaModFix/>
            </a:blip>
            <a:srcRect t="16017" b="18101"/>
            <a:stretch/>
          </p:blipFill>
          <p:spPr>
            <a:xfrm>
              <a:off x="702844" y="653143"/>
              <a:ext cx="2029972" cy="753035"/>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5">
  <p:cSld name="Picture with Caption 5">
    <p:spTree>
      <p:nvGrpSpPr>
        <p:cNvPr id="1" name="Shape 119"/>
        <p:cNvGrpSpPr/>
        <p:nvPr/>
      </p:nvGrpSpPr>
      <p:grpSpPr>
        <a:xfrm>
          <a:off x="0" y="0"/>
          <a:ext cx="0" cy="0"/>
          <a:chOff x="0" y="0"/>
          <a:chExt cx="0" cy="0"/>
        </a:xfrm>
      </p:grpSpPr>
      <p:sp>
        <p:nvSpPr>
          <p:cNvPr id="120" name="Google Shape;120;p32"/>
          <p:cNvSpPr/>
          <p:nvPr/>
        </p:nvSpPr>
        <p:spPr>
          <a:xfrm>
            <a:off x="0" y="0"/>
            <a:ext cx="4873658" cy="6858000"/>
          </a:xfrm>
          <a:prstGeom prst="rect">
            <a:avLst/>
          </a:prstGeom>
          <a:solidFill>
            <a:srgbClr val="0E60A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21" name="Google Shape;121;p32"/>
          <p:cNvSpPr>
            <a:spLocks noGrp="1"/>
          </p:cNvSpPr>
          <p:nvPr>
            <p:ph type="pic" idx="2"/>
          </p:nvPr>
        </p:nvSpPr>
        <p:spPr>
          <a:xfrm>
            <a:off x="569929" y="886379"/>
            <a:ext cx="4888191" cy="5021807"/>
          </a:xfrm>
          <a:prstGeom prst="rect">
            <a:avLst/>
          </a:prstGeom>
          <a:noFill/>
          <a:ln>
            <a:noFill/>
          </a:ln>
        </p:spPr>
      </p:sp>
      <p:sp>
        <p:nvSpPr>
          <p:cNvPr id="122" name="Google Shape;122;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123" name="Google Shape;123;p32"/>
          <p:cNvSpPr txBox="1">
            <a:spLocks noGrp="1"/>
          </p:cNvSpPr>
          <p:nvPr>
            <p:ph type="body" idx="1"/>
          </p:nvPr>
        </p:nvSpPr>
        <p:spPr>
          <a:xfrm>
            <a:off x="5918477" y="2264241"/>
            <a:ext cx="5280565" cy="3643945"/>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rgbClr val="083866"/>
              </a:buClr>
              <a:buSzPts val="2000"/>
              <a:buNone/>
              <a:defRPr sz="2000">
                <a:solidFill>
                  <a:srgbClr val="083866"/>
                </a:solidFill>
              </a:defRPr>
            </a:lvl1pPr>
            <a:lvl2pPr marL="914400" lvl="1" indent="-228600" algn="just">
              <a:lnSpc>
                <a:spcPct val="90000"/>
              </a:lnSpc>
              <a:spcBef>
                <a:spcPts val="500"/>
              </a:spcBef>
              <a:spcAft>
                <a:spcPts val="0"/>
              </a:spcAft>
              <a:buClr>
                <a:srgbClr val="031629"/>
              </a:buClr>
              <a:buSzPts val="1400"/>
              <a:buNone/>
              <a:defRPr sz="1400"/>
            </a:lvl2pPr>
            <a:lvl3pPr marL="1371600" lvl="2" indent="-228600" algn="just">
              <a:lnSpc>
                <a:spcPct val="90000"/>
              </a:lnSpc>
              <a:spcBef>
                <a:spcPts val="500"/>
              </a:spcBef>
              <a:spcAft>
                <a:spcPts val="0"/>
              </a:spcAft>
              <a:buClr>
                <a:srgbClr val="031629"/>
              </a:buClr>
              <a:buSzPts val="1200"/>
              <a:buNone/>
              <a:defRPr sz="1200"/>
            </a:lvl3pPr>
            <a:lvl4pPr marL="1828800" lvl="3" indent="-228600" algn="just">
              <a:lnSpc>
                <a:spcPct val="90000"/>
              </a:lnSpc>
              <a:spcBef>
                <a:spcPts val="500"/>
              </a:spcBef>
              <a:spcAft>
                <a:spcPts val="0"/>
              </a:spcAft>
              <a:buClr>
                <a:srgbClr val="031629"/>
              </a:buClr>
              <a:buSzPts val="1000"/>
              <a:buNone/>
              <a:defRPr sz="1000"/>
            </a:lvl4pPr>
            <a:lvl5pPr marL="2286000" lvl="4" indent="-228600" algn="just">
              <a:lnSpc>
                <a:spcPct val="90000"/>
              </a:lnSpc>
              <a:spcBef>
                <a:spcPts val="500"/>
              </a:spcBef>
              <a:spcAft>
                <a:spcPts val="0"/>
              </a:spcAft>
              <a:buClr>
                <a:srgbClr val="031629"/>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24" name="Google Shape;124;p32"/>
          <p:cNvSpPr txBox="1">
            <a:spLocks noGrp="1"/>
          </p:cNvSpPr>
          <p:nvPr>
            <p:ph type="title"/>
          </p:nvPr>
        </p:nvSpPr>
        <p:spPr>
          <a:xfrm>
            <a:off x="5918476" y="867524"/>
            <a:ext cx="3470621" cy="1218156"/>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0E60AC"/>
              </a:buClr>
              <a:buSzPts val="3200"/>
              <a:buFont typeface="Twentieth Century"/>
              <a:buNone/>
              <a:defRPr sz="3200">
                <a:solidFill>
                  <a:srgbClr val="0E60A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125" name="Google Shape;125;p32"/>
          <p:cNvGrpSpPr/>
          <p:nvPr/>
        </p:nvGrpSpPr>
        <p:grpSpPr>
          <a:xfrm>
            <a:off x="98180" y="96425"/>
            <a:ext cx="1971606" cy="729735"/>
            <a:chOff x="648649" y="653143"/>
            <a:chExt cx="2138362" cy="791455"/>
          </a:xfrm>
        </p:grpSpPr>
        <p:sp>
          <p:nvSpPr>
            <p:cNvPr id="126" name="Google Shape;126;p32"/>
            <p:cNvSpPr/>
            <p:nvPr/>
          </p:nvSpPr>
          <p:spPr>
            <a:xfrm>
              <a:off x="648649" y="653143"/>
              <a:ext cx="2138362" cy="791455"/>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pic>
          <p:nvPicPr>
            <p:cNvPr id="127" name="Google Shape;127;p32"/>
            <p:cNvPicPr preferRelativeResize="0"/>
            <p:nvPr/>
          </p:nvPicPr>
          <p:blipFill rotWithShape="1">
            <a:blip r:embed="rId2">
              <a:alphaModFix/>
            </a:blip>
            <a:srcRect t="16017" b="18101"/>
            <a:stretch/>
          </p:blipFill>
          <p:spPr>
            <a:xfrm>
              <a:off x="702844" y="653143"/>
              <a:ext cx="2029972" cy="753035"/>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4">
  <p:cSld name="Picture with Caption 4">
    <p:spTree>
      <p:nvGrpSpPr>
        <p:cNvPr id="1" name="Shape 128"/>
        <p:cNvGrpSpPr/>
        <p:nvPr/>
      </p:nvGrpSpPr>
      <p:grpSpPr>
        <a:xfrm>
          <a:off x="0" y="0"/>
          <a:ext cx="0" cy="0"/>
          <a:chOff x="0" y="0"/>
          <a:chExt cx="0" cy="0"/>
        </a:xfrm>
      </p:grpSpPr>
      <p:sp>
        <p:nvSpPr>
          <p:cNvPr id="129" name="Google Shape;129;p33"/>
          <p:cNvSpPr>
            <a:spLocks noGrp="1"/>
          </p:cNvSpPr>
          <p:nvPr>
            <p:ph type="pic" idx="2"/>
          </p:nvPr>
        </p:nvSpPr>
        <p:spPr>
          <a:xfrm>
            <a:off x="1930198" y="933253"/>
            <a:ext cx="8495847" cy="3664345"/>
          </a:xfrm>
          <a:prstGeom prst="rect">
            <a:avLst/>
          </a:prstGeom>
          <a:noFill/>
          <a:ln>
            <a:noFill/>
          </a:ln>
        </p:spPr>
      </p:sp>
      <p:sp>
        <p:nvSpPr>
          <p:cNvPr id="130" name="Google Shape;130;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131" name="Google Shape;131;p33"/>
          <p:cNvSpPr txBox="1">
            <a:spLocks noGrp="1"/>
          </p:cNvSpPr>
          <p:nvPr>
            <p:ph type="body" idx="1"/>
          </p:nvPr>
        </p:nvSpPr>
        <p:spPr>
          <a:xfrm>
            <a:off x="1930197" y="4751111"/>
            <a:ext cx="8495850" cy="1451728"/>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rgbClr val="031629"/>
              </a:buClr>
              <a:buSzPts val="2000"/>
              <a:buNone/>
              <a:defRPr sz="2000" b="0">
                <a:solidFill>
                  <a:srgbClr val="031629"/>
                </a:solidFill>
              </a:defRPr>
            </a:lvl1pPr>
            <a:lvl2pPr marL="914400" lvl="1" indent="-342900" algn="just">
              <a:lnSpc>
                <a:spcPct val="90000"/>
              </a:lnSpc>
              <a:spcBef>
                <a:spcPts val="500"/>
              </a:spcBef>
              <a:spcAft>
                <a:spcPts val="0"/>
              </a:spcAft>
              <a:buClr>
                <a:srgbClr val="031629"/>
              </a:buClr>
              <a:buSzPts val="1800"/>
              <a:buAutoNum type="alphaLcPeriod"/>
              <a:defRPr/>
            </a:lvl2pPr>
            <a:lvl3pPr marL="1371600" lvl="2" indent="-342900" algn="just">
              <a:lnSpc>
                <a:spcPct val="90000"/>
              </a:lnSpc>
              <a:spcBef>
                <a:spcPts val="500"/>
              </a:spcBef>
              <a:spcAft>
                <a:spcPts val="0"/>
              </a:spcAft>
              <a:buClr>
                <a:srgbClr val="031629"/>
              </a:buClr>
              <a:buSzPts val="1800"/>
              <a:buChar char="•"/>
              <a:defRPr/>
            </a:lvl3pPr>
            <a:lvl4pPr marL="1828800" lvl="3" indent="-342900" algn="just">
              <a:lnSpc>
                <a:spcPct val="90000"/>
              </a:lnSpc>
              <a:spcBef>
                <a:spcPts val="500"/>
              </a:spcBef>
              <a:spcAft>
                <a:spcPts val="0"/>
              </a:spcAft>
              <a:buClr>
                <a:srgbClr val="031629"/>
              </a:buClr>
              <a:buSzPts val="1800"/>
              <a:buChar char="•"/>
              <a:defRPr/>
            </a:lvl4pPr>
            <a:lvl5pPr marL="2286000" lvl="4" indent="-342900" algn="just">
              <a:lnSpc>
                <a:spcPct val="90000"/>
              </a:lnSpc>
              <a:spcBef>
                <a:spcPts val="500"/>
              </a:spcBef>
              <a:spcAft>
                <a:spcPts val="0"/>
              </a:spcAft>
              <a:buClr>
                <a:srgbClr val="03162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enutup">
  <p:cSld name="Penutup">
    <p:spTree>
      <p:nvGrpSpPr>
        <p:cNvPr id="1" name="Shape 132"/>
        <p:cNvGrpSpPr/>
        <p:nvPr/>
      </p:nvGrpSpPr>
      <p:grpSpPr>
        <a:xfrm>
          <a:off x="0" y="0"/>
          <a:ext cx="0" cy="0"/>
          <a:chOff x="0" y="0"/>
          <a:chExt cx="0" cy="0"/>
        </a:xfrm>
      </p:grpSpPr>
      <p:pic>
        <p:nvPicPr>
          <p:cNvPr id="133" name="Google Shape;133;p34" descr="Business people  clapping their hands at the meeting Premium Photo"/>
          <p:cNvPicPr preferRelativeResize="0"/>
          <p:nvPr/>
        </p:nvPicPr>
        <p:blipFill rotWithShape="1">
          <a:blip r:embed="rId2">
            <a:alphaModFix/>
          </a:blip>
          <a:srcRect r="8529"/>
          <a:stretch/>
        </p:blipFill>
        <p:spPr>
          <a:xfrm>
            <a:off x="2790216" y="-5350"/>
            <a:ext cx="9401784" cy="6863350"/>
          </a:xfrm>
          <a:prstGeom prst="rect">
            <a:avLst/>
          </a:prstGeom>
          <a:noFill/>
          <a:ln>
            <a:noFill/>
          </a:ln>
        </p:spPr>
      </p:pic>
      <p:sp>
        <p:nvSpPr>
          <p:cNvPr id="134" name="Google Shape;134;p34"/>
          <p:cNvSpPr/>
          <p:nvPr/>
        </p:nvSpPr>
        <p:spPr>
          <a:xfrm>
            <a:off x="0" y="0"/>
            <a:ext cx="3641036" cy="6858000"/>
          </a:xfrm>
          <a:prstGeom prst="rect">
            <a:avLst/>
          </a:prstGeom>
          <a:solidFill>
            <a:srgbClr val="0E60A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35" name="Google Shape;135;p34"/>
          <p:cNvSpPr/>
          <p:nvPr/>
        </p:nvSpPr>
        <p:spPr>
          <a:xfrm>
            <a:off x="1500193" y="1347793"/>
            <a:ext cx="4162414" cy="4162414"/>
          </a:xfrm>
          <a:prstGeom prst="ellipse">
            <a:avLst/>
          </a:prstGeom>
          <a:solidFill>
            <a:srgbClr val="EB702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36" name="Google Shape;136;p34"/>
          <p:cNvSpPr txBox="1">
            <a:spLocks noGrp="1"/>
          </p:cNvSpPr>
          <p:nvPr>
            <p:ph type="ctrTitle"/>
          </p:nvPr>
        </p:nvSpPr>
        <p:spPr>
          <a:xfrm>
            <a:off x="2333732" y="2541902"/>
            <a:ext cx="3048000" cy="176884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Twentieth Centur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137" name="Google Shape;137;p34"/>
          <p:cNvGrpSpPr/>
          <p:nvPr/>
        </p:nvGrpSpPr>
        <p:grpSpPr>
          <a:xfrm>
            <a:off x="98180" y="96425"/>
            <a:ext cx="1971606" cy="729735"/>
            <a:chOff x="648649" y="653143"/>
            <a:chExt cx="2138362" cy="791455"/>
          </a:xfrm>
        </p:grpSpPr>
        <p:sp>
          <p:nvSpPr>
            <p:cNvPr id="138" name="Google Shape;138;p34"/>
            <p:cNvSpPr/>
            <p:nvPr/>
          </p:nvSpPr>
          <p:spPr>
            <a:xfrm>
              <a:off x="648649" y="653143"/>
              <a:ext cx="2138362" cy="791455"/>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pic>
          <p:nvPicPr>
            <p:cNvPr id="139" name="Google Shape;139;p34"/>
            <p:cNvPicPr preferRelativeResize="0"/>
            <p:nvPr/>
          </p:nvPicPr>
          <p:blipFill rotWithShape="1">
            <a:blip r:embed="rId3">
              <a:alphaModFix/>
            </a:blip>
            <a:srcRect t="16017" b="18101"/>
            <a:stretch/>
          </p:blipFill>
          <p:spPr>
            <a:xfrm>
              <a:off x="702844" y="653143"/>
              <a:ext cx="2029972" cy="753035"/>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ver">
  <p:cSld name="Cover">
    <p:spTree>
      <p:nvGrpSpPr>
        <p:cNvPr id="1" name="Shape 140"/>
        <p:cNvGrpSpPr/>
        <p:nvPr/>
      </p:nvGrpSpPr>
      <p:grpSpPr>
        <a:xfrm>
          <a:off x="0" y="0"/>
          <a:ext cx="0" cy="0"/>
          <a:chOff x="0" y="0"/>
          <a:chExt cx="0" cy="0"/>
        </a:xfrm>
      </p:grpSpPr>
      <p:sp>
        <p:nvSpPr>
          <p:cNvPr id="141" name="Google Shape;141;p35"/>
          <p:cNvSpPr/>
          <p:nvPr/>
        </p:nvSpPr>
        <p:spPr>
          <a:xfrm>
            <a:off x="0" y="0"/>
            <a:ext cx="3641036" cy="6858000"/>
          </a:xfrm>
          <a:prstGeom prst="rect">
            <a:avLst/>
          </a:prstGeom>
          <a:solidFill>
            <a:srgbClr val="0E60A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42" name="Google Shape;142;p35"/>
          <p:cNvSpPr>
            <a:spLocks noGrp="1"/>
          </p:cNvSpPr>
          <p:nvPr>
            <p:ph type="pic" idx="2"/>
          </p:nvPr>
        </p:nvSpPr>
        <p:spPr>
          <a:xfrm>
            <a:off x="0" y="1105260"/>
            <a:ext cx="4509370" cy="4646427"/>
          </a:xfrm>
          <a:prstGeom prst="rect">
            <a:avLst/>
          </a:prstGeom>
          <a:noFill/>
          <a:ln>
            <a:noFill/>
          </a:ln>
        </p:spPr>
      </p:sp>
      <p:sp>
        <p:nvSpPr>
          <p:cNvPr id="143" name="Google Shape;143;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E8E8E"/>
              </a:buClr>
              <a:buSzPts val="1200"/>
              <a:buFont typeface="Twentieth Century"/>
              <a:buNone/>
              <a:defRPr/>
            </a:lvl1pPr>
            <a:lvl2pPr marL="0" marR="0" lvl="1" indent="0" algn="r">
              <a:lnSpc>
                <a:spcPct val="100000"/>
              </a:lnSpc>
              <a:spcBef>
                <a:spcPts val="0"/>
              </a:spcBef>
              <a:spcAft>
                <a:spcPts val="0"/>
              </a:spcAft>
              <a:buClr>
                <a:srgbClr val="8E8E8E"/>
              </a:buClr>
              <a:buSzPts val="1200"/>
              <a:buFont typeface="Twentieth Century"/>
              <a:buNone/>
              <a:defRPr/>
            </a:lvl2pPr>
            <a:lvl3pPr marL="0" marR="0" lvl="2" indent="0" algn="r">
              <a:lnSpc>
                <a:spcPct val="100000"/>
              </a:lnSpc>
              <a:spcBef>
                <a:spcPts val="0"/>
              </a:spcBef>
              <a:spcAft>
                <a:spcPts val="0"/>
              </a:spcAft>
              <a:buClr>
                <a:srgbClr val="8E8E8E"/>
              </a:buClr>
              <a:buSzPts val="1200"/>
              <a:buFont typeface="Twentieth Century"/>
              <a:buNone/>
              <a:defRPr/>
            </a:lvl3pPr>
            <a:lvl4pPr marL="0" marR="0" lvl="3" indent="0" algn="r">
              <a:lnSpc>
                <a:spcPct val="100000"/>
              </a:lnSpc>
              <a:spcBef>
                <a:spcPts val="0"/>
              </a:spcBef>
              <a:spcAft>
                <a:spcPts val="0"/>
              </a:spcAft>
              <a:buClr>
                <a:srgbClr val="8E8E8E"/>
              </a:buClr>
              <a:buSzPts val="1200"/>
              <a:buFont typeface="Twentieth Century"/>
              <a:buNone/>
              <a:defRPr/>
            </a:lvl4pPr>
            <a:lvl5pPr marL="0" marR="0" lvl="4" indent="0" algn="r">
              <a:lnSpc>
                <a:spcPct val="100000"/>
              </a:lnSpc>
              <a:spcBef>
                <a:spcPts val="0"/>
              </a:spcBef>
              <a:spcAft>
                <a:spcPts val="0"/>
              </a:spcAft>
              <a:buClr>
                <a:srgbClr val="8E8E8E"/>
              </a:buClr>
              <a:buSzPts val="1200"/>
              <a:buFont typeface="Twentieth Century"/>
              <a:buNone/>
              <a:defRPr/>
            </a:lvl5pPr>
            <a:lvl6pPr marL="0" marR="0" lvl="5" indent="0" algn="r">
              <a:lnSpc>
                <a:spcPct val="100000"/>
              </a:lnSpc>
              <a:spcBef>
                <a:spcPts val="0"/>
              </a:spcBef>
              <a:spcAft>
                <a:spcPts val="0"/>
              </a:spcAft>
              <a:buClr>
                <a:srgbClr val="8E8E8E"/>
              </a:buClr>
              <a:buSzPts val="1200"/>
              <a:buFont typeface="Twentieth Century"/>
              <a:buNone/>
              <a:defRPr/>
            </a:lvl6pPr>
            <a:lvl7pPr marL="0" marR="0" lvl="6" indent="0" algn="r">
              <a:lnSpc>
                <a:spcPct val="100000"/>
              </a:lnSpc>
              <a:spcBef>
                <a:spcPts val="0"/>
              </a:spcBef>
              <a:spcAft>
                <a:spcPts val="0"/>
              </a:spcAft>
              <a:buClr>
                <a:srgbClr val="8E8E8E"/>
              </a:buClr>
              <a:buSzPts val="1200"/>
              <a:buFont typeface="Twentieth Century"/>
              <a:buNone/>
              <a:defRPr/>
            </a:lvl7pPr>
            <a:lvl8pPr marL="0" marR="0" lvl="7" indent="0" algn="r">
              <a:lnSpc>
                <a:spcPct val="100000"/>
              </a:lnSpc>
              <a:spcBef>
                <a:spcPts val="0"/>
              </a:spcBef>
              <a:spcAft>
                <a:spcPts val="0"/>
              </a:spcAft>
              <a:buClr>
                <a:srgbClr val="8E8E8E"/>
              </a:buClr>
              <a:buSzPts val="1200"/>
              <a:buFont typeface="Twentieth Century"/>
              <a:buNone/>
              <a:defRPr/>
            </a:lvl8pPr>
            <a:lvl9pPr marL="0" marR="0" lvl="8" indent="0" algn="r">
              <a:lnSpc>
                <a:spcPct val="100000"/>
              </a:lnSpc>
              <a:spcBef>
                <a:spcPts val="0"/>
              </a:spcBef>
              <a:spcAft>
                <a:spcPts val="0"/>
              </a:spcAft>
              <a:buClr>
                <a:srgbClr val="8E8E8E"/>
              </a:buClr>
              <a:buSzPts val="1200"/>
              <a:buFont typeface="Twentieth Century"/>
              <a:buNone/>
              <a:defRPr/>
            </a:lvl9pPr>
          </a:lstStyle>
          <a:p>
            <a:pPr marL="0" lvl="0" indent="0" algn="r" rtl="0">
              <a:spcBef>
                <a:spcPts val="0"/>
              </a:spcBef>
              <a:spcAft>
                <a:spcPts val="0"/>
              </a:spcAft>
              <a:buNone/>
            </a:pPr>
            <a:endParaRPr/>
          </a:p>
        </p:txBody>
      </p:sp>
      <p:sp>
        <p:nvSpPr>
          <p:cNvPr id="144" name="Google Shape;144;p35"/>
          <p:cNvSpPr txBox="1">
            <a:spLocks noGrp="1"/>
          </p:cNvSpPr>
          <p:nvPr>
            <p:ph type="title"/>
          </p:nvPr>
        </p:nvSpPr>
        <p:spPr>
          <a:xfrm>
            <a:off x="4968465" y="1610316"/>
            <a:ext cx="6385335" cy="2024109"/>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0E60AC"/>
              </a:buClr>
              <a:buSzPts val="5400"/>
              <a:buFont typeface="Twentieth Century"/>
              <a:buNone/>
              <a:defRPr sz="5400" b="1">
                <a:solidFill>
                  <a:srgbClr val="0E60AC"/>
                </a:solidFill>
                <a:latin typeface="Twentieth Century"/>
                <a:ea typeface="Twentieth Century"/>
                <a:cs typeface="Twentieth Century"/>
                <a:sym typeface="Twentieth Centur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5" name="Google Shape;145;p35"/>
          <p:cNvSpPr txBox="1">
            <a:spLocks noGrp="1"/>
          </p:cNvSpPr>
          <p:nvPr>
            <p:ph type="body" idx="1"/>
          </p:nvPr>
        </p:nvSpPr>
        <p:spPr>
          <a:xfrm>
            <a:off x="4968465" y="4539512"/>
            <a:ext cx="6385335" cy="1212175"/>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rgbClr val="031629"/>
              </a:buClr>
              <a:buSzPts val="2400"/>
              <a:buNone/>
              <a:defRPr sz="2400">
                <a:solidFill>
                  <a:srgbClr val="031629"/>
                </a:solidFill>
                <a:latin typeface="Twentieth Century"/>
                <a:ea typeface="Twentieth Century"/>
                <a:cs typeface="Twentieth Century"/>
                <a:sym typeface="Twentieth Century"/>
              </a:defRPr>
            </a:lvl1pPr>
            <a:lvl2pPr marL="914400" lvl="1" indent="-342900" algn="just">
              <a:lnSpc>
                <a:spcPct val="90000"/>
              </a:lnSpc>
              <a:spcBef>
                <a:spcPts val="500"/>
              </a:spcBef>
              <a:spcAft>
                <a:spcPts val="0"/>
              </a:spcAft>
              <a:buClr>
                <a:srgbClr val="031629"/>
              </a:buClr>
              <a:buSzPts val="1800"/>
              <a:buAutoNum type="alphaLcPeriod"/>
              <a:defRPr/>
            </a:lvl2pPr>
            <a:lvl3pPr marL="1371600" lvl="2" indent="-342900" algn="just">
              <a:lnSpc>
                <a:spcPct val="90000"/>
              </a:lnSpc>
              <a:spcBef>
                <a:spcPts val="500"/>
              </a:spcBef>
              <a:spcAft>
                <a:spcPts val="0"/>
              </a:spcAft>
              <a:buClr>
                <a:srgbClr val="031629"/>
              </a:buClr>
              <a:buSzPts val="1800"/>
              <a:buChar char="•"/>
              <a:defRPr/>
            </a:lvl3pPr>
            <a:lvl4pPr marL="1828800" lvl="3" indent="-342900" algn="just">
              <a:lnSpc>
                <a:spcPct val="90000"/>
              </a:lnSpc>
              <a:spcBef>
                <a:spcPts val="500"/>
              </a:spcBef>
              <a:spcAft>
                <a:spcPts val="0"/>
              </a:spcAft>
              <a:buClr>
                <a:srgbClr val="031629"/>
              </a:buClr>
              <a:buSzPts val="1800"/>
              <a:buChar char="•"/>
              <a:defRPr/>
            </a:lvl4pPr>
            <a:lvl5pPr marL="2286000" lvl="4" indent="-342900" algn="just">
              <a:lnSpc>
                <a:spcPct val="90000"/>
              </a:lnSpc>
              <a:spcBef>
                <a:spcPts val="500"/>
              </a:spcBef>
              <a:spcAft>
                <a:spcPts val="0"/>
              </a:spcAft>
              <a:buClr>
                <a:srgbClr val="03162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6" name="Google Shape;146;p35"/>
          <p:cNvSpPr txBox="1">
            <a:spLocks noGrp="1"/>
          </p:cNvSpPr>
          <p:nvPr>
            <p:ph type="body" idx="3"/>
          </p:nvPr>
        </p:nvSpPr>
        <p:spPr>
          <a:xfrm>
            <a:off x="4968465" y="4034457"/>
            <a:ext cx="3642135" cy="425950"/>
          </a:xfrm>
          <a:prstGeom prst="rect">
            <a:avLst/>
          </a:prstGeom>
          <a:noFill/>
          <a:ln>
            <a:noFill/>
          </a:ln>
        </p:spPr>
        <p:txBody>
          <a:bodyPr spcFirstLastPara="1" wrap="square" lIns="91425" tIns="45700" rIns="91425" bIns="45700" anchor="t" anchorCtr="0">
            <a:noAutofit/>
          </a:bodyPr>
          <a:lstStyle>
            <a:lvl1pPr marL="457200" lvl="0" indent="-228600" algn="just">
              <a:lnSpc>
                <a:spcPct val="90000"/>
              </a:lnSpc>
              <a:spcBef>
                <a:spcPts val="1000"/>
              </a:spcBef>
              <a:spcAft>
                <a:spcPts val="0"/>
              </a:spcAft>
              <a:buClr>
                <a:srgbClr val="EC7C30"/>
              </a:buClr>
              <a:buSzPts val="2800"/>
              <a:buNone/>
              <a:defRPr sz="2800" b="1">
                <a:solidFill>
                  <a:srgbClr val="EC7C30"/>
                </a:solidFill>
              </a:defRPr>
            </a:lvl1pPr>
            <a:lvl2pPr marL="914400" lvl="1" indent="-342900" algn="just">
              <a:lnSpc>
                <a:spcPct val="90000"/>
              </a:lnSpc>
              <a:spcBef>
                <a:spcPts val="500"/>
              </a:spcBef>
              <a:spcAft>
                <a:spcPts val="0"/>
              </a:spcAft>
              <a:buClr>
                <a:srgbClr val="031629"/>
              </a:buClr>
              <a:buSzPts val="1800"/>
              <a:buAutoNum type="alphaLcPeriod"/>
              <a:defRPr/>
            </a:lvl2pPr>
            <a:lvl3pPr marL="1371600" lvl="2" indent="-342900" algn="just">
              <a:lnSpc>
                <a:spcPct val="90000"/>
              </a:lnSpc>
              <a:spcBef>
                <a:spcPts val="500"/>
              </a:spcBef>
              <a:spcAft>
                <a:spcPts val="0"/>
              </a:spcAft>
              <a:buClr>
                <a:srgbClr val="031629"/>
              </a:buClr>
              <a:buSzPts val="1800"/>
              <a:buChar char="•"/>
              <a:defRPr/>
            </a:lvl3pPr>
            <a:lvl4pPr marL="1828800" lvl="3" indent="-342900" algn="just">
              <a:lnSpc>
                <a:spcPct val="90000"/>
              </a:lnSpc>
              <a:spcBef>
                <a:spcPts val="500"/>
              </a:spcBef>
              <a:spcAft>
                <a:spcPts val="0"/>
              </a:spcAft>
              <a:buClr>
                <a:srgbClr val="031629"/>
              </a:buClr>
              <a:buSzPts val="1800"/>
              <a:buChar char="•"/>
              <a:defRPr/>
            </a:lvl4pPr>
            <a:lvl5pPr marL="2286000" lvl="4" indent="-342900" algn="just">
              <a:lnSpc>
                <a:spcPct val="90000"/>
              </a:lnSpc>
              <a:spcBef>
                <a:spcPts val="500"/>
              </a:spcBef>
              <a:spcAft>
                <a:spcPts val="0"/>
              </a:spcAft>
              <a:buClr>
                <a:srgbClr val="03162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7" name="Google Shape;147;p35"/>
          <p:cNvSpPr/>
          <p:nvPr/>
        </p:nvSpPr>
        <p:spPr>
          <a:xfrm>
            <a:off x="4968465" y="3811581"/>
            <a:ext cx="1659545" cy="45719"/>
          </a:xfrm>
          <a:prstGeom prst="roundRect">
            <a:avLst>
              <a:gd name="adj" fmla="val 16667"/>
            </a:avLst>
          </a:prstGeom>
          <a:solidFill>
            <a:srgbClr val="EC7C3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48" name="Google Shape;148;p35"/>
          <p:cNvSpPr txBox="1">
            <a:spLocks noGrp="1"/>
          </p:cNvSpPr>
          <p:nvPr>
            <p:ph type="body" idx="4"/>
          </p:nvPr>
        </p:nvSpPr>
        <p:spPr>
          <a:xfrm>
            <a:off x="4968464" y="1105261"/>
            <a:ext cx="3642135" cy="425950"/>
          </a:xfrm>
          <a:prstGeom prst="rect">
            <a:avLst/>
          </a:prstGeom>
          <a:noFill/>
          <a:ln>
            <a:noFill/>
          </a:ln>
        </p:spPr>
        <p:txBody>
          <a:bodyPr spcFirstLastPara="1" wrap="square" lIns="91425" tIns="45700" rIns="91425" bIns="45700" anchor="t" anchorCtr="0">
            <a:noAutofit/>
          </a:bodyPr>
          <a:lstStyle>
            <a:lvl1pPr marL="457200" lvl="0" indent="-228600" algn="just">
              <a:lnSpc>
                <a:spcPct val="90000"/>
              </a:lnSpc>
              <a:spcBef>
                <a:spcPts val="1000"/>
              </a:spcBef>
              <a:spcAft>
                <a:spcPts val="0"/>
              </a:spcAft>
              <a:buClr>
                <a:srgbClr val="EC7C30"/>
              </a:buClr>
              <a:buSzPts val="2800"/>
              <a:buNone/>
              <a:defRPr sz="2800" b="1">
                <a:solidFill>
                  <a:srgbClr val="EC7C30"/>
                </a:solidFill>
              </a:defRPr>
            </a:lvl1pPr>
            <a:lvl2pPr marL="914400" lvl="1" indent="-342900" algn="just">
              <a:lnSpc>
                <a:spcPct val="90000"/>
              </a:lnSpc>
              <a:spcBef>
                <a:spcPts val="500"/>
              </a:spcBef>
              <a:spcAft>
                <a:spcPts val="0"/>
              </a:spcAft>
              <a:buClr>
                <a:srgbClr val="031629"/>
              </a:buClr>
              <a:buSzPts val="1800"/>
              <a:buAutoNum type="alphaLcPeriod"/>
              <a:defRPr/>
            </a:lvl2pPr>
            <a:lvl3pPr marL="1371600" lvl="2" indent="-342900" algn="just">
              <a:lnSpc>
                <a:spcPct val="90000"/>
              </a:lnSpc>
              <a:spcBef>
                <a:spcPts val="500"/>
              </a:spcBef>
              <a:spcAft>
                <a:spcPts val="0"/>
              </a:spcAft>
              <a:buClr>
                <a:srgbClr val="031629"/>
              </a:buClr>
              <a:buSzPts val="1800"/>
              <a:buChar char="•"/>
              <a:defRPr/>
            </a:lvl3pPr>
            <a:lvl4pPr marL="1828800" lvl="3" indent="-342900" algn="just">
              <a:lnSpc>
                <a:spcPct val="90000"/>
              </a:lnSpc>
              <a:spcBef>
                <a:spcPts val="500"/>
              </a:spcBef>
              <a:spcAft>
                <a:spcPts val="0"/>
              </a:spcAft>
              <a:buClr>
                <a:srgbClr val="031629"/>
              </a:buClr>
              <a:buSzPts val="1800"/>
              <a:buChar char="•"/>
              <a:defRPr/>
            </a:lvl4pPr>
            <a:lvl5pPr marL="2286000" lvl="4" indent="-342900" algn="just">
              <a:lnSpc>
                <a:spcPct val="90000"/>
              </a:lnSpc>
              <a:spcBef>
                <a:spcPts val="500"/>
              </a:spcBef>
              <a:spcAft>
                <a:spcPts val="0"/>
              </a:spcAft>
              <a:buClr>
                <a:srgbClr val="03162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grpSp>
        <p:nvGrpSpPr>
          <p:cNvPr id="149" name="Google Shape;149;p35"/>
          <p:cNvGrpSpPr/>
          <p:nvPr/>
        </p:nvGrpSpPr>
        <p:grpSpPr>
          <a:xfrm>
            <a:off x="98180" y="96425"/>
            <a:ext cx="1971606" cy="729735"/>
            <a:chOff x="648649" y="653143"/>
            <a:chExt cx="2138362" cy="791455"/>
          </a:xfrm>
        </p:grpSpPr>
        <p:sp>
          <p:nvSpPr>
            <p:cNvPr id="150" name="Google Shape;150;p35"/>
            <p:cNvSpPr/>
            <p:nvPr/>
          </p:nvSpPr>
          <p:spPr>
            <a:xfrm>
              <a:off x="648649" y="653143"/>
              <a:ext cx="2138362" cy="791455"/>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pic>
          <p:nvPicPr>
            <p:cNvPr id="151" name="Google Shape;151;p35"/>
            <p:cNvPicPr preferRelativeResize="0"/>
            <p:nvPr/>
          </p:nvPicPr>
          <p:blipFill rotWithShape="1">
            <a:blip r:embed="rId2">
              <a:alphaModFix/>
            </a:blip>
            <a:srcRect t="16017" b="18101"/>
            <a:stretch/>
          </p:blipFill>
          <p:spPr>
            <a:xfrm>
              <a:off x="702844" y="653143"/>
              <a:ext cx="2029972" cy="753035"/>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ver 2">
  <p:cSld name="Cover 2">
    <p:spTree>
      <p:nvGrpSpPr>
        <p:cNvPr id="1" name="Shape 152"/>
        <p:cNvGrpSpPr/>
        <p:nvPr/>
      </p:nvGrpSpPr>
      <p:grpSpPr>
        <a:xfrm>
          <a:off x="0" y="0"/>
          <a:ext cx="0" cy="0"/>
          <a:chOff x="0" y="0"/>
          <a:chExt cx="0" cy="0"/>
        </a:xfrm>
      </p:grpSpPr>
      <p:sp>
        <p:nvSpPr>
          <p:cNvPr id="153" name="Google Shape;153;p36"/>
          <p:cNvSpPr/>
          <p:nvPr/>
        </p:nvSpPr>
        <p:spPr>
          <a:xfrm>
            <a:off x="0" y="0"/>
            <a:ext cx="12192000" cy="6858000"/>
          </a:xfrm>
          <a:prstGeom prst="rect">
            <a:avLst/>
          </a:prstGeom>
          <a:solidFill>
            <a:srgbClr val="0E60A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54" name="Google Shape;154;p36"/>
          <p:cNvSpPr>
            <a:spLocks noGrp="1"/>
          </p:cNvSpPr>
          <p:nvPr>
            <p:ph type="pic" idx="2"/>
          </p:nvPr>
        </p:nvSpPr>
        <p:spPr>
          <a:xfrm flipH="1">
            <a:off x="7384744" y="0"/>
            <a:ext cx="4807256" cy="6858000"/>
          </a:xfrm>
          <a:prstGeom prst="flowChartDelay">
            <a:avLst/>
          </a:prstGeom>
          <a:noFill/>
          <a:ln>
            <a:noFill/>
          </a:ln>
        </p:spPr>
      </p:sp>
      <p:sp>
        <p:nvSpPr>
          <p:cNvPr id="155" name="Google Shape;155;p36"/>
          <p:cNvSpPr txBox="1">
            <a:spLocks noGrp="1"/>
          </p:cNvSpPr>
          <p:nvPr>
            <p:ph type="title"/>
          </p:nvPr>
        </p:nvSpPr>
        <p:spPr>
          <a:xfrm>
            <a:off x="588970" y="1773946"/>
            <a:ext cx="6385335" cy="2024109"/>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lt1"/>
              </a:buClr>
              <a:buSzPts val="5400"/>
              <a:buFont typeface="Twentieth Century"/>
              <a:buNone/>
              <a:defRPr sz="5400" b="1">
                <a:solidFill>
                  <a:schemeClr val="lt1"/>
                </a:solidFill>
                <a:latin typeface="Twentieth Century"/>
                <a:ea typeface="Twentieth Century"/>
                <a:cs typeface="Twentieth Century"/>
                <a:sym typeface="Twentieth Centur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6" name="Google Shape;156;p36"/>
          <p:cNvSpPr txBox="1">
            <a:spLocks noGrp="1"/>
          </p:cNvSpPr>
          <p:nvPr>
            <p:ph type="body" idx="1"/>
          </p:nvPr>
        </p:nvSpPr>
        <p:spPr>
          <a:xfrm>
            <a:off x="588970" y="4703142"/>
            <a:ext cx="6385335" cy="1212175"/>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chemeClr val="lt1"/>
              </a:buClr>
              <a:buSzPts val="2400"/>
              <a:buNone/>
              <a:defRPr sz="2400">
                <a:solidFill>
                  <a:schemeClr val="lt1"/>
                </a:solidFill>
                <a:latin typeface="Twentieth Century"/>
                <a:ea typeface="Twentieth Century"/>
                <a:cs typeface="Twentieth Century"/>
                <a:sym typeface="Twentieth Century"/>
              </a:defRPr>
            </a:lvl1pPr>
            <a:lvl2pPr marL="914400" lvl="1" indent="-342900" algn="just">
              <a:lnSpc>
                <a:spcPct val="90000"/>
              </a:lnSpc>
              <a:spcBef>
                <a:spcPts val="500"/>
              </a:spcBef>
              <a:spcAft>
                <a:spcPts val="0"/>
              </a:spcAft>
              <a:buClr>
                <a:srgbClr val="031629"/>
              </a:buClr>
              <a:buSzPts val="1800"/>
              <a:buAutoNum type="alphaLcPeriod"/>
              <a:defRPr/>
            </a:lvl2pPr>
            <a:lvl3pPr marL="1371600" lvl="2" indent="-342900" algn="just">
              <a:lnSpc>
                <a:spcPct val="90000"/>
              </a:lnSpc>
              <a:spcBef>
                <a:spcPts val="500"/>
              </a:spcBef>
              <a:spcAft>
                <a:spcPts val="0"/>
              </a:spcAft>
              <a:buClr>
                <a:srgbClr val="031629"/>
              </a:buClr>
              <a:buSzPts val="1800"/>
              <a:buChar char="•"/>
              <a:defRPr/>
            </a:lvl3pPr>
            <a:lvl4pPr marL="1828800" lvl="3" indent="-342900" algn="just">
              <a:lnSpc>
                <a:spcPct val="90000"/>
              </a:lnSpc>
              <a:spcBef>
                <a:spcPts val="500"/>
              </a:spcBef>
              <a:spcAft>
                <a:spcPts val="0"/>
              </a:spcAft>
              <a:buClr>
                <a:srgbClr val="031629"/>
              </a:buClr>
              <a:buSzPts val="1800"/>
              <a:buChar char="•"/>
              <a:defRPr/>
            </a:lvl4pPr>
            <a:lvl5pPr marL="2286000" lvl="4" indent="-342900" algn="just">
              <a:lnSpc>
                <a:spcPct val="90000"/>
              </a:lnSpc>
              <a:spcBef>
                <a:spcPts val="500"/>
              </a:spcBef>
              <a:spcAft>
                <a:spcPts val="0"/>
              </a:spcAft>
              <a:buClr>
                <a:srgbClr val="03162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7" name="Google Shape;157;p36"/>
          <p:cNvSpPr txBox="1">
            <a:spLocks noGrp="1"/>
          </p:cNvSpPr>
          <p:nvPr>
            <p:ph type="body" idx="3"/>
          </p:nvPr>
        </p:nvSpPr>
        <p:spPr>
          <a:xfrm>
            <a:off x="588970" y="4198087"/>
            <a:ext cx="3642135" cy="425950"/>
          </a:xfrm>
          <a:prstGeom prst="rect">
            <a:avLst/>
          </a:prstGeom>
          <a:noFill/>
          <a:ln>
            <a:noFill/>
          </a:ln>
        </p:spPr>
        <p:txBody>
          <a:bodyPr spcFirstLastPara="1" wrap="square" lIns="91425" tIns="45700" rIns="91425" bIns="45700" anchor="t" anchorCtr="0">
            <a:noAutofit/>
          </a:bodyPr>
          <a:lstStyle>
            <a:lvl1pPr marL="457200" lvl="0" indent="-228600" algn="just">
              <a:lnSpc>
                <a:spcPct val="90000"/>
              </a:lnSpc>
              <a:spcBef>
                <a:spcPts val="1000"/>
              </a:spcBef>
              <a:spcAft>
                <a:spcPts val="0"/>
              </a:spcAft>
              <a:buClr>
                <a:srgbClr val="FFC000"/>
              </a:buClr>
              <a:buSzPts val="2800"/>
              <a:buNone/>
              <a:defRPr sz="2800" b="1">
                <a:solidFill>
                  <a:srgbClr val="FFC000"/>
                </a:solidFill>
              </a:defRPr>
            </a:lvl1pPr>
            <a:lvl2pPr marL="914400" lvl="1" indent="-342900" algn="just">
              <a:lnSpc>
                <a:spcPct val="90000"/>
              </a:lnSpc>
              <a:spcBef>
                <a:spcPts val="500"/>
              </a:spcBef>
              <a:spcAft>
                <a:spcPts val="0"/>
              </a:spcAft>
              <a:buClr>
                <a:srgbClr val="031629"/>
              </a:buClr>
              <a:buSzPts val="1800"/>
              <a:buAutoNum type="alphaLcPeriod"/>
              <a:defRPr/>
            </a:lvl2pPr>
            <a:lvl3pPr marL="1371600" lvl="2" indent="-342900" algn="just">
              <a:lnSpc>
                <a:spcPct val="90000"/>
              </a:lnSpc>
              <a:spcBef>
                <a:spcPts val="500"/>
              </a:spcBef>
              <a:spcAft>
                <a:spcPts val="0"/>
              </a:spcAft>
              <a:buClr>
                <a:srgbClr val="031629"/>
              </a:buClr>
              <a:buSzPts val="1800"/>
              <a:buChar char="•"/>
              <a:defRPr/>
            </a:lvl3pPr>
            <a:lvl4pPr marL="1828800" lvl="3" indent="-342900" algn="just">
              <a:lnSpc>
                <a:spcPct val="90000"/>
              </a:lnSpc>
              <a:spcBef>
                <a:spcPts val="500"/>
              </a:spcBef>
              <a:spcAft>
                <a:spcPts val="0"/>
              </a:spcAft>
              <a:buClr>
                <a:srgbClr val="031629"/>
              </a:buClr>
              <a:buSzPts val="1800"/>
              <a:buChar char="•"/>
              <a:defRPr/>
            </a:lvl4pPr>
            <a:lvl5pPr marL="2286000" lvl="4" indent="-342900" algn="just">
              <a:lnSpc>
                <a:spcPct val="90000"/>
              </a:lnSpc>
              <a:spcBef>
                <a:spcPts val="500"/>
              </a:spcBef>
              <a:spcAft>
                <a:spcPts val="0"/>
              </a:spcAft>
              <a:buClr>
                <a:srgbClr val="03162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8" name="Google Shape;158;p36"/>
          <p:cNvSpPr/>
          <p:nvPr/>
        </p:nvSpPr>
        <p:spPr>
          <a:xfrm>
            <a:off x="588970" y="3975211"/>
            <a:ext cx="1659545" cy="45719"/>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59" name="Google Shape;159;p36"/>
          <p:cNvSpPr txBox="1">
            <a:spLocks noGrp="1"/>
          </p:cNvSpPr>
          <p:nvPr>
            <p:ph type="body" idx="4"/>
          </p:nvPr>
        </p:nvSpPr>
        <p:spPr>
          <a:xfrm>
            <a:off x="588969" y="1268891"/>
            <a:ext cx="3642135" cy="425950"/>
          </a:xfrm>
          <a:prstGeom prst="rect">
            <a:avLst/>
          </a:prstGeom>
          <a:noFill/>
          <a:ln>
            <a:noFill/>
          </a:ln>
        </p:spPr>
        <p:txBody>
          <a:bodyPr spcFirstLastPara="1" wrap="square" lIns="91425" tIns="45700" rIns="91425" bIns="45700" anchor="t" anchorCtr="0">
            <a:noAutofit/>
          </a:bodyPr>
          <a:lstStyle>
            <a:lvl1pPr marL="457200" lvl="0" indent="-228600" algn="just">
              <a:lnSpc>
                <a:spcPct val="90000"/>
              </a:lnSpc>
              <a:spcBef>
                <a:spcPts val="1000"/>
              </a:spcBef>
              <a:spcAft>
                <a:spcPts val="0"/>
              </a:spcAft>
              <a:buClr>
                <a:srgbClr val="FFC000"/>
              </a:buClr>
              <a:buSzPts val="2800"/>
              <a:buNone/>
              <a:defRPr sz="2800" b="1">
                <a:solidFill>
                  <a:srgbClr val="FFC000"/>
                </a:solidFill>
              </a:defRPr>
            </a:lvl1pPr>
            <a:lvl2pPr marL="914400" lvl="1" indent="-342900" algn="just">
              <a:lnSpc>
                <a:spcPct val="90000"/>
              </a:lnSpc>
              <a:spcBef>
                <a:spcPts val="500"/>
              </a:spcBef>
              <a:spcAft>
                <a:spcPts val="0"/>
              </a:spcAft>
              <a:buClr>
                <a:srgbClr val="031629"/>
              </a:buClr>
              <a:buSzPts val="1800"/>
              <a:buAutoNum type="alphaLcPeriod"/>
              <a:defRPr/>
            </a:lvl2pPr>
            <a:lvl3pPr marL="1371600" lvl="2" indent="-342900" algn="just">
              <a:lnSpc>
                <a:spcPct val="90000"/>
              </a:lnSpc>
              <a:spcBef>
                <a:spcPts val="500"/>
              </a:spcBef>
              <a:spcAft>
                <a:spcPts val="0"/>
              </a:spcAft>
              <a:buClr>
                <a:srgbClr val="031629"/>
              </a:buClr>
              <a:buSzPts val="1800"/>
              <a:buChar char="•"/>
              <a:defRPr/>
            </a:lvl3pPr>
            <a:lvl4pPr marL="1828800" lvl="3" indent="-342900" algn="just">
              <a:lnSpc>
                <a:spcPct val="90000"/>
              </a:lnSpc>
              <a:spcBef>
                <a:spcPts val="500"/>
              </a:spcBef>
              <a:spcAft>
                <a:spcPts val="0"/>
              </a:spcAft>
              <a:buClr>
                <a:srgbClr val="031629"/>
              </a:buClr>
              <a:buSzPts val="1800"/>
              <a:buChar char="•"/>
              <a:defRPr/>
            </a:lvl4pPr>
            <a:lvl5pPr marL="2286000" lvl="4" indent="-342900" algn="just">
              <a:lnSpc>
                <a:spcPct val="90000"/>
              </a:lnSpc>
              <a:spcBef>
                <a:spcPts val="500"/>
              </a:spcBef>
              <a:spcAft>
                <a:spcPts val="0"/>
              </a:spcAft>
              <a:buClr>
                <a:srgbClr val="03162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grpSp>
        <p:nvGrpSpPr>
          <p:cNvPr id="160" name="Google Shape;160;p36"/>
          <p:cNvGrpSpPr/>
          <p:nvPr/>
        </p:nvGrpSpPr>
        <p:grpSpPr>
          <a:xfrm>
            <a:off x="98180" y="96425"/>
            <a:ext cx="1971606" cy="729735"/>
            <a:chOff x="648649" y="653143"/>
            <a:chExt cx="2138362" cy="791455"/>
          </a:xfrm>
        </p:grpSpPr>
        <p:sp>
          <p:nvSpPr>
            <p:cNvPr id="161" name="Google Shape;161;p36"/>
            <p:cNvSpPr/>
            <p:nvPr/>
          </p:nvSpPr>
          <p:spPr>
            <a:xfrm>
              <a:off x="648649" y="653143"/>
              <a:ext cx="2138362" cy="791455"/>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pic>
          <p:nvPicPr>
            <p:cNvPr id="162" name="Google Shape;162;p36"/>
            <p:cNvPicPr preferRelativeResize="0"/>
            <p:nvPr/>
          </p:nvPicPr>
          <p:blipFill rotWithShape="1">
            <a:blip r:embed="rId2">
              <a:alphaModFix/>
            </a:blip>
            <a:srcRect t="16017" b="18101"/>
            <a:stretch/>
          </p:blipFill>
          <p:spPr>
            <a:xfrm>
              <a:off x="702844" y="653143"/>
              <a:ext cx="2029972" cy="753035"/>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endahuluan">
  <p:cSld name="Pendahuluan">
    <p:bg>
      <p:bgPr>
        <a:solidFill>
          <a:schemeClr val="lt1"/>
        </a:solidFill>
        <a:effectLst/>
      </p:bgPr>
    </p:bg>
    <p:spTree>
      <p:nvGrpSpPr>
        <p:cNvPr id="1" name="Shape 163"/>
        <p:cNvGrpSpPr/>
        <p:nvPr/>
      </p:nvGrpSpPr>
      <p:grpSpPr>
        <a:xfrm>
          <a:off x="0" y="0"/>
          <a:ext cx="0" cy="0"/>
          <a:chOff x="0" y="0"/>
          <a:chExt cx="0" cy="0"/>
        </a:xfrm>
      </p:grpSpPr>
      <p:sp>
        <p:nvSpPr>
          <p:cNvPr id="164" name="Google Shape;164;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grpSp>
        <p:nvGrpSpPr>
          <p:cNvPr id="165" name="Google Shape;165;p37"/>
          <p:cNvGrpSpPr/>
          <p:nvPr/>
        </p:nvGrpSpPr>
        <p:grpSpPr>
          <a:xfrm>
            <a:off x="838200" y="1071592"/>
            <a:ext cx="5999349" cy="794408"/>
            <a:chOff x="838200" y="544975"/>
            <a:chExt cx="5999349" cy="794408"/>
          </a:xfrm>
        </p:grpSpPr>
        <p:sp>
          <p:nvSpPr>
            <p:cNvPr id="166" name="Google Shape;166;p37"/>
            <p:cNvSpPr/>
            <p:nvPr/>
          </p:nvSpPr>
          <p:spPr>
            <a:xfrm>
              <a:off x="1282045" y="716437"/>
              <a:ext cx="5555504" cy="518474"/>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67" name="Google Shape;167;p37"/>
            <p:cNvSpPr/>
            <p:nvPr/>
          </p:nvSpPr>
          <p:spPr>
            <a:xfrm>
              <a:off x="838200" y="584453"/>
              <a:ext cx="754930" cy="75493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68" name="Google Shape;168;p37"/>
            <p:cNvSpPr/>
            <p:nvPr/>
          </p:nvSpPr>
          <p:spPr>
            <a:xfrm>
              <a:off x="1654410" y="569942"/>
              <a:ext cx="3273525"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a:solidFill>
                    <a:schemeClr val="accent3"/>
                  </a:solidFill>
                  <a:latin typeface="Twentieth Century"/>
                  <a:ea typeface="Twentieth Century"/>
                  <a:cs typeface="Twentieth Century"/>
                  <a:sym typeface="Twentieth Century"/>
                </a:rPr>
                <a:t>Pendahuluan</a:t>
              </a:r>
              <a:endParaRPr sz="4400" b="1">
                <a:solidFill>
                  <a:schemeClr val="accent3"/>
                </a:solidFill>
                <a:latin typeface="Twentieth Century"/>
                <a:ea typeface="Twentieth Century"/>
                <a:cs typeface="Twentieth Century"/>
                <a:sym typeface="Twentieth Century"/>
              </a:endParaRPr>
            </a:p>
          </p:txBody>
        </p:sp>
        <p:pic>
          <p:nvPicPr>
            <p:cNvPr id="169" name="Google Shape;169;p37"/>
            <p:cNvPicPr preferRelativeResize="0"/>
            <p:nvPr/>
          </p:nvPicPr>
          <p:blipFill rotWithShape="1">
            <a:blip r:embed="rId2">
              <a:alphaModFix/>
            </a:blip>
            <a:srcRect/>
            <a:stretch/>
          </p:blipFill>
          <p:spPr>
            <a:xfrm>
              <a:off x="883077" y="544975"/>
              <a:ext cx="665176" cy="762379"/>
            </a:xfrm>
            <a:prstGeom prst="rect">
              <a:avLst/>
            </a:prstGeom>
            <a:noFill/>
            <a:ln>
              <a:noFill/>
            </a:ln>
          </p:spPr>
        </p:pic>
      </p:grpSp>
      <p:sp>
        <p:nvSpPr>
          <p:cNvPr id="170" name="Google Shape;170;p37"/>
          <p:cNvSpPr txBox="1">
            <a:spLocks noGrp="1"/>
          </p:cNvSpPr>
          <p:nvPr>
            <p:ph type="body" idx="1"/>
          </p:nvPr>
        </p:nvSpPr>
        <p:spPr>
          <a:xfrm>
            <a:off x="838200" y="2139885"/>
            <a:ext cx="10515600" cy="3971090"/>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031629"/>
              </a:buClr>
              <a:buSzPts val="2200"/>
              <a:buAutoNum type="arabicPeriod"/>
              <a:defRPr>
                <a:solidFill>
                  <a:srgbClr val="031629"/>
                </a:solidFill>
              </a:defRPr>
            </a:lvl1pPr>
            <a:lvl2pPr marL="914400" lvl="1" indent="-368300" algn="just">
              <a:lnSpc>
                <a:spcPct val="90000"/>
              </a:lnSpc>
              <a:spcBef>
                <a:spcPts val="500"/>
              </a:spcBef>
              <a:spcAft>
                <a:spcPts val="0"/>
              </a:spcAft>
              <a:buClr>
                <a:srgbClr val="031629"/>
              </a:buClr>
              <a:buSzPts val="2200"/>
              <a:buAutoNum type="alphaLcPeriod"/>
              <a:defRPr>
                <a:solidFill>
                  <a:srgbClr val="031629"/>
                </a:solidFill>
              </a:defRPr>
            </a:lvl2pPr>
            <a:lvl3pPr marL="1371600" lvl="2" indent="-368300" algn="just">
              <a:lnSpc>
                <a:spcPct val="90000"/>
              </a:lnSpc>
              <a:spcBef>
                <a:spcPts val="500"/>
              </a:spcBef>
              <a:spcAft>
                <a:spcPts val="0"/>
              </a:spcAft>
              <a:buClr>
                <a:srgbClr val="031629"/>
              </a:buClr>
              <a:buSzPts val="2200"/>
              <a:buChar char="•"/>
              <a:defRPr>
                <a:solidFill>
                  <a:srgbClr val="031629"/>
                </a:solidFill>
              </a:defRPr>
            </a:lvl3pPr>
            <a:lvl4pPr marL="1828800" lvl="3" indent="-368300" algn="just">
              <a:lnSpc>
                <a:spcPct val="90000"/>
              </a:lnSpc>
              <a:spcBef>
                <a:spcPts val="500"/>
              </a:spcBef>
              <a:spcAft>
                <a:spcPts val="0"/>
              </a:spcAft>
              <a:buClr>
                <a:srgbClr val="031629"/>
              </a:buClr>
              <a:buSzPts val="2200"/>
              <a:buChar char="•"/>
              <a:defRPr>
                <a:solidFill>
                  <a:srgbClr val="031629"/>
                </a:solidFill>
              </a:defRPr>
            </a:lvl4pPr>
            <a:lvl5pPr marL="2286000" lvl="4" indent="-368300" algn="just">
              <a:lnSpc>
                <a:spcPct val="90000"/>
              </a:lnSpc>
              <a:spcBef>
                <a:spcPts val="500"/>
              </a:spcBef>
              <a:spcAft>
                <a:spcPts val="0"/>
              </a:spcAft>
              <a:buClr>
                <a:srgbClr val="031629"/>
              </a:buClr>
              <a:buSzPts val="2200"/>
              <a:buChar char="•"/>
              <a:defRPr>
                <a:solidFill>
                  <a:srgbClr val="031629"/>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Komponen Penilaian">
  <p:cSld name="Komponen Penilaian">
    <p:spTree>
      <p:nvGrpSpPr>
        <p:cNvPr id="1" name="Shape 171"/>
        <p:cNvGrpSpPr/>
        <p:nvPr/>
      </p:nvGrpSpPr>
      <p:grpSpPr>
        <a:xfrm>
          <a:off x="0" y="0"/>
          <a:ext cx="0" cy="0"/>
          <a:chOff x="0" y="0"/>
          <a:chExt cx="0" cy="0"/>
        </a:xfrm>
      </p:grpSpPr>
      <p:sp>
        <p:nvSpPr>
          <p:cNvPr id="172" name="Google Shape;172;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grpSp>
        <p:nvGrpSpPr>
          <p:cNvPr id="173" name="Google Shape;173;p38"/>
          <p:cNvGrpSpPr/>
          <p:nvPr/>
        </p:nvGrpSpPr>
        <p:grpSpPr>
          <a:xfrm>
            <a:off x="838200" y="1125069"/>
            <a:ext cx="5999349" cy="769441"/>
            <a:chOff x="838200" y="569942"/>
            <a:chExt cx="5999349" cy="769441"/>
          </a:xfrm>
        </p:grpSpPr>
        <p:sp>
          <p:nvSpPr>
            <p:cNvPr id="174" name="Google Shape;174;p38"/>
            <p:cNvSpPr/>
            <p:nvPr/>
          </p:nvSpPr>
          <p:spPr>
            <a:xfrm>
              <a:off x="1282045" y="716437"/>
              <a:ext cx="5555504" cy="518474"/>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75" name="Google Shape;175;p38"/>
            <p:cNvSpPr/>
            <p:nvPr/>
          </p:nvSpPr>
          <p:spPr>
            <a:xfrm>
              <a:off x="838200" y="584453"/>
              <a:ext cx="754930" cy="75493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76" name="Google Shape;176;p38"/>
            <p:cNvSpPr/>
            <p:nvPr/>
          </p:nvSpPr>
          <p:spPr>
            <a:xfrm>
              <a:off x="1654410" y="569942"/>
              <a:ext cx="5068760"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a:solidFill>
                    <a:schemeClr val="accent3"/>
                  </a:solidFill>
                  <a:latin typeface="Twentieth Century"/>
                  <a:ea typeface="Twentieth Century"/>
                  <a:cs typeface="Twentieth Century"/>
                  <a:sym typeface="Twentieth Century"/>
                </a:rPr>
                <a:t>Komponen Penilaian</a:t>
              </a:r>
              <a:endParaRPr sz="4400" b="1">
                <a:solidFill>
                  <a:schemeClr val="accent3"/>
                </a:solidFill>
                <a:latin typeface="Twentieth Century"/>
                <a:ea typeface="Twentieth Century"/>
                <a:cs typeface="Twentieth Century"/>
                <a:sym typeface="Twentieth Century"/>
              </a:endParaRPr>
            </a:p>
          </p:txBody>
        </p:sp>
        <p:pic>
          <p:nvPicPr>
            <p:cNvPr id="177" name="Google Shape;177;p38"/>
            <p:cNvPicPr preferRelativeResize="0"/>
            <p:nvPr/>
          </p:nvPicPr>
          <p:blipFill rotWithShape="1">
            <a:blip r:embed="rId2">
              <a:alphaModFix/>
            </a:blip>
            <a:srcRect/>
            <a:stretch/>
          </p:blipFill>
          <p:spPr>
            <a:xfrm>
              <a:off x="921012" y="616587"/>
              <a:ext cx="589305" cy="675421"/>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ub Topic 1">
  <p:cSld name="Sub Topic 1">
    <p:spTree>
      <p:nvGrpSpPr>
        <p:cNvPr id="1" name="Shape 178"/>
        <p:cNvGrpSpPr/>
        <p:nvPr/>
      </p:nvGrpSpPr>
      <p:grpSpPr>
        <a:xfrm>
          <a:off x="0" y="0"/>
          <a:ext cx="0" cy="0"/>
          <a:chOff x="0" y="0"/>
          <a:chExt cx="0" cy="0"/>
        </a:xfrm>
      </p:grpSpPr>
      <p:sp>
        <p:nvSpPr>
          <p:cNvPr id="179" name="Google Shape;179;p39"/>
          <p:cNvSpPr txBox="1">
            <a:spLocks noGrp="1"/>
          </p:cNvSpPr>
          <p:nvPr>
            <p:ph type="ctrTitle"/>
          </p:nvPr>
        </p:nvSpPr>
        <p:spPr>
          <a:xfrm>
            <a:off x="1524000" y="824826"/>
            <a:ext cx="9144000" cy="1768845"/>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E60AC"/>
              </a:buClr>
              <a:buSzPts val="6000"/>
              <a:buFont typeface="Twentieth Centur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0" name="Google Shape;180;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181" name="Google Shape;181;p39"/>
          <p:cNvSpPr>
            <a:spLocks noGrp="1"/>
          </p:cNvSpPr>
          <p:nvPr>
            <p:ph type="pic" idx="2"/>
          </p:nvPr>
        </p:nvSpPr>
        <p:spPr>
          <a:xfrm>
            <a:off x="1524000" y="2843408"/>
            <a:ext cx="9144000" cy="3376417"/>
          </a:xfrm>
          <a:prstGeom prst="rect">
            <a:avLst/>
          </a:prstGeom>
          <a:no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82"/>
        <p:cNvGrpSpPr/>
        <p:nvPr/>
      </p:nvGrpSpPr>
      <p:grpSpPr>
        <a:xfrm>
          <a:off x="0" y="0"/>
          <a:ext cx="0" cy="0"/>
          <a:chOff x="0" y="0"/>
          <a:chExt cx="0" cy="0"/>
        </a:xfrm>
      </p:grpSpPr>
      <p:sp>
        <p:nvSpPr>
          <p:cNvPr id="183" name="Google Shape;183;p40"/>
          <p:cNvSpPr txBox="1">
            <a:spLocks noGrp="1"/>
          </p:cNvSpPr>
          <p:nvPr>
            <p:ph type="title"/>
          </p:nvPr>
        </p:nvSpPr>
        <p:spPr>
          <a:xfrm>
            <a:off x="831850" y="1389699"/>
            <a:ext cx="10515600" cy="161792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E60AC"/>
              </a:buClr>
              <a:buSzPts val="6000"/>
              <a:buFont typeface="Twentieth Centur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4" name="Google Shape;184;p40"/>
          <p:cNvSpPr txBox="1">
            <a:spLocks noGrp="1"/>
          </p:cNvSpPr>
          <p:nvPr>
            <p:ph type="body" idx="1"/>
          </p:nvPr>
        </p:nvSpPr>
        <p:spPr>
          <a:xfrm>
            <a:off x="831850" y="3185341"/>
            <a:ext cx="10515600" cy="1500187"/>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rgbClr val="031629"/>
              </a:buClr>
              <a:buSzPts val="2400"/>
              <a:buNone/>
              <a:defRPr sz="2400">
                <a:solidFill>
                  <a:srgbClr val="031629"/>
                </a:solidFill>
              </a:defRPr>
            </a:lvl1pPr>
            <a:lvl2pPr marL="914400" lvl="1" indent="-228600" algn="just">
              <a:lnSpc>
                <a:spcPct val="90000"/>
              </a:lnSpc>
              <a:spcBef>
                <a:spcPts val="500"/>
              </a:spcBef>
              <a:spcAft>
                <a:spcPts val="0"/>
              </a:spcAft>
              <a:buClr>
                <a:srgbClr val="8E8E8E"/>
              </a:buClr>
              <a:buSzPts val="2000"/>
              <a:buNone/>
              <a:defRPr sz="2000">
                <a:solidFill>
                  <a:srgbClr val="8E8E8E"/>
                </a:solidFill>
              </a:defRPr>
            </a:lvl2pPr>
            <a:lvl3pPr marL="1371600" lvl="2" indent="-228600" algn="just">
              <a:lnSpc>
                <a:spcPct val="90000"/>
              </a:lnSpc>
              <a:spcBef>
                <a:spcPts val="500"/>
              </a:spcBef>
              <a:spcAft>
                <a:spcPts val="0"/>
              </a:spcAft>
              <a:buClr>
                <a:srgbClr val="8E8E8E"/>
              </a:buClr>
              <a:buSzPts val="1800"/>
              <a:buNone/>
              <a:defRPr sz="1800">
                <a:solidFill>
                  <a:srgbClr val="8E8E8E"/>
                </a:solidFill>
              </a:defRPr>
            </a:lvl3pPr>
            <a:lvl4pPr marL="1828800" lvl="3" indent="-228600" algn="just">
              <a:lnSpc>
                <a:spcPct val="90000"/>
              </a:lnSpc>
              <a:spcBef>
                <a:spcPts val="500"/>
              </a:spcBef>
              <a:spcAft>
                <a:spcPts val="0"/>
              </a:spcAft>
              <a:buClr>
                <a:srgbClr val="8E8E8E"/>
              </a:buClr>
              <a:buSzPts val="1600"/>
              <a:buNone/>
              <a:defRPr sz="1600">
                <a:solidFill>
                  <a:srgbClr val="8E8E8E"/>
                </a:solidFill>
              </a:defRPr>
            </a:lvl4pPr>
            <a:lvl5pPr marL="2286000" lvl="4" indent="-228600" algn="just">
              <a:lnSpc>
                <a:spcPct val="90000"/>
              </a:lnSpc>
              <a:spcBef>
                <a:spcPts val="500"/>
              </a:spcBef>
              <a:spcAft>
                <a:spcPts val="0"/>
              </a:spcAft>
              <a:buClr>
                <a:srgbClr val="8E8E8E"/>
              </a:buClr>
              <a:buSzPts val="1600"/>
              <a:buNone/>
              <a:defRPr sz="1600">
                <a:solidFill>
                  <a:srgbClr val="8E8E8E"/>
                </a:solidFill>
              </a:defRPr>
            </a:lvl5pPr>
            <a:lvl6pPr marL="2743200" lvl="5" indent="-228600" algn="l">
              <a:lnSpc>
                <a:spcPct val="90000"/>
              </a:lnSpc>
              <a:spcBef>
                <a:spcPts val="500"/>
              </a:spcBef>
              <a:spcAft>
                <a:spcPts val="0"/>
              </a:spcAft>
              <a:buClr>
                <a:srgbClr val="8E8E8E"/>
              </a:buClr>
              <a:buSzPts val="1600"/>
              <a:buNone/>
              <a:defRPr sz="1600">
                <a:solidFill>
                  <a:srgbClr val="8E8E8E"/>
                </a:solidFill>
              </a:defRPr>
            </a:lvl6pPr>
            <a:lvl7pPr marL="3200400" lvl="6" indent="-228600" algn="l">
              <a:lnSpc>
                <a:spcPct val="90000"/>
              </a:lnSpc>
              <a:spcBef>
                <a:spcPts val="500"/>
              </a:spcBef>
              <a:spcAft>
                <a:spcPts val="0"/>
              </a:spcAft>
              <a:buClr>
                <a:srgbClr val="8E8E8E"/>
              </a:buClr>
              <a:buSzPts val="1600"/>
              <a:buNone/>
              <a:defRPr sz="1600">
                <a:solidFill>
                  <a:srgbClr val="8E8E8E"/>
                </a:solidFill>
              </a:defRPr>
            </a:lvl7pPr>
            <a:lvl8pPr marL="3657600" lvl="7" indent="-228600" algn="l">
              <a:lnSpc>
                <a:spcPct val="90000"/>
              </a:lnSpc>
              <a:spcBef>
                <a:spcPts val="500"/>
              </a:spcBef>
              <a:spcAft>
                <a:spcPts val="0"/>
              </a:spcAft>
              <a:buClr>
                <a:srgbClr val="8E8E8E"/>
              </a:buClr>
              <a:buSzPts val="1600"/>
              <a:buNone/>
              <a:defRPr sz="1600">
                <a:solidFill>
                  <a:srgbClr val="8E8E8E"/>
                </a:solidFill>
              </a:defRPr>
            </a:lvl8pPr>
            <a:lvl9pPr marL="4114800" lvl="8" indent="-228600" algn="l">
              <a:lnSpc>
                <a:spcPct val="90000"/>
              </a:lnSpc>
              <a:spcBef>
                <a:spcPts val="500"/>
              </a:spcBef>
              <a:spcAft>
                <a:spcPts val="0"/>
              </a:spcAft>
              <a:buClr>
                <a:srgbClr val="8E8E8E"/>
              </a:buClr>
              <a:buSzPts val="1600"/>
              <a:buNone/>
              <a:defRPr sz="1600">
                <a:solidFill>
                  <a:srgbClr val="8E8E8E"/>
                </a:solidFill>
              </a:defRPr>
            </a:lvl9pPr>
          </a:lstStyle>
          <a:p>
            <a:endParaRPr/>
          </a:p>
        </p:txBody>
      </p:sp>
      <p:sp>
        <p:nvSpPr>
          <p:cNvPr id="185" name="Google Shape;185;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Clr>
                <a:srgbClr val="8E8E8E"/>
              </a:buClr>
              <a:buSzPts val="1100"/>
              <a:buFont typeface="Twentieth Century"/>
              <a:buNone/>
              <a:defRPr sz="1100">
                <a:solidFill>
                  <a:srgbClr val="8E8E8E"/>
                </a:solidFill>
                <a:latin typeface="Twentieth Century"/>
                <a:ea typeface="Twentieth Century"/>
                <a:cs typeface="Twentieth Century"/>
                <a:sym typeface="Twentieth Century"/>
              </a:defRPr>
            </a:lvl1pPr>
            <a:lvl2pPr marL="0" lvl="1" indent="0" algn="r">
              <a:lnSpc>
                <a:spcPct val="100000"/>
              </a:lnSpc>
              <a:spcBef>
                <a:spcPts val="0"/>
              </a:spcBef>
              <a:spcAft>
                <a:spcPts val="0"/>
              </a:spcAft>
              <a:buClr>
                <a:srgbClr val="8E8E8E"/>
              </a:buClr>
              <a:buSzPts val="1100"/>
              <a:buFont typeface="Twentieth Century"/>
              <a:buNone/>
              <a:defRPr sz="1100">
                <a:solidFill>
                  <a:srgbClr val="8E8E8E"/>
                </a:solidFill>
                <a:latin typeface="Twentieth Century"/>
                <a:ea typeface="Twentieth Century"/>
                <a:cs typeface="Twentieth Century"/>
                <a:sym typeface="Twentieth Century"/>
              </a:defRPr>
            </a:lvl2pPr>
            <a:lvl3pPr marL="0" lvl="2" indent="0" algn="r">
              <a:lnSpc>
                <a:spcPct val="100000"/>
              </a:lnSpc>
              <a:spcBef>
                <a:spcPts val="0"/>
              </a:spcBef>
              <a:spcAft>
                <a:spcPts val="0"/>
              </a:spcAft>
              <a:buClr>
                <a:srgbClr val="8E8E8E"/>
              </a:buClr>
              <a:buSzPts val="1100"/>
              <a:buFont typeface="Twentieth Century"/>
              <a:buNone/>
              <a:defRPr sz="1100">
                <a:solidFill>
                  <a:srgbClr val="8E8E8E"/>
                </a:solidFill>
                <a:latin typeface="Twentieth Century"/>
                <a:ea typeface="Twentieth Century"/>
                <a:cs typeface="Twentieth Century"/>
                <a:sym typeface="Twentieth Century"/>
              </a:defRPr>
            </a:lvl3pPr>
            <a:lvl4pPr marL="0" lvl="3" indent="0" algn="r">
              <a:lnSpc>
                <a:spcPct val="100000"/>
              </a:lnSpc>
              <a:spcBef>
                <a:spcPts val="0"/>
              </a:spcBef>
              <a:spcAft>
                <a:spcPts val="0"/>
              </a:spcAft>
              <a:buClr>
                <a:srgbClr val="8E8E8E"/>
              </a:buClr>
              <a:buSzPts val="1100"/>
              <a:buFont typeface="Twentieth Century"/>
              <a:buNone/>
              <a:defRPr sz="1100">
                <a:solidFill>
                  <a:srgbClr val="8E8E8E"/>
                </a:solidFill>
                <a:latin typeface="Twentieth Century"/>
                <a:ea typeface="Twentieth Century"/>
                <a:cs typeface="Twentieth Century"/>
                <a:sym typeface="Twentieth Century"/>
              </a:defRPr>
            </a:lvl4pPr>
            <a:lvl5pPr marL="0" lvl="4" indent="0" algn="r">
              <a:lnSpc>
                <a:spcPct val="100000"/>
              </a:lnSpc>
              <a:spcBef>
                <a:spcPts val="0"/>
              </a:spcBef>
              <a:spcAft>
                <a:spcPts val="0"/>
              </a:spcAft>
              <a:buClr>
                <a:srgbClr val="8E8E8E"/>
              </a:buClr>
              <a:buSzPts val="1100"/>
              <a:buFont typeface="Twentieth Century"/>
              <a:buNone/>
              <a:defRPr sz="1100">
                <a:solidFill>
                  <a:srgbClr val="8E8E8E"/>
                </a:solidFill>
                <a:latin typeface="Twentieth Century"/>
                <a:ea typeface="Twentieth Century"/>
                <a:cs typeface="Twentieth Century"/>
                <a:sym typeface="Twentieth Century"/>
              </a:defRPr>
            </a:lvl5pPr>
            <a:lvl6pPr marL="0" lvl="5" indent="0" algn="r">
              <a:lnSpc>
                <a:spcPct val="100000"/>
              </a:lnSpc>
              <a:spcBef>
                <a:spcPts val="0"/>
              </a:spcBef>
              <a:spcAft>
                <a:spcPts val="0"/>
              </a:spcAft>
              <a:buClr>
                <a:srgbClr val="8E8E8E"/>
              </a:buClr>
              <a:buSzPts val="1100"/>
              <a:buFont typeface="Twentieth Century"/>
              <a:buNone/>
              <a:defRPr sz="1100">
                <a:solidFill>
                  <a:srgbClr val="8E8E8E"/>
                </a:solidFill>
                <a:latin typeface="Twentieth Century"/>
                <a:ea typeface="Twentieth Century"/>
                <a:cs typeface="Twentieth Century"/>
                <a:sym typeface="Twentieth Century"/>
              </a:defRPr>
            </a:lvl6pPr>
            <a:lvl7pPr marL="0" lvl="6" indent="0" algn="r">
              <a:lnSpc>
                <a:spcPct val="100000"/>
              </a:lnSpc>
              <a:spcBef>
                <a:spcPts val="0"/>
              </a:spcBef>
              <a:spcAft>
                <a:spcPts val="0"/>
              </a:spcAft>
              <a:buClr>
                <a:srgbClr val="8E8E8E"/>
              </a:buClr>
              <a:buSzPts val="1100"/>
              <a:buFont typeface="Twentieth Century"/>
              <a:buNone/>
              <a:defRPr sz="1100">
                <a:solidFill>
                  <a:srgbClr val="8E8E8E"/>
                </a:solidFill>
                <a:latin typeface="Twentieth Century"/>
                <a:ea typeface="Twentieth Century"/>
                <a:cs typeface="Twentieth Century"/>
                <a:sym typeface="Twentieth Century"/>
              </a:defRPr>
            </a:lvl7pPr>
            <a:lvl8pPr marL="0" lvl="7" indent="0" algn="r">
              <a:lnSpc>
                <a:spcPct val="100000"/>
              </a:lnSpc>
              <a:spcBef>
                <a:spcPts val="0"/>
              </a:spcBef>
              <a:spcAft>
                <a:spcPts val="0"/>
              </a:spcAft>
              <a:buClr>
                <a:srgbClr val="8E8E8E"/>
              </a:buClr>
              <a:buSzPts val="1100"/>
              <a:buFont typeface="Twentieth Century"/>
              <a:buNone/>
              <a:defRPr sz="1100">
                <a:solidFill>
                  <a:srgbClr val="8E8E8E"/>
                </a:solidFill>
                <a:latin typeface="Twentieth Century"/>
                <a:ea typeface="Twentieth Century"/>
                <a:cs typeface="Twentieth Century"/>
                <a:sym typeface="Twentieth Century"/>
              </a:defRPr>
            </a:lvl8pPr>
            <a:lvl9pPr marL="0" lvl="8" indent="0" algn="r">
              <a:lnSpc>
                <a:spcPct val="100000"/>
              </a:lnSpc>
              <a:spcBef>
                <a:spcPts val="0"/>
              </a:spcBef>
              <a:spcAft>
                <a:spcPts val="0"/>
              </a:spcAft>
              <a:buClr>
                <a:srgbClr val="8E8E8E"/>
              </a:buClr>
              <a:buSzPts val="1100"/>
              <a:buFont typeface="Twentieth Century"/>
              <a:buNone/>
              <a:defRPr sz="1100">
                <a:solidFill>
                  <a:srgbClr val="8E8E8E"/>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86"/>
        <p:cNvGrpSpPr/>
        <p:nvPr/>
      </p:nvGrpSpPr>
      <p:grpSpPr>
        <a:xfrm>
          <a:off x="0" y="0"/>
          <a:ext cx="0" cy="0"/>
          <a:chOff x="0" y="0"/>
          <a:chExt cx="0" cy="0"/>
        </a:xfrm>
      </p:grpSpPr>
      <p:sp>
        <p:nvSpPr>
          <p:cNvPr id="187" name="Google Shape;187;p41"/>
          <p:cNvSpPr txBox="1">
            <a:spLocks noGrp="1"/>
          </p:cNvSpPr>
          <p:nvPr>
            <p:ph type="title"/>
          </p:nvPr>
        </p:nvSpPr>
        <p:spPr>
          <a:xfrm>
            <a:off x="838200" y="886120"/>
            <a:ext cx="8513190" cy="73858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E60A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8" name="Google Shape;188;p4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031629"/>
              </a:buClr>
              <a:buSzPts val="2200"/>
              <a:buAutoNum type="arabicPeriod"/>
              <a:defRPr>
                <a:solidFill>
                  <a:srgbClr val="031629"/>
                </a:solidFill>
              </a:defRPr>
            </a:lvl1pPr>
            <a:lvl2pPr marL="914400" lvl="1" indent="-368300" algn="just">
              <a:lnSpc>
                <a:spcPct val="90000"/>
              </a:lnSpc>
              <a:spcBef>
                <a:spcPts val="500"/>
              </a:spcBef>
              <a:spcAft>
                <a:spcPts val="0"/>
              </a:spcAft>
              <a:buClr>
                <a:srgbClr val="031629"/>
              </a:buClr>
              <a:buSzPts val="2200"/>
              <a:buAutoNum type="alphaLcPeriod"/>
              <a:defRPr>
                <a:solidFill>
                  <a:srgbClr val="031629"/>
                </a:solidFill>
              </a:defRPr>
            </a:lvl2pPr>
            <a:lvl3pPr marL="1371600" lvl="2" indent="-368300" algn="just">
              <a:lnSpc>
                <a:spcPct val="90000"/>
              </a:lnSpc>
              <a:spcBef>
                <a:spcPts val="500"/>
              </a:spcBef>
              <a:spcAft>
                <a:spcPts val="0"/>
              </a:spcAft>
              <a:buClr>
                <a:srgbClr val="031629"/>
              </a:buClr>
              <a:buSzPts val="2200"/>
              <a:buChar char="•"/>
              <a:defRPr>
                <a:solidFill>
                  <a:srgbClr val="031629"/>
                </a:solidFill>
              </a:defRPr>
            </a:lvl3pPr>
            <a:lvl4pPr marL="1828800" lvl="3" indent="-368300" algn="just">
              <a:lnSpc>
                <a:spcPct val="90000"/>
              </a:lnSpc>
              <a:spcBef>
                <a:spcPts val="500"/>
              </a:spcBef>
              <a:spcAft>
                <a:spcPts val="0"/>
              </a:spcAft>
              <a:buClr>
                <a:srgbClr val="031629"/>
              </a:buClr>
              <a:buSzPts val="2200"/>
              <a:buChar char="•"/>
              <a:defRPr>
                <a:solidFill>
                  <a:srgbClr val="031629"/>
                </a:solidFill>
              </a:defRPr>
            </a:lvl4pPr>
            <a:lvl5pPr marL="2286000" lvl="4" indent="-368300" algn="just">
              <a:lnSpc>
                <a:spcPct val="90000"/>
              </a:lnSpc>
              <a:spcBef>
                <a:spcPts val="500"/>
              </a:spcBef>
              <a:spcAft>
                <a:spcPts val="0"/>
              </a:spcAft>
              <a:buClr>
                <a:srgbClr val="031629"/>
              </a:buClr>
              <a:buSzPts val="2200"/>
              <a:buChar char="•"/>
              <a:defRPr>
                <a:solidFill>
                  <a:srgbClr val="031629"/>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9" name="Google Shape;189;p4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031629"/>
              </a:buClr>
              <a:buSzPts val="2200"/>
              <a:buAutoNum type="arabicPeriod"/>
              <a:defRPr>
                <a:solidFill>
                  <a:srgbClr val="031629"/>
                </a:solidFill>
              </a:defRPr>
            </a:lvl1pPr>
            <a:lvl2pPr marL="914400" lvl="1" indent="-368300" algn="just">
              <a:lnSpc>
                <a:spcPct val="90000"/>
              </a:lnSpc>
              <a:spcBef>
                <a:spcPts val="500"/>
              </a:spcBef>
              <a:spcAft>
                <a:spcPts val="0"/>
              </a:spcAft>
              <a:buClr>
                <a:srgbClr val="031629"/>
              </a:buClr>
              <a:buSzPts val="2200"/>
              <a:buAutoNum type="alphaLcPeriod"/>
              <a:defRPr>
                <a:solidFill>
                  <a:srgbClr val="031629"/>
                </a:solidFill>
              </a:defRPr>
            </a:lvl2pPr>
            <a:lvl3pPr marL="1371600" lvl="2" indent="-368300" algn="just">
              <a:lnSpc>
                <a:spcPct val="90000"/>
              </a:lnSpc>
              <a:spcBef>
                <a:spcPts val="500"/>
              </a:spcBef>
              <a:spcAft>
                <a:spcPts val="0"/>
              </a:spcAft>
              <a:buClr>
                <a:srgbClr val="031629"/>
              </a:buClr>
              <a:buSzPts val="2200"/>
              <a:buChar char="•"/>
              <a:defRPr>
                <a:solidFill>
                  <a:srgbClr val="031629"/>
                </a:solidFill>
              </a:defRPr>
            </a:lvl3pPr>
            <a:lvl4pPr marL="1828800" lvl="3" indent="-368300" algn="just">
              <a:lnSpc>
                <a:spcPct val="90000"/>
              </a:lnSpc>
              <a:spcBef>
                <a:spcPts val="500"/>
              </a:spcBef>
              <a:spcAft>
                <a:spcPts val="0"/>
              </a:spcAft>
              <a:buClr>
                <a:srgbClr val="031629"/>
              </a:buClr>
              <a:buSzPts val="2200"/>
              <a:buChar char="•"/>
              <a:defRPr>
                <a:solidFill>
                  <a:srgbClr val="031629"/>
                </a:solidFill>
              </a:defRPr>
            </a:lvl4pPr>
            <a:lvl5pPr marL="2286000" lvl="4" indent="-368300" algn="just">
              <a:lnSpc>
                <a:spcPct val="90000"/>
              </a:lnSpc>
              <a:spcBef>
                <a:spcPts val="500"/>
              </a:spcBef>
              <a:spcAft>
                <a:spcPts val="0"/>
              </a:spcAft>
              <a:buClr>
                <a:srgbClr val="031629"/>
              </a:buClr>
              <a:buSzPts val="2200"/>
              <a:buChar char="•"/>
              <a:defRPr>
                <a:solidFill>
                  <a:srgbClr val="031629"/>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0" name="Google Shape;190;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191"/>
        <p:cNvGrpSpPr/>
        <p:nvPr/>
      </p:nvGrpSpPr>
      <p:grpSpPr>
        <a:xfrm>
          <a:off x="0" y="0"/>
          <a:ext cx="0" cy="0"/>
          <a:chOff x="0" y="0"/>
          <a:chExt cx="0" cy="0"/>
        </a:xfrm>
      </p:grpSpPr>
      <p:sp>
        <p:nvSpPr>
          <p:cNvPr id="192" name="Google Shape;192;p42"/>
          <p:cNvSpPr txBox="1">
            <a:spLocks noGrp="1"/>
          </p:cNvSpPr>
          <p:nvPr>
            <p:ph type="body" idx="1"/>
          </p:nvPr>
        </p:nvSpPr>
        <p:spPr>
          <a:xfrm>
            <a:off x="839788" y="1772239"/>
            <a:ext cx="5157787" cy="650450"/>
          </a:xfrm>
          <a:prstGeom prst="rect">
            <a:avLst/>
          </a:prstGeom>
          <a:noFill/>
          <a:ln>
            <a:noFill/>
          </a:ln>
        </p:spPr>
        <p:txBody>
          <a:bodyPr spcFirstLastPara="1" wrap="square" lIns="91425" tIns="45700" rIns="91425" bIns="45700" anchor="b" anchorCtr="0">
            <a:normAutofit/>
          </a:bodyPr>
          <a:lstStyle>
            <a:lvl1pPr marL="457200" lvl="0" indent="-228600" algn="just">
              <a:lnSpc>
                <a:spcPct val="90000"/>
              </a:lnSpc>
              <a:spcBef>
                <a:spcPts val="1000"/>
              </a:spcBef>
              <a:spcAft>
                <a:spcPts val="0"/>
              </a:spcAft>
              <a:buClr>
                <a:srgbClr val="0E60AC"/>
              </a:buClr>
              <a:buSzPts val="2800"/>
              <a:buNone/>
              <a:defRPr sz="2800" b="1">
                <a:solidFill>
                  <a:srgbClr val="0E60AC"/>
                </a:solidFill>
              </a:defRPr>
            </a:lvl1pPr>
            <a:lvl2pPr marL="914400" lvl="1" indent="-228600" algn="just">
              <a:lnSpc>
                <a:spcPct val="90000"/>
              </a:lnSpc>
              <a:spcBef>
                <a:spcPts val="500"/>
              </a:spcBef>
              <a:spcAft>
                <a:spcPts val="0"/>
              </a:spcAft>
              <a:buClr>
                <a:srgbClr val="031629"/>
              </a:buClr>
              <a:buSzPts val="2000"/>
              <a:buNone/>
              <a:defRPr sz="2000" b="1"/>
            </a:lvl2pPr>
            <a:lvl3pPr marL="1371600" lvl="2" indent="-228600" algn="just">
              <a:lnSpc>
                <a:spcPct val="90000"/>
              </a:lnSpc>
              <a:spcBef>
                <a:spcPts val="500"/>
              </a:spcBef>
              <a:spcAft>
                <a:spcPts val="0"/>
              </a:spcAft>
              <a:buClr>
                <a:srgbClr val="031629"/>
              </a:buClr>
              <a:buSzPts val="1800"/>
              <a:buNone/>
              <a:defRPr sz="1800" b="1"/>
            </a:lvl3pPr>
            <a:lvl4pPr marL="1828800" lvl="3" indent="-228600" algn="just">
              <a:lnSpc>
                <a:spcPct val="90000"/>
              </a:lnSpc>
              <a:spcBef>
                <a:spcPts val="500"/>
              </a:spcBef>
              <a:spcAft>
                <a:spcPts val="0"/>
              </a:spcAft>
              <a:buClr>
                <a:srgbClr val="031629"/>
              </a:buClr>
              <a:buSzPts val="1600"/>
              <a:buNone/>
              <a:defRPr sz="1600" b="1"/>
            </a:lvl4pPr>
            <a:lvl5pPr marL="2286000" lvl="4" indent="-228600" algn="just">
              <a:lnSpc>
                <a:spcPct val="90000"/>
              </a:lnSpc>
              <a:spcBef>
                <a:spcPts val="500"/>
              </a:spcBef>
              <a:spcAft>
                <a:spcPts val="0"/>
              </a:spcAft>
              <a:buClr>
                <a:srgbClr val="031629"/>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93" name="Google Shape;193;p42"/>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031629"/>
              </a:buClr>
              <a:buSzPts val="2200"/>
              <a:buAutoNum type="arabicPeriod"/>
              <a:defRPr>
                <a:solidFill>
                  <a:srgbClr val="031629"/>
                </a:solidFill>
              </a:defRPr>
            </a:lvl1pPr>
            <a:lvl2pPr marL="914400" lvl="1" indent="-368300" algn="just">
              <a:lnSpc>
                <a:spcPct val="90000"/>
              </a:lnSpc>
              <a:spcBef>
                <a:spcPts val="500"/>
              </a:spcBef>
              <a:spcAft>
                <a:spcPts val="0"/>
              </a:spcAft>
              <a:buClr>
                <a:srgbClr val="031629"/>
              </a:buClr>
              <a:buSzPts val="2200"/>
              <a:buAutoNum type="alphaLcPeriod"/>
              <a:defRPr>
                <a:solidFill>
                  <a:srgbClr val="031629"/>
                </a:solidFill>
              </a:defRPr>
            </a:lvl2pPr>
            <a:lvl3pPr marL="1371600" lvl="2" indent="-368300" algn="just">
              <a:lnSpc>
                <a:spcPct val="90000"/>
              </a:lnSpc>
              <a:spcBef>
                <a:spcPts val="500"/>
              </a:spcBef>
              <a:spcAft>
                <a:spcPts val="0"/>
              </a:spcAft>
              <a:buClr>
                <a:srgbClr val="031629"/>
              </a:buClr>
              <a:buSzPts val="2200"/>
              <a:buChar char="•"/>
              <a:defRPr>
                <a:solidFill>
                  <a:srgbClr val="031629"/>
                </a:solidFill>
              </a:defRPr>
            </a:lvl3pPr>
            <a:lvl4pPr marL="1828800" lvl="3" indent="-368300" algn="just">
              <a:lnSpc>
                <a:spcPct val="90000"/>
              </a:lnSpc>
              <a:spcBef>
                <a:spcPts val="500"/>
              </a:spcBef>
              <a:spcAft>
                <a:spcPts val="0"/>
              </a:spcAft>
              <a:buClr>
                <a:srgbClr val="031629"/>
              </a:buClr>
              <a:buSzPts val="2200"/>
              <a:buChar char="•"/>
              <a:defRPr>
                <a:solidFill>
                  <a:srgbClr val="031629"/>
                </a:solidFill>
              </a:defRPr>
            </a:lvl4pPr>
            <a:lvl5pPr marL="2286000" lvl="4" indent="-368300" algn="just">
              <a:lnSpc>
                <a:spcPct val="90000"/>
              </a:lnSpc>
              <a:spcBef>
                <a:spcPts val="500"/>
              </a:spcBef>
              <a:spcAft>
                <a:spcPts val="0"/>
              </a:spcAft>
              <a:buClr>
                <a:srgbClr val="031629"/>
              </a:buClr>
              <a:buSzPts val="2200"/>
              <a:buChar char="•"/>
              <a:defRPr>
                <a:solidFill>
                  <a:srgbClr val="031629"/>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4" name="Google Shape;194;p42"/>
          <p:cNvSpPr txBox="1">
            <a:spLocks noGrp="1"/>
          </p:cNvSpPr>
          <p:nvPr>
            <p:ph type="body" idx="3"/>
          </p:nvPr>
        </p:nvSpPr>
        <p:spPr>
          <a:xfrm>
            <a:off x="6172200" y="1772239"/>
            <a:ext cx="5183188" cy="650450"/>
          </a:xfrm>
          <a:prstGeom prst="rect">
            <a:avLst/>
          </a:prstGeom>
          <a:noFill/>
          <a:ln>
            <a:noFill/>
          </a:ln>
        </p:spPr>
        <p:txBody>
          <a:bodyPr spcFirstLastPara="1" wrap="square" lIns="91425" tIns="45700" rIns="91425" bIns="45700" anchor="b" anchorCtr="0">
            <a:normAutofit/>
          </a:bodyPr>
          <a:lstStyle>
            <a:lvl1pPr marL="457200" lvl="0" indent="-228600" algn="just">
              <a:lnSpc>
                <a:spcPct val="90000"/>
              </a:lnSpc>
              <a:spcBef>
                <a:spcPts val="1000"/>
              </a:spcBef>
              <a:spcAft>
                <a:spcPts val="0"/>
              </a:spcAft>
              <a:buClr>
                <a:srgbClr val="0E60AC"/>
              </a:buClr>
              <a:buSzPts val="2800"/>
              <a:buNone/>
              <a:defRPr sz="2800" b="1">
                <a:solidFill>
                  <a:srgbClr val="0E60AC"/>
                </a:solidFill>
              </a:defRPr>
            </a:lvl1pPr>
            <a:lvl2pPr marL="914400" lvl="1" indent="-228600" algn="just">
              <a:lnSpc>
                <a:spcPct val="90000"/>
              </a:lnSpc>
              <a:spcBef>
                <a:spcPts val="500"/>
              </a:spcBef>
              <a:spcAft>
                <a:spcPts val="0"/>
              </a:spcAft>
              <a:buClr>
                <a:srgbClr val="031629"/>
              </a:buClr>
              <a:buSzPts val="2000"/>
              <a:buNone/>
              <a:defRPr sz="2000" b="1"/>
            </a:lvl2pPr>
            <a:lvl3pPr marL="1371600" lvl="2" indent="-228600" algn="just">
              <a:lnSpc>
                <a:spcPct val="90000"/>
              </a:lnSpc>
              <a:spcBef>
                <a:spcPts val="500"/>
              </a:spcBef>
              <a:spcAft>
                <a:spcPts val="0"/>
              </a:spcAft>
              <a:buClr>
                <a:srgbClr val="031629"/>
              </a:buClr>
              <a:buSzPts val="1800"/>
              <a:buNone/>
              <a:defRPr sz="1800" b="1"/>
            </a:lvl3pPr>
            <a:lvl4pPr marL="1828800" lvl="3" indent="-228600" algn="just">
              <a:lnSpc>
                <a:spcPct val="90000"/>
              </a:lnSpc>
              <a:spcBef>
                <a:spcPts val="500"/>
              </a:spcBef>
              <a:spcAft>
                <a:spcPts val="0"/>
              </a:spcAft>
              <a:buClr>
                <a:srgbClr val="031629"/>
              </a:buClr>
              <a:buSzPts val="1600"/>
              <a:buNone/>
              <a:defRPr sz="1600" b="1"/>
            </a:lvl4pPr>
            <a:lvl5pPr marL="2286000" lvl="4" indent="-228600" algn="just">
              <a:lnSpc>
                <a:spcPct val="90000"/>
              </a:lnSpc>
              <a:spcBef>
                <a:spcPts val="500"/>
              </a:spcBef>
              <a:spcAft>
                <a:spcPts val="0"/>
              </a:spcAft>
              <a:buClr>
                <a:srgbClr val="031629"/>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95" name="Google Shape;195;p42"/>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031629"/>
              </a:buClr>
              <a:buSzPts val="2200"/>
              <a:buAutoNum type="arabicPeriod"/>
              <a:defRPr>
                <a:solidFill>
                  <a:srgbClr val="031629"/>
                </a:solidFill>
              </a:defRPr>
            </a:lvl1pPr>
            <a:lvl2pPr marL="914400" lvl="1" indent="-368300" algn="just">
              <a:lnSpc>
                <a:spcPct val="90000"/>
              </a:lnSpc>
              <a:spcBef>
                <a:spcPts val="500"/>
              </a:spcBef>
              <a:spcAft>
                <a:spcPts val="0"/>
              </a:spcAft>
              <a:buClr>
                <a:srgbClr val="031629"/>
              </a:buClr>
              <a:buSzPts val="2200"/>
              <a:buAutoNum type="alphaLcPeriod"/>
              <a:defRPr>
                <a:solidFill>
                  <a:srgbClr val="031629"/>
                </a:solidFill>
              </a:defRPr>
            </a:lvl2pPr>
            <a:lvl3pPr marL="1371600" lvl="2" indent="-368300" algn="just">
              <a:lnSpc>
                <a:spcPct val="90000"/>
              </a:lnSpc>
              <a:spcBef>
                <a:spcPts val="500"/>
              </a:spcBef>
              <a:spcAft>
                <a:spcPts val="0"/>
              </a:spcAft>
              <a:buClr>
                <a:srgbClr val="031629"/>
              </a:buClr>
              <a:buSzPts val="2200"/>
              <a:buChar char="•"/>
              <a:defRPr>
                <a:solidFill>
                  <a:srgbClr val="031629"/>
                </a:solidFill>
              </a:defRPr>
            </a:lvl3pPr>
            <a:lvl4pPr marL="1828800" lvl="3" indent="-368300" algn="just">
              <a:lnSpc>
                <a:spcPct val="90000"/>
              </a:lnSpc>
              <a:spcBef>
                <a:spcPts val="500"/>
              </a:spcBef>
              <a:spcAft>
                <a:spcPts val="0"/>
              </a:spcAft>
              <a:buClr>
                <a:srgbClr val="031629"/>
              </a:buClr>
              <a:buSzPts val="2200"/>
              <a:buChar char="•"/>
              <a:defRPr>
                <a:solidFill>
                  <a:srgbClr val="031629"/>
                </a:solidFill>
              </a:defRPr>
            </a:lvl4pPr>
            <a:lvl5pPr marL="2286000" lvl="4" indent="-368300" algn="just">
              <a:lnSpc>
                <a:spcPct val="90000"/>
              </a:lnSpc>
              <a:spcBef>
                <a:spcPts val="500"/>
              </a:spcBef>
              <a:spcAft>
                <a:spcPts val="0"/>
              </a:spcAft>
              <a:buClr>
                <a:srgbClr val="031629"/>
              </a:buClr>
              <a:buSzPts val="2200"/>
              <a:buChar char="•"/>
              <a:defRPr>
                <a:solidFill>
                  <a:srgbClr val="031629"/>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6" name="Google Shape;196;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E8E8E"/>
              </a:buClr>
              <a:buSzPts val="1200"/>
              <a:buFont typeface="Twentieth Century"/>
              <a:buNone/>
              <a:defRPr/>
            </a:lvl1pPr>
            <a:lvl2pPr marL="0" marR="0" lvl="1" indent="0" algn="r">
              <a:lnSpc>
                <a:spcPct val="100000"/>
              </a:lnSpc>
              <a:spcBef>
                <a:spcPts val="0"/>
              </a:spcBef>
              <a:spcAft>
                <a:spcPts val="0"/>
              </a:spcAft>
              <a:buClr>
                <a:srgbClr val="8E8E8E"/>
              </a:buClr>
              <a:buSzPts val="1200"/>
              <a:buFont typeface="Twentieth Century"/>
              <a:buNone/>
              <a:defRPr/>
            </a:lvl2pPr>
            <a:lvl3pPr marL="0" marR="0" lvl="2" indent="0" algn="r">
              <a:lnSpc>
                <a:spcPct val="100000"/>
              </a:lnSpc>
              <a:spcBef>
                <a:spcPts val="0"/>
              </a:spcBef>
              <a:spcAft>
                <a:spcPts val="0"/>
              </a:spcAft>
              <a:buClr>
                <a:srgbClr val="8E8E8E"/>
              </a:buClr>
              <a:buSzPts val="1200"/>
              <a:buFont typeface="Twentieth Century"/>
              <a:buNone/>
              <a:defRPr/>
            </a:lvl3pPr>
            <a:lvl4pPr marL="0" marR="0" lvl="3" indent="0" algn="r">
              <a:lnSpc>
                <a:spcPct val="100000"/>
              </a:lnSpc>
              <a:spcBef>
                <a:spcPts val="0"/>
              </a:spcBef>
              <a:spcAft>
                <a:spcPts val="0"/>
              </a:spcAft>
              <a:buClr>
                <a:srgbClr val="8E8E8E"/>
              </a:buClr>
              <a:buSzPts val="1200"/>
              <a:buFont typeface="Twentieth Century"/>
              <a:buNone/>
              <a:defRPr/>
            </a:lvl4pPr>
            <a:lvl5pPr marL="0" marR="0" lvl="4" indent="0" algn="r">
              <a:lnSpc>
                <a:spcPct val="100000"/>
              </a:lnSpc>
              <a:spcBef>
                <a:spcPts val="0"/>
              </a:spcBef>
              <a:spcAft>
                <a:spcPts val="0"/>
              </a:spcAft>
              <a:buClr>
                <a:srgbClr val="8E8E8E"/>
              </a:buClr>
              <a:buSzPts val="1200"/>
              <a:buFont typeface="Twentieth Century"/>
              <a:buNone/>
              <a:defRPr/>
            </a:lvl5pPr>
            <a:lvl6pPr marL="0" marR="0" lvl="5" indent="0" algn="r">
              <a:lnSpc>
                <a:spcPct val="100000"/>
              </a:lnSpc>
              <a:spcBef>
                <a:spcPts val="0"/>
              </a:spcBef>
              <a:spcAft>
                <a:spcPts val="0"/>
              </a:spcAft>
              <a:buClr>
                <a:srgbClr val="8E8E8E"/>
              </a:buClr>
              <a:buSzPts val="1200"/>
              <a:buFont typeface="Twentieth Century"/>
              <a:buNone/>
              <a:defRPr/>
            </a:lvl6pPr>
            <a:lvl7pPr marL="0" marR="0" lvl="6" indent="0" algn="r">
              <a:lnSpc>
                <a:spcPct val="100000"/>
              </a:lnSpc>
              <a:spcBef>
                <a:spcPts val="0"/>
              </a:spcBef>
              <a:spcAft>
                <a:spcPts val="0"/>
              </a:spcAft>
              <a:buClr>
                <a:srgbClr val="8E8E8E"/>
              </a:buClr>
              <a:buSzPts val="1200"/>
              <a:buFont typeface="Twentieth Century"/>
              <a:buNone/>
              <a:defRPr/>
            </a:lvl7pPr>
            <a:lvl8pPr marL="0" marR="0" lvl="7" indent="0" algn="r">
              <a:lnSpc>
                <a:spcPct val="100000"/>
              </a:lnSpc>
              <a:spcBef>
                <a:spcPts val="0"/>
              </a:spcBef>
              <a:spcAft>
                <a:spcPts val="0"/>
              </a:spcAft>
              <a:buClr>
                <a:srgbClr val="8E8E8E"/>
              </a:buClr>
              <a:buSzPts val="1200"/>
              <a:buFont typeface="Twentieth Century"/>
              <a:buNone/>
              <a:defRPr/>
            </a:lvl8pPr>
            <a:lvl9pPr marL="0" marR="0" lvl="8" indent="0" algn="r">
              <a:lnSpc>
                <a:spcPct val="100000"/>
              </a:lnSpc>
              <a:spcBef>
                <a:spcPts val="0"/>
              </a:spcBef>
              <a:spcAft>
                <a:spcPts val="0"/>
              </a:spcAft>
              <a:buClr>
                <a:srgbClr val="8E8E8E"/>
              </a:buClr>
              <a:buSzPts val="1200"/>
              <a:buFont typeface="Twentieth Century"/>
              <a:buNone/>
              <a:defRPr/>
            </a:lvl9pPr>
          </a:lstStyle>
          <a:p>
            <a:pPr marL="0" lvl="0" indent="0" algn="r" rtl="0">
              <a:spcBef>
                <a:spcPts val="0"/>
              </a:spcBef>
              <a:spcAft>
                <a:spcPts val="0"/>
              </a:spcAft>
              <a:buNone/>
            </a:pPr>
            <a:endParaRPr/>
          </a:p>
        </p:txBody>
      </p:sp>
      <p:sp>
        <p:nvSpPr>
          <p:cNvPr id="197" name="Google Shape;197;p42"/>
          <p:cNvSpPr txBox="1">
            <a:spLocks noGrp="1"/>
          </p:cNvSpPr>
          <p:nvPr>
            <p:ph type="title"/>
          </p:nvPr>
        </p:nvSpPr>
        <p:spPr>
          <a:xfrm>
            <a:off x="838200" y="886120"/>
            <a:ext cx="8513190" cy="73858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E60A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98"/>
        <p:cNvGrpSpPr/>
        <p:nvPr/>
      </p:nvGrpSpPr>
      <p:grpSpPr>
        <a:xfrm>
          <a:off x="0" y="0"/>
          <a:ext cx="0" cy="0"/>
          <a:chOff x="0" y="0"/>
          <a:chExt cx="0" cy="0"/>
        </a:xfrm>
      </p:grpSpPr>
      <p:sp>
        <p:nvSpPr>
          <p:cNvPr id="199" name="Google Shape;199;p43"/>
          <p:cNvSpPr txBox="1">
            <a:spLocks noGrp="1"/>
          </p:cNvSpPr>
          <p:nvPr>
            <p:ph type="title"/>
          </p:nvPr>
        </p:nvSpPr>
        <p:spPr>
          <a:xfrm>
            <a:off x="838200" y="960120"/>
            <a:ext cx="10515600" cy="1931670"/>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0E60A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0" name="Google Shape;200;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E8E8E"/>
              </a:buClr>
              <a:buSzPts val="1200"/>
              <a:buFont typeface="Twentieth Century"/>
              <a:buNone/>
              <a:defRPr/>
            </a:lvl1pPr>
            <a:lvl2pPr marL="0" marR="0" lvl="1" indent="0" algn="r">
              <a:lnSpc>
                <a:spcPct val="100000"/>
              </a:lnSpc>
              <a:spcBef>
                <a:spcPts val="0"/>
              </a:spcBef>
              <a:spcAft>
                <a:spcPts val="0"/>
              </a:spcAft>
              <a:buClr>
                <a:srgbClr val="8E8E8E"/>
              </a:buClr>
              <a:buSzPts val="1200"/>
              <a:buFont typeface="Twentieth Century"/>
              <a:buNone/>
              <a:defRPr/>
            </a:lvl2pPr>
            <a:lvl3pPr marL="0" marR="0" lvl="2" indent="0" algn="r">
              <a:lnSpc>
                <a:spcPct val="100000"/>
              </a:lnSpc>
              <a:spcBef>
                <a:spcPts val="0"/>
              </a:spcBef>
              <a:spcAft>
                <a:spcPts val="0"/>
              </a:spcAft>
              <a:buClr>
                <a:srgbClr val="8E8E8E"/>
              </a:buClr>
              <a:buSzPts val="1200"/>
              <a:buFont typeface="Twentieth Century"/>
              <a:buNone/>
              <a:defRPr/>
            </a:lvl3pPr>
            <a:lvl4pPr marL="0" marR="0" lvl="3" indent="0" algn="r">
              <a:lnSpc>
                <a:spcPct val="100000"/>
              </a:lnSpc>
              <a:spcBef>
                <a:spcPts val="0"/>
              </a:spcBef>
              <a:spcAft>
                <a:spcPts val="0"/>
              </a:spcAft>
              <a:buClr>
                <a:srgbClr val="8E8E8E"/>
              </a:buClr>
              <a:buSzPts val="1200"/>
              <a:buFont typeface="Twentieth Century"/>
              <a:buNone/>
              <a:defRPr/>
            </a:lvl4pPr>
            <a:lvl5pPr marL="0" marR="0" lvl="4" indent="0" algn="r">
              <a:lnSpc>
                <a:spcPct val="100000"/>
              </a:lnSpc>
              <a:spcBef>
                <a:spcPts val="0"/>
              </a:spcBef>
              <a:spcAft>
                <a:spcPts val="0"/>
              </a:spcAft>
              <a:buClr>
                <a:srgbClr val="8E8E8E"/>
              </a:buClr>
              <a:buSzPts val="1200"/>
              <a:buFont typeface="Twentieth Century"/>
              <a:buNone/>
              <a:defRPr/>
            </a:lvl5pPr>
            <a:lvl6pPr marL="0" marR="0" lvl="5" indent="0" algn="r">
              <a:lnSpc>
                <a:spcPct val="100000"/>
              </a:lnSpc>
              <a:spcBef>
                <a:spcPts val="0"/>
              </a:spcBef>
              <a:spcAft>
                <a:spcPts val="0"/>
              </a:spcAft>
              <a:buClr>
                <a:srgbClr val="8E8E8E"/>
              </a:buClr>
              <a:buSzPts val="1200"/>
              <a:buFont typeface="Twentieth Century"/>
              <a:buNone/>
              <a:defRPr/>
            </a:lvl6pPr>
            <a:lvl7pPr marL="0" marR="0" lvl="6" indent="0" algn="r">
              <a:lnSpc>
                <a:spcPct val="100000"/>
              </a:lnSpc>
              <a:spcBef>
                <a:spcPts val="0"/>
              </a:spcBef>
              <a:spcAft>
                <a:spcPts val="0"/>
              </a:spcAft>
              <a:buClr>
                <a:srgbClr val="8E8E8E"/>
              </a:buClr>
              <a:buSzPts val="1200"/>
              <a:buFont typeface="Twentieth Century"/>
              <a:buNone/>
              <a:defRPr/>
            </a:lvl7pPr>
            <a:lvl8pPr marL="0" marR="0" lvl="7" indent="0" algn="r">
              <a:lnSpc>
                <a:spcPct val="100000"/>
              </a:lnSpc>
              <a:spcBef>
                <a:spcPts val="0"/>
              </a:spcBef>
              <a:spcAft>
                <a:spcPts val="0"/>
              </a:spcAft>
              <a:buClr>
                <a:srgbClr val="8E8E8E"/>
              </a:buClr>
              <a:buSzPts val="1200"/>
              <a:buFont typeface="Twentieth Century"/>
              <a:buNone/>
              <a:defRPr/>
            </a:lvl8pPr>
            <a:lvl9pPr marL="0" marR="0" lvl="8" indent="0" algn="r">
              <a:lnSpc>
                <a:spcPct val="100000"/>
              </a:lnSpc>
              <a:spcBef>
                <a:spcPts val="0"/>
              </a:spcBef>
              <a:spcAft>
                <a:spcPts val="0"/>
              </a:spcAft>
              <a:buClr>
                <a:srgbClr val="8E8E8E"/>
              </a:buClr>
              <a:buSzPts val="1200"/>
              <a:buFont typeface="Twentieth Century"/>
              <a:buNone/>
              <a:defRPr/>
            </a:lvl9pPr>
          </a:lstStyle>
          <a:p>
            <a:pPr marL="0" lvl="0" indent="0" algn="r" rtl="0">
              <a:spcBef>
                <a:spcPts val="0"/>
              </a:spcBef>
              <a:spcAft>
                <a:spcPts val="0"/>
              </a:spcAft>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201"/>
        <p:cNvGrpSpPr/>
        <p:nvPr/>
      </p:nvGrpSpPr>
      <p:grpSpPr>
        <a:xfrm>
          <a:off x="0" y="0"/>
          <a:ext cx="0" cy="0"/>
          <a:chOff x="0" y="0"/>
          <a:chExt cx="0" cy="0"/>
        </a:xfrm>
      </p:grpSpPr>
      <p:sp>
        <p:nvSpPr>
          <p:cNvPr id="202" name="Google Shape;202;p44"/>
          <p:cNvSpPr txBox="1">
            <a:spLocks noGrp="1"/>
          </p:cNvSpPr>
          <p:nvPr>
            <p:ph type="body" idx="1"/>
          </p:nvPr>
        </p:nvSpPr>
        <p:spPr>
          <a:xfrm>
            <a:off x="838200" y="1759637"/>
            <a:ext cx="10515600" cy="4351338"/>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031629"/>
              </a:buClr>
              <a:buSzPts val="2200"/>
              <a:buAutoNum type="arabicPeriod"/>
              <a:defRPr>
                <a:solidFill>
                  <a:srgbClr val="031629"/>
                </a:solidFill>
              </a:defRPr>
            </a:lvl1pPr>
            <a:lvl2pPr marL="914400" lvl="1" indent="-368300" algn="just">
              <a:lnSpc>
                <a:spcPct val="90000"/>
              </a:lnSpc>
              <a:spcBef>
                <a:spcPts val="500"/>
              </a:spcBef>
              <a:spcAft>
                <a:spcPts val="0"/>
              </a:spcAft>
              <a:buClr>
                <a:srgbClr val="031629"/>
              </a:buClr>
              <a:buSzPts val="2200"/>
              <a:buAutoNum type="alphaLcPeriod"/>
              <a:defRPr>
                <a:solidFill>
                  <a:srgbClr val="031629"/>
                </a:solidFill>
              </a:defRPr>
            </a:lvl2pPr>
            <a:lvl3pPr marL="1371600" lvl="2" indent="-368300" algn="just">
              <a:lnSpc>
                <a:spcPct val="90000"/>
              </a:lnSpc>
              <a:spcBef>
                <a:spcPts val="500"/>
              </a:spcBef>
              <a:spcAft>
                <a:spcPts val="0"/>
              </a:spcAft>
              <a:buClr>
                <a:srgbClr val="031629"/>
              </a:buClr>
              <a:buSzPts val="2200"/>
              <a:buChar char="•"/>
              <a:defRPr>
                <a:solidFill>
                  <a:srgbClr val="031629"/>
                </a:solidFill>
              </a:defRPr>
            </a:lvl3pPr>
            <a:lvl4pPr marL="1828800" lvl="3" indent="-368300" algn="just">
              <a:lnSpc>
                <a:spcPct val="90000"/>
              </a:lnSpc>
              <a:spcBef>
                <a:spcPts val="500"/>
              </a:spcBef>
              <a:spcAft>
                <a:spcPts val="0"/>
              </a:spcAft>
              <a:buClr>
                <a:srgbClr val="031629"/>
              </a:buClr>
              <a:buSzPts val="2200"/>
              <a:buChar char="•"/>
              <a:defRPr>
                <a:solidFill>
                  <a:srgbClr val="031629"/>
                </a:solidFill>
              </a:defRPr>
            </a:lvl4pPr>
            <a:lvl5pPr marL="2286000" lvl="4" indent="-368300" algn="just">
              <a:lnSpc>
                <a:spcPct val="90000"/>
              </a:lnSpc>
              <a:spcBef>
                <a:spcPts val="500"/>
              </a:spcBef>
              <a:spcAft>
                <a:spcPts val="0"/>
              </a:spcAft>
              <a:buClr>
                <a:srgbClr val="031629"/>
              </a:buClr>
              <a:buSzPts val="2200"/>
              <a:buChar char="•"/>
              <a:defRPr>
                <a:solidFill>
                  <a:srgbClr val="031629"/>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3" name="Google Shape;203;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204" name="Google Shape;204;p44"/>
          <p:cNvSpPr txBox="1">
            <a:spLocks noGrp="1"/>
          </p:cNvSpPr>
          <p:nvPr>
            <p:ph type="title"/>
          </p:nvPr>
        </p:nvSpPr>
        <p:spPr>
          <a:xfrm>
            <a:off x="838200" y="886120"/>
            <a:ext cx="8513190" cy="73858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E60A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2">
  <p:cSld name="Picture with Caption 2">
    <p:spTree>
      <p:nvGrpSpPr>
        <p:cNvPr id="1" name="Shape 205"/>
        <p:cNvGrpSpPr/>
        <p:nvPr/>
      </p:nvGrpSpPr>
      <p:grpSpPr>
        <a:xfrm>
          <a:off x="0" y="0"/>
          <a:ext cx="0" cy="0"/>
          <a:chOff x="0" y="0"/>
          <a:chExt cx="0" cy="0"/>
        </a:xfrm>
      </p:grpSpPr>
      <p:sp>
        <p:nvSpPr>
          <p:cNvPr id="206" name="Google Shape;206;p45"/>
          <p:cNvSpPr/>
          <p:nvPr/>
        </p:nvSpPr>
        <p:spPr>
          <a:xfrm>
            <a:off x="0" y="0"/>
            <a:ext cx="4873658" cy="6858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207" name="Google Shape;207;p45"/>
          <p:cNvSpPr/>
          <p:nvPr/>
        </p:nvSpPr>
        <p:spPr>
          <a:xfrm>
            <a:off x="1350627" y="973603"/>
            <a:ext cx="3777556" cy="2641219"/>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208" name="Google Shape;208;p45"/>
          <p:cNvSpPr>
            <a:spLocks noGrp="1"/>
          </p:cNvSpPr>
          <p:nvPr>
            <p:ph type="pic" idx="2"/>
          </p:nvPr>
        </p:nvSpPr>
        <p:spPr>
          <a:xfrm>
            <a:off x="1414021" y="1025025"/>
            <a:ext cx="3640619" cy="2518160"/>
          </a:xfrm>
          <a:prstGeom prst="rect">
            <a:avLst/>
          </a:prstGeom>
          <a:noFill/>
          <a:ln>
            <a:noFill/>
          </a:ln>
        </p:spPr>
      </p:sp>
      <p:sp>
        <p:nvSpPr>
          <p:cNvPr id="209" name="Google Shape;209;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210" name="Google Shape;210;p45"/>
          <p:cNvSpPr txBox="1">
            <a:spLocks noGrp="1"/>
          </p:cNvSpPr>
          <p:nvPr>
            <p:ph type="title"/>
          </p:nvPr>
        </p:nvSpPr>
        <p:spPr>
          <a:xfrm>
            <a:off x="5817139" y="973603"/>
            <a:ext cx="3571959" cy="1218156"/>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0E60AC"/>
              </a:buClr>
              <a:buSzPts val="3200"/>
              <a:buFont typeface="Twentieth Century"/>
              <a:buNone/>
              <a:defRPr sz="3200">
                <a:solidFill>
                  <a:srgbClr val="0E60A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1" name="Google Shape;211;p45"/>
          <p:cNvSpPr txBox="1">
            <a:spLocks noGrp="1"/>
          </p:cNvSpPr>
          <p:nvPr>
            <p:ph type="body" idx="1"/>
          </p:nvPr>
        </p:nvSpPr>
        <p:spPr>
          <a:xfrm>
            <a:off x="5817139" y="2351465"/>
            <a:ext cx="4740881" cy="3804238"/>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rgbClr val="031629"/>
              </a:buClr>
              <a:buSzPts val="2000"/>
              <a:buNone/>
              <a:defRPr sz="2000">
                <a:solidFill>
                  <a:srgbClr val="031629"/>
                </a:solidFill>
              </a:defRPr>
            </a:lvl1pPr>
            <a:lvl2pPr marL="914400" lvl="1" indent="-228600" algn="just">
              <a:lnSpc>
                <a:spcPct val="90000"/>
              </a:lnSpc>
              <a:spcBef>
                <a:spcPts val="500"/>
              </a:spcBef>
              <a:spcAft>
                <a:spcPts val="0"/>
              </a:spcAft>
              <a:buClr>
                <a:srgbClr val="031629"/>
              </a:buClr>
              <a:buSzPts val="1400"/>
              <a:buNone/>
              <a:defRPr sz="1400"/>
            </a:lvl2pPr>
            <a:lvl3pPr marL="1371600" lvl="2" indent="-228600" algn="just">
              <a:lnSpc>
                <a:spcPct val="90000"/>
              </a:lnSpc>
              <a:spcBef>
                <a:spcPts val="500"/>
              </a:spcBef>
              <a:spcAft>
                <a:spcPts val="0"/>
              </a:spcAft>
              <a:buClr>
                <a:srgbClr val="031629"/>
              </a:buClr>
              <a:buSzPts val="1200"/>
              <a:buNone/>
              <a:defRPr sz="1200"/>
            </a:lvl3pPr>
            <a:lvl4pPr marL="1828800" lvl="3" indent="-228600" algn="just">
              <a:lnSpc>
                <a:spcPct val="90000"/>
              </a:lnSpc>
              <a:spcBef>
                <a:spcPts val="500"/>
              </a:spcBef>
              <a:spcAft>
                <a:spcPts val="0"/>
              </a:spcAft>
              <a:buClr>
                <a:srgbClr val="031629"/>
              </a:buClr>
              <a:buSzPts val="1000"/>
              <a:buNone/>
              <a:defRPr sz="1000"/>
            </a:lvl4pPr>
            <a:lvl5pPr marL="2286000" lvl="4" indent="-228600" algn="just">
              <a:lnSpc>
                <a:spcPct val="90000"/>
              </a:lnSpc>
              <a:spcBef>
                <a:spcPts val="500"/>
              </a:spcBef>
              <a:spcAft>
                <a:spcPts val="0"/>
              </a:spcAft>
              <a:buClr>
                <a:srgbClr val="031629"/>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12" name="Google Shape;212;p45"/>
          <p:cNvSpPr/>
          <p:nvPr/>
        </p:nvSpPr>
        <p:spPr>
          <a:xfrm>
            <a:off x="1350627" y="3762265"/>
            <a:ext cx="3777556" cy="2641219"/>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213" name="Google Shape;213;p45"/>
          <p:cNvSpPr>
            <a:spLocks noGrp="1"/>
          </p:cNvSpPr>
          <p:nvPr>
            <p:ph type="pic" idx="3"/>
          </p:nvPr>
        </p:nvSpPr>
        <p:spPr>
          <a:xfrm>
            <a:off x="1414021" y="3813687"/>
            <a:ext cx="3640619" cy="2518160"/>
          </a:xfrm>
          <a:prstGeom prst="rect">
            <a:avLst/>
          </a:prstGeom>
          <a:noFill/>
          <a:ln>
            <a:noFill/>
          </a:ln>
        </p:spPr>
      </p:sp>
      <p:grpSp>
        <p:nvGrpSpPr>
          <p:cNvPr id="214" name="Google Shape;214;p45"/>
          <p:cNvGrpSpPr/>
          <p:nvPr/>
        </p:nvGrpSpPr>
        <p:grpSpPr>
          <a:xfrm>
            <a:off x="98180" y="96425"/>
            <a:ext cx="1971606" cy="729735"/>
            <a:chOff x="648649" y="653143"/>
            <a:chExt cx="2138362" cy="791455"/>
          </a:xfrm>
        </p:grpSpPr>
        <p:sp>
          <p:nvSpPr>
            <p:cNvPr id="215" name="Google Shape;215;p45"/>
            <p:cNvSpPr/>
            <p:nvPr/>
          </p:nvSpPr>
          <p:spPr>
            <a:xfrm>
              <a:off x="648649" y="653143"/>
              <a:ext cx="2138362" cy="791455"/>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pic>
          <p:nvPicPr>
            <p:cNvPr id="216" name="Google Shape;216;p45"/>
            <p:cNvPicPr preferRelativeResize="0"/>
            <p:nvPr/>
          </p:nvPicPr>
          <p:blipFill rotWithShape="1">
            <a:blip r:embed="rId2">
              <a:alphaModFix/>
            </a:blip>
            <a:srcRect t="16017" b="18101"/>
            <a:stretch/>
          </p:blipFill>
          <p:spPr>
            <a:xfrm>
              <a:off x="702844" y="653143"/>
              <a:ext cx="2029972" cy="753035"/>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lide Uraian Materi">
  <p:cSld name="Slide Uraian Materi">
    <p:spTree>
      <p:nvGrpSpPr>
        <p:cNvPr id="1" name="Shape 217"/>
        <p:cNvGrpSpPr/>
        <p:nvPr/>
      </p:nvGrpSpPr>
      <p:grpSpPr>
        <a:xfrm>
          <a:off x="0" y="0"/>
          <a:ext cx="0" cy="0"/>
          <a:chOff x="0" y="0"/>
          <a:chExt cx="0" cy="0"/>
        </a:xfrm>
      </p:grpSpPr>
      <p:sp>
        <p:nvSpPr>
          <p:cNvPr id="218" name="Google Shape;218;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E8E8E"/>
              </a:buClr>
              <a:buSzPts val="1200"/>
              <a:buFont typeface="Twentieth Century"/>
              <a:buNone/>
              <a:defRPr/>
            </a:lvl1pPr>
            <a:lvl2pPr marL="0" marR="0" lvl="1" indent="0" algn="r">
              <a:lnSpc>
                <a:spcPct val="100000"/>
              </a:lnSpc>
              <a:spcBef>
                <a:spcPts val="0"/>
              </a:spcBef>
              <a:spcAft>
                <a:spcPts val="0"/>
              </a:spcAft>
              <a:buClr>
                <a:srgbClr val="8E8E8E"/>
              </a:buClr>
              <a:buSzPts val="1200"/>
              <a:buFont typeface="Twentieth Century"/>
              <a:buNone/>
              <a:defRPr/>
            </a:lvl2pPr>
            <a:lvl3pPr marL="0" marR="0" lvl="2" indent="0" algn="r">
              <a:lnSpc>
                <a:spcPct val="100000"/>
              </a:lnSpc>
              <a:spcBef>
                <a:spcPts val="0"/>
              </a:spcBef>
              <a:spcAft>
                <a:spcPts val="0"/>
              </a:spcAft>
              <a:buClr>
                <a:srgbClr val="8E8E8E"/>
              </a:buClr>
              <a:buSzPts val="1200"/>
              <a:buFont typeface="Twentieth Century"/>
              <a:buNone/>
              <a:defRPr/>
            </a:lvl3pPr>
            <a:lvl4pPr marL="0" marR="0" lvl="3" indent="0" algn="r">
              <a:lnSpc>
                <a:spcPct val="100000"/>
              </a:lnSpc>
              <a:spcBef>
                <a:spcPts val="0"/>
              </a:spcBef>
              <a:spcAft>
                <a:spcPts val="0"/>
              </a:spcAft>
              <a:buClr>
                <a:srgbClr val="8E8E8E"/>
              </a:buClr>
              <a:buSzPts val="1200"/>
              <a:buFont typeface="Twentieth Century"/>
              <a:buNone/>
              <a:defRPr/>
            </a:lvl4pPr>
            <a:lvl5pPr marL="0" marR="0" lvl="4" indent="0" algn="r">
              <a:lnSpc>
                <a:spcPct val="100000"/>
              </a:lnSpc>
              <a:spcBef>
                <a:spcPts val="0"/>
              </a:spcBef>
              <a:spcAft>
                <a:spcPts val="0"/>
              </a:spcAft>
              <a:buClr>
                <a:srgbClr val="8E8E8E"/>
              </a:buClr>
              <a:buSzPts val="1200"/>
              <a:buFont typeface="Twentieth Century"/>
              <a:buNone/>
              <a:defRPr/>
            </a:lvl5pPr>
            <a:lvl6pPr marL="0" marR="0" lvl="5" indent="0" algn="r">
              <a:lnSpc>
                <a:spcPct val="100000"/>
              </a:lnSpc>
              <a:spcBef>
                <a:spcPts val="0"/>
              </a:spcBef>
              <a:spcAft>
                <a:spcPts val="0"/>
              </a:spcAft>
              <a:buClr>
                <a:srgbClr val="8E8E8E"/>
              </a:buClr>
              <a:buSzPts val="1200"/>
              <a:buFont typeface="Twentieth Century"/>
              <a:buNone/>
              <a:defRPr/>
            </a:lvl6pPr>
            <a:lvl7pPr marL="0" marR="0" lvl="6" indent="0" algn="r">
              <a:lnSpc>
                <a:spcPct val="100000"/>
              </a:lnSpc>
              <a:spcBef>
                <a:spcPts val="0"/>
              </a:spcBef>
              <a:spcAft>
                <a:spcPts val="0"/>
              </a:spcAft>
              <a:buClr>
                <a:srgbClr val="8E8E8E"/>
              </a:buClr>
              <a:buSzPts val="1200"/>
              <a:buFont typeface="Twentieth Century"/>
              <a:buNone/>
              <a:defRPr/>
            </a:lvl7pPr>
            <a:lvl8pPr marL="0" marR="0" lvl="7" indent="0" algn="r">
              <a:lnSpc>
                <a:spcPct val="100000"/>
              </a:lnSpc>
              <a:spcBef>
                <a:spcPts val="0"/>
              </a:spcBef>
              <a:spcAft>
                <a:spcPts val="0"/>
              </a:spcAft>
              <a:buClr>
                <a:srgbClr val="8E8E8E"/>
              </a:buClr>
              <a:buSzPts val="1200"/>
              <a:buFont typeface="Twentieth Century"/>
              <a:buNone/>
              <a:defRPr/>
            </a:lvl8pPr>
            <a:lvl9pPr marL="0" marR="0" lvl="8" indent="0" algn="r">
              <a:lnSpc>
                <a:spcPct val="100000"/>
              </a:lnSpc>
              <a:spcBef>
                <a:spcPts val="0"/>
              </a:spcBef>
              <a:spcAft>
                <a:spcPts val="0"/>
              </a:spcAft>
              <a:buClr>
                <a:srgbClr val="8E8E8E"/>
              </a:buClr>
              <a:buSzPts val="1200"/>
              <a:buFont typeface="Twentieth Century"/>
              <a:buNone/>
              <a:defRPr/>
            </a:lvl9pPr>
          </a:lstStyle>
          <a:p>
            <a:pPr marL="0" lvl="0" indent="0" algn="r" rtl="0">
              <a:spcBef>
                <a:spcPts val="0"/>
              </a:spcBef>
              <a:spcAft>
                <a:spcPts val="0"/>
              </a:spcAft>
              <a:buNone/>
            </a:pPr>
            <a:endParaRPr/>
          </a:p>
        </p:txBody>
      </p:sp>
      <p:sp>
        <p:nvSpPr>
          <p:cNvPr id="219" name="Google Shape;219;p46"/>
          <p:cNvSpPr txBox="1">
            <a:spLocks noGrp="1"/>
          </p:cNvSpPr>
          <p:nvPr>
            <p:ph type="body" idx="1"/>
          </p:nvPr>
        </p:nvSpPr>
        <p:spPr>
          <a:xfrm>
            <a:off x="838200" y="1759637"/>
            <a:ext cx="10515600" cy="4351338"/>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031629"/>
              </a:buClr>
              <a:buSzPts val="2200"/>
              <a:buAutoNum type="arabicPeriod"/>
              <a:defRPr>
                <a:solidFill>
                  <a:srgbClr val="031629"/>
                </a:solidFill>
              </a:defRPr>
            </a:lvl1pPr>
            <a:lvl2pPr marL="914400" lvl="1" indent="-368300" algn="just">
              <a:lnSpc>
                <a:spcPct val="90000"/>
              </a:lnSpc>
              <a:spcBef>
                <a:spcPts val="500"/>
              </a:spcBef>
              <a:spcAft>
                <a:spcPts val="0"/>
              </a:spcAft>
              <a:buClr>
                <a:srgbClr val="031629"/>
              </a:buClr>
              <a:buSzPts val="2200"/>
              <a:buAutoNum type="alphaLcPeriod"/>
              <a:defRPr>
                <a:solidFill>
                  <a:srgbClr val="031629"/>
                </a:solidFill>
              </a:defRPr>
            </a:lvl2pPr>
            <a:lvl3pPr marL="1371600" lvl="2" indent="-368300" algn="just">
              <a:lnSpc>
                <a:spcPct val="90000"/>
              </a:lnSpc>
              <a:spcBef>
                <a:spcPts val="500"/>
              </a:spcBef>
              <a:spcAft>
                <a:spcPts val="0"/>
              </a:spcAft>
              <a:buClr>
                <a:srgbClr val="031629"/>
              </a:buClr>
              <a:buSzPts val="2200"/>
              <a:buChar char="•"/>
              <a:defRPr>
                <a:solidFill>
                  <a:srgbClr val="031629"/>
                </a:solidFill>
              </a:defRPr>
            </a:lvl3pPr>
            <a:lvl4pPr marL="1828800" lvl="3" indent="-368300" algn="just">
              <a:lnSpc>
                <a:spcPct val="90000"/>
              </a:lnSpc>
              <a:spcBef>
                <a:spcPts val="500"/>
              </a:spcBef>
              <a:spcAft>
                <a:spcPts val="0"/>
              </a:spcAft>
              <a:buClr>
                <a:srgbClr val="031629"/>
              </a:buClr>
              <a:buSzPts val="2200"/>
              <a:buChar char="•"/>
              <a:defRPr>
                <a:solidFill>
                  <a:srgbClr val="031629"/>
                </a:solidFill>
              </a:defRPr>
            </a:lvl4pPr>
            <a:lvl5pPr marL="2286000" lvl="4" indent="-368300" algn="just">
              <a:lnSpc>
                <a:spcPct val="90000"/>
              </a:lnSpc>
              <a:spcBef>
                <a:spcPts val="500"/>
              </a:spcBef>
              <a:spcAft>
                <a:spcPts val="0"/>
              </a:spcAft>
              <a:buClr>
                <a:srgbClr val="031629"/>
              </a:buClr>
              <a:buSzPts val="2200"/>
              <a:buChar char="•"/>
              <a:defRPr>
                <a:solidFill>
                  <a:srgbClr val="031629"/>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0" name="Google Shape;220;p46"/>
          <p:cNvSpPr txBox="1">
            <a:spLocks noGrp="1"/>
          </p:cNvSpPr>
          <p:nvPr>
            <p:ph type="title"/>
          </p:nvPr>
        </p:nvSpPr>
        <p:spPr>
          <a:xfrm>
            <a:off x="838200" y="886120"/>
            <a:ext cx="8513190" cy="73858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E60A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Picture with Caption 3">
  <p:cSld name="Picture with Caption 3">
    <p:spTree>
      <p:nvGrpSpPr>
        <p:cNvPr id="1" name="Shape 221"/>
        <p:cNvGrpSpPr/>
        <p:nvPr/>
      </p:nvGrpSpPr>
      <p:grpSpPr>
        <a:xfrm>
          <a:off x="0" y="0"/>
          <a:ext cx="0" cy="0"/>
          <a:chOff x="0" y="0"/>
          <a:chExt cx="0" cy="0"/>
        </a:xfrm>
      </p:grpSpPr>
      <p:sp>
        <p:nvSpPr>
          <p:cNvPr id="222" name="Google Shape;222;p47"/>
          <p:cNvSpPr>
            <a:spLocks noGrp="1"/>
          </p:cNvSpPr>
          <p:nvPr>
            <p:ph type="pic" idx="2"/>
          </p:nvPr>
        </p:nvSpPr>
        <p:spPr>
          <a:xfrm>
            <a:off x="770701" y="1762813"/>
            <a:ext cx="3356431" cy="3143468"/>
          </a:xfrm>
          <a:prstGeom prst="rect">
            <a:avLst/>
          </a:prstGeom>
          <a:noFill/>
          <a:ln>
            <a:noFill/>
          </a:ln>
        </p:spPr>
      </p:sp>
      <p:sp>
        <p:nvSpPr>
          <p:cNvPr id="223" name="Google Shape;223;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224" name="Google Shape;224;p47"/>
          <p:cNvSpPr>
            <a:spLocks noGrp="1"/>
          </p:cNvSpPr>
          <p:nvPr>
            <p:ph type="pic" idx="3"/>
          </p:nvPr>
        </p:nvSpPr>
        <p:spPr>
          <a:xfrm>
            <a:off x="4518071" y="1762813"/>
            <a:ext cx="3356431" cy="3143468"/>
          </a:xfrm>
          <a:prstGeom prst="rect">
            <a:avLst/>
          </a:prstGeom>
          <a:noFill/>
          <a:ln>
            <a:noFill/>
          </a:ln>
        </p:spPr>
      </p:sp>
      <p:sp>
        <p:nvSpPr>
          <p:cNvPr id="225" name="Google Shape;225;p47"/>
          <p:cNvSpPr>
            <a:spLocks noGrp="1"/>
          </p:cNvSpPr>
          <p:nvPr>
            <p:ph type="pic" idx="4"/>
          </p:nvPr>
        </p:nvSpPr>
        <p:spPr>
          <a:xfrm>
            <a:off x="8265441" y="1762813"/>
            <a:ext cx="3356431" cy="3143468"/>
          </a:xfrm>
          <a:prstGeom prst="rect">
            <a:avLst/>
          </a:prstGeom>
          <a:noFill/>
          <a:ln>
            <a:noFill/>
          </a:ln>
        </p:spPr>
      </p:sp>
      <p:sp>
        <p:nvSpPr>
          <p:cNvPr id="226" name="Google Shape;226;p47"/>
          <p:cNvSpPr txBox="1">
            <a:spLocks noGrp="1"/>
          </p:cNvSpPr>
          <p:nvPr>
            <p:ph type="body" idx="1"/>
          </p:nvPr>
        </p:nvSpPr>
        <p:spPr>
          <a:xfrm>
            <a:off x="770700" y="5090408"/>
            <a:ext cx="3356432" cy="104644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rgbClr val="031629"/>
              </a:buClr>
              <a:buSzPts val="2000"/>
              <a:buNone/>
              <a:defRPr sz="2000" b="0">
                <a:solidFill>
                  <a:srgbClr val="031629"/>
                </a:solidFill>
              </a:defRPr>
            </a:lvl1pPr>
            <a:lvl2pPr marL="914400" lvl="1" indent="-342900" algn="just">
              <a:lnSpc>
                <a:spcPct val="90000"/>
              </a:lnSpc>
              <a:spcBef>
                <a:spcPts val="500"/>
              </a:spcBef>
              <a:spcAft>
                <a:spcPts val="0"/>
              </a:spcAft>
              <a:buClr>
                <a:srgbClr val="031629"/>
              </a:buClr>
              <a:buSzPts val="1800"/>
              <a:buAutoNum type="alphaLcPeriod"/>
              <a:defRPr/>
            </a:lvl2pPr>
            <a:lvl3pPr marL="1371600" lvl="2" indent="-342900" algn="just">
              <a:lnSpc>
                <a:spcPct val="90000"/>
              </a:lnSpc>
              <a:spcBef>
                <a:spcPts val="500"/>
              </a:spcBef>
              <a:spcAft>
                <a:spcPts val="0"/>
              </a:spcAft>
              <a:buClr>
                <a:srgbClr val="031629"/>
              </a:buClr>
              <a:buSzPts val="1800"/>
              <a:buChar char="•"/>
              <a:defRPr/>
            </a:lvl3pPr>
            <a:lvl4pPr marL="1828800" lvl="3" indent="-342900" algn="just">
              <a:lnSpc>
                <a:spcPct val="90000"/>
              </a:lnSpc>
              <a:spcBef>
                <a:spcPts val="500"/>
              </a:spcBef>
              <a:spcAft>
                <a:spcPts val="0"/>
              </a:spcAft>
              <a:buClr>
                <a:srgbClr val="031629"/>
              </a:buClr>
              <a:buSzPts val="1800"/>
              <a:buChar char="•"/>
              <a:defRPr/>
            </a:lvl4pPr>
            <a:lvl5pPr marL="2286000" lvl="4" indent="-342900" algn="just">
              <a:lnSpc>
                <a:spcPct val="90000"/>
              </a:lnSpc>
              <a:spcBef>
                <a:spcPts val="500"/>
              </a:spcBef>
              <a:spcAft>
                <a:spcPts val="0"/>
              </a:spcAft>
              <a:buClr>
                <a:srgbClr val="03162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7" name="Google Shape;227;p47"/>
          <p:cNvSpPr txBox="1">
            <a:spLocks noGrp="1"/>
          </p:cNvSpPr>
          <p:nvPr>
            <p:ph type="body" idx="5"/>
          </p:nvPr>
        </p:nvSpPr>
        <p:spPr>
          <a:xfrm>
            <a:off x="4518071" y="5090408"/>
            <a:ext cx="3356432" cy="104644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rgbClr val="031629"/>
              </a:buClr>
              <a:buSzPts val="2000"/>
              <a:buNone/>
              <a:defRPr sz="2000" b="0">
                <a:solidFill>
                  <a:srgbClr val="031629"/>
                </a:solidFill>
              </a:defRPr>
            </a:lvl1pPr>
            <a:lvl2pPr marL="914400" lvl="1" indent="-342900" algn="just">
              <a:lnSpc>
                <a:spcPct val="90000"/>
              </a:lnSpc>
              <a:spcBef>
                <a:spcPts val="500"/>
              </a:spcBef>
              <a:spcAft>
                <a:spcPts val="0"/>
              </a:spcAft>
              <a:buClr>
                <a:srgbClr val="031629"/>
              </a:buClr>
              <a:buSzPts val="1800"/>
              <a:buAutoNum type="alphaLcPeriod"/>
              <a:defRPr/>
            </a:lvl2pPr>
            <a:lvl3pPr marL="1371600" lvl="2" indent="-342900" algn="just">
              <a:lnSpc>
                <a:spcPct val="90000"/>
              </a:lnSpc>
              <a:spcBef>
                <a:spcPts val="500"/>
              </a:spcBef>
              <a:spcAft>
                <a:spcPts val="0"/>
              </a:spcAft>
              <a:buClr>
                <a:srgbClr val="031629"/>
              </a:buClr>
              <a:buSzPts val="1800"/>
              <a:buChar char="•"/>
              <a:defRPr/>
            </a:lvl3pPr>
            <a:lvl4pPr marL="1828800" lvl="3" indent="-342900" algn="just">
              <a:lnSpc>
                <a:spcPct val="90000"/>
              </a:lnSpc>
              <a:spcBef>
                <a:spcPts val="500"/>
              </a:spcBef>
              <a:spcAft>
                <a:spcPts val="0"/>
              </a:spcAft>
              <a:buClr>
                <a:srgbClr val="031629"/>
              </a:buClr>
              <a:buSzPts val="1800"/>
              <a:buChar char="•"/>
              <a:defRPr/>
            </a:lvl4pPr>
            <a:lvl5pPr marL="2286000" lvl="4" indent="-342900" algn="just">
              <a:lnSpc>
                <a:spcPct val="90000"/>
              </a:lnSpc>
              <a:spcBef>
                <a:spcPts val="500"/>
              </a:spcBef>
              <a:spcAft>
                <a:spcPts val="0"/>
              </a:spcAft>
              <a:buClr>
                <a:srgbClr val="03162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8" name="Google Shape;228;p47"/>
          <p:cNvSpPr txBox="1">
            <a:spLocks noGrp="1"/>
          </p:cNvSpPr>
          <p:nvPr>
            <p:ph type="body" idx="6"/>
          </p:nvPr>
        </p:nvSpPr>
        <p:spPr>
          <a:xfrm>
            <a:off x="8265441" y="5090408"/>
            <a:ext cx="3356432" cy="104644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rgbClr val="031629"/>
              </a:buClr>
              <a:buSzPts val="2000"/>
              <a:buNone/>
              <a:defRPr sz="2000" b="0">
                <a:solidFill>
                  <a:srgbClr val="031629"/>
                </a:solidFill>
              </a:defRPr>
            </a:lvl1pPr>
            <a:lvl2pPr marL="914400" lvl="1" indent="-342900" algn="just">
              <a:lnSpc>
                <a:spcPct val="90000"/>
              </a:lnSpc>
              <a:spcBef>
                <a:spcPts val="500"/>
              </a:spcBef>
              <a:spcAft>
                <a:spcPts val="0"/>
              </a:spcAft>
              <a:buClr>
                <a:srgbClr val="031629"/>
              </a:buClr>
              <a:buSzPts val="1800"/>
              <a:buAutoNum type="alphaLcPeriod"/>
              <a:defRPr/>
            </a:lvl2pPr>
            <a:lvl3pPr marL="1371600" lvl="2" indent="-342900" algn="just">
              <a:lnSpc>
                <a:spcPct val="90000"/>
              </a:lnSpc>
              <a:spcBef>
                <a:spcPts val="500"/>
              </a:spcBef>
              <a:spcAft>
                <a:spcPts val="0"/>
              </a:spcAft>
              <a:buClr>
                <a:srgbClr val="031629"/>
              </a:buClr>
              <a:buSzPts val="1800"/>
              <a:buChar char="•"/>
              <a:defRPr/>
            </a:lvl3pPr>
            <a:lvl4pPr marL="1828800" lvl="3" indent="-342900" algn="just">
              <a:lnSpc>
                <a:spcPct val="90000"/>
              </a:lnSpc>
              <a:spcBef>
                <a:spcPts val="500"/>
              </a:spcBef>
              <a:spcAft>
                <a:spcPts val="0"/>
              </a:spcAft>
              <a:buClr>
                <a:srgbClr val="031629"/>
              </a:buClr>
              <a:buSzPts val="1800"/>
              <a:buChar char="•"/>
              <a:defRPr/>
            </a:lvl4pPr>
            <a:lvl5pPr marL="2286000" lvl="4" indent="-342900" algn="just">
              <a:lnSpc>
                <a:spcPct val="90000"/>
              </a:lnSpc>
              <a:spcBef>
                <a:spcPts val="500"/>
              </a:spcBef>
              <a:spcAft>
                <a:spcPts val="0"/>
              </a:spcAft>
              <a:buClr>
                <a:srgbClr val="03162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9" name="Google Shape;229;p47"/>
          <p:cNvSpPr txBox="1">
            <a:spLocks noGrp="1"/>
          </p:cNvSpPr>
          <p:nvPr>
            <p:ph type="title"/>
          </p:nvPr>
        </p:nvSpPr>
        <p:spPr>
          <a:xfrm>
            <a:off x="770700" y="886120"/>
            <a:ext cx="8580690" cy="73858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E60A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Insert Video">
  <p:cSld name="Insert Video">
    <p:spTree>
      <p:nvGrpSpPr>
        <p:cNvPr id="1" name="Shape 230"/>
        <p:cNvGrpSpPr/>
        <p:nvPr/>
      </p:nvGrpSpPr>
      <p:grpSpPr>
        <a:xfrm>
          <a:off x="0" y="0"/>
          <a:ext cx="0" cy="0"/>
          <a:chOff x="0" y="0"/>
          <a:chExt cx="0" cy="0"/>
        </a:xfrm>
      </p:grpSpPr>
      <p:sp>
        <p:nvSpPr>
          <p:cNvPr id="231" name="Google Shape;231;p48"/>
          <p:cNvSpPr txBox="1">
            <a:spLocks noGrp="1"/>
          </p:cNvSpPr>
          <p:nvPr>
            <p:ph type="title"/>
          </p:nvPr>
        </p:nvSpPr>
        <p:spPr>
          <a:xfrm>
            <a:off x="2224726" y="404617"/>
            <a:ext cx="7117238" cy="701457"/>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0"/>
              </a:spcBef>
              <a:spcAft>
                <a:spcPts val="0"/>
              </a:spcAft>
              <a:buClr>
                <a:srgbClr val="0E60AC"/>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2" name="Google Shape;232;p48"/>
          <p:cNvSpPr>
            <a:spLocks noGrp="1"/>
          </p:cNvSpPr>
          <p:nvPr>
            <p:ph type="media" idx="2"/>
          </p:nvPr>
        </p:nvSpPr>
        <p:spPr>
          <a:xfrm>
            <a:off x="1576887" y="1319017"/>
            <a:ext cx="9184670" cy="5166377"/>
          </a:xfrm>
          <a:prstGeom prst="rect">
            <a:avLst/>
          </a:prstGeom>
          <a:noFill/>
          <a:ln>
            <a:noFill/>
          </a:ln>
        </p:spPr>
        <p:txBody>
          <a:bodyPr spcFirstLastPara="1" wrap="square" lIns="91425" tIns="45700" rIns="91425" bIns="45700" anchor="t" anchorCtr="0">
            <a:normAutofit/>
          </a:bodyPr>
          <a:lstStyle>
            <a:lvl1pPr marR="0" lvl="0" algn="just" rtl="0">
              <a:lnSpc>
                <a:spcPct val="90000"/>
              </a:lnSpc>
              <a:spcBef>
                <a:spcPts val="1000"/>
              </a:spcBef>
              <a:spcAft>
                <a:spcPts val="0"/>
              </a:spcAft>
              <a:buClr>
                <a:srgbClr val="031629"/>
              </a:buClr>
              <a:buSzPts val="2200"/>
              <a:buFont typeface="Twentieth Century"/>
              <a:buNone/>
              <a:defRPr sz="2200" b="0" i="0" u="none" strike="noStrike" cap="none">
                <a:solidFill>
                  <a:srgbClr val="031629"/>
                </a:solidFill>
                <a:latin typeface="Twentieth Century"/>
                <a:ea typeface="Twentieth Century"/>
                <a:cs typeface="Twentieth Century"/>
                <a:sym typeface="Twentieth Century"/>
              </a:defRPr>
            </a:lvl1pPr>
            <a:lvl2pPr marR="0" lvl="1" algn="just" rtl="0">
              <a:lnSpc>
                <a:spcPct val="90000"/>
              </a:lnSpc>
              <a:spcBef>
                <a:spcPts val="500"/>
              </a:spcBef>
              <a:spcAft>
                <a:spcPts val="0"/>
              </a:spcAft>
              <a:buClr>
                <a:srgbClr val="031629"/>
              </a:buClr>
              <a:buSzPts val="2200"/>
              <a:buFont typeface="Twentieth Century"/>
              <a:buAutoNum type="alphaLcPeriod"/>
              <a:defRPr sz="2200" b="0" i="0" u="none" strike="noStrike" cap="none">
                <a:solidFill>
                  <a:srgbClr val="031629"/>
                </a:solidFill>
                <a:latin typeface="Twentieth Century"/>
                <a:ea typeface="Twentieth Century"/>
                <a:cs typeface="Twentieth Century"/>
                <a:sym typeface="Twentieth Century"/>
              </a:defRPr>
            </a:lvl2pPr>
            <a:lvl3pPr marR="0" lvl="2" algn="just" rtl="0">
              <a:lnSpc>
                <a:spcPct val="90000"/>
              </a:lnSpc>
              <a:spcBef>
                <a:spcPts val="500"/>
              </a:spcBef>
              <a:spcAft>
                <a:spcPts val="0"/>
              </a:spcAft>
              <a:buClr>
                <a:srgbClr val="031629"/>
              </a:buClr>
              <a:buSzPts val="2200"/>
              <a:buFont typeface="Arial"/>
              <a:buChar char="•"/>
              <a:defRPr sz="2200" b="0" i="0" u="none" strike="noStrike" cap="none">
                <a:solidFill>
                  <a:srgbClr val="031629"/>
                </a:solidFill>
                <a:latin typeface="Twentieth Century"/>
                <a:ea typeface="Twentieth Century"/>
                <a:cs typeface="Twentieth Century"/>
                <a:sym typeface="Twentieth Century"/>
              </a:defRPr>
            </a:lvl3pPr>
            <a:lvl4pPr marR="0" lvl="3" algn="just" rtl="0">
              <a:lnSpc>
                <a:spcPct val="90000"/>
              </a:lnSpc>
              <a:spcBef>
                <a:spcPts val="500"/>
              </a:spcBef>
              <a:spcAft>
                <a:spcPts val="0"/>
              </a:spcAft>
              <a:buClr>
                <a:srgbClr val="031629"/>
              </a:buClr>
              <a:buSzPts val="2200"/>
              <a:buFont typeface="Arial"/>
              <a:buChar char="•"/>
              <a:defRPr sz="2200" b="0" i="0" u="none" strike="noStrike" cap="none">
                <a:solidFill>
                  <a:srgbClr val="031629"/>
                </a:solidFill>
                <a:latin typeface="Twentieth Century"/>
                <a:ea typeface="Twentieth Century"/>
                <a:cs typeface="Twentieth Century"/>
                <a:sym typeface="Twentieth Century"/>
              </a:defRPr>
            </a:lvl4pPr>
            <a:lvl5pPr marR="0" lvl="4" algn="just" rtl="0">
              <a:lnSpc>
                <a:spcPct val="90000"/>
              </a:lnSpc>
              <a:spcBef>
                <a:spcPts val="500"/>
              </a:spcBef>
              <a:spcAft>
                <a:spcPts val="0"/>
              </a:spcAft>
              <a:buClr>
                <a:srgbClr val="031629"/>
              </a:buClr>
              <a:buSzPts val="2200"/>
              <a:buFont typeface="Arial"/>
              <a:buChar char="•"/>
              <a:defRPr sz="2200" b="0" i="0" u="none" strike="noStrike" cap="none">
                <a:solidFill>
                  <a:srgbClr val="031629"/>
                </a:solidFill>
                <a:latin typeface="Twentieth Century"/>
                <a:ea typeface="Twentieth Century"/>
                <a:cs typeface="Twentieth Century"/>
                <a:sym typeface="Twentieth Century"/>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wentieth Century"/>
                <a:ea typeface="Twentieth Century"/>
                <a:cs typeface="Twentieth Century"/>
                <a:sym typeface="Twentieth Century"/>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wentieth Century"/>
                <a:ea typeface="Twentieth Century"/>
                <a:cs typeface="Twentieth Century"/>
                <a:sym typeface="Twentieth Century"/>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wentieth Century"/>
                <a:ea typeface="Twentieth Century"/>
                <a:cs typeface="Twentieth Century"/>
                <a:sym typeface="Twentieth Century"/>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wentieth Century"/>
                <a:ea typeface="Twentieth Century"/>
                <a:cs typeface="Twentieth Century"/>
                <a:sym typeface="Twentieth Century"/>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33"/>
        <p:cNvGrpSpPr/>
        <p:nvPr/>
      </p:nvGrpSpPr>
      <p:grpSpPr>
        <a:xfrm>
          <a:off x="0" y="0"/>
          <a:ext cx="0" cy="0"/>
          <a:chOff x="0" y="0"/>
          <a:chExt cx="0" cy="0"/>
        </a:xfrm>
      </p:grpSpPr>
      <p:sp>
        <p:nvSpPr>
          <p:cNvPr id="234" name="Google Shape;234;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Latihan">
  <p:cSld name="Latihan">
    <p:spTree>
      <p:nvGrpSpPr>
        <p:cNvPr id="1" name="Shape 235"/>
        <p:cNvGrpSpPr/>
        <p:nvPr/>
      </p:nvGrpSpPr>
      <p:grpSpPr>
        <a:xfrm>
          <a:off x="0" y="0"/>
          <a:ext cx="0" cy="0"/>
          <a:chOff x="0" y="0"/>
          <a:chExt cx="0" cy="0"/>
        </a:xfrm>
      </p:grpSpPr>
      <p:sp>
        <p:nvSpPr>
          <p:cNvPr id="236" name="Google Shape;236;p50"/>
          <p:cNvSpPr txBox="1">
            <a:spLocks noGrp="1"/>
          </p:cNvSpPr>
          <p:nvPr>
            <p:ph type="body" idx="1"/>
          </p:nvPr>
        </p:nvSpPr>
        <p:spPr>
          <a:xfrm>
            <a:off x="838200" y="2139885"/>
            <a:ext cx="10515600" cy="3971090"/>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031629"/>
              </a:buClr>
              <a:buSzPts val="2200"/>
              <a:buAutoNum type="arabicPeriod"/>
              <a:defRPr>
                <a:solidFill>
                  <a:srgbClr val="031629"/>
                </a:solidFill>
              </a:defRPr>
            </a:lvl1pPr>
            <a:lvl2pPr marL="914400" lvl="1" indent="-368300" algn="just">
              <a:lnSpc>
                <a:spcPct val="90000"/>
              </a:lnSpc>
              <a:spcBef>
                <a:spcPts val="500"/>
              </a:spcBef>
              <a:spcAft>
                <a:spcPts val="0"/>
              </a:spcAft>
              <a:buClr>
                <a:srgbClr val="031629"/>
              </a:buClr>
              <a:buSzPts val="2200"/>
              <a:buAutoNum type="alphaLcPeriod"/>
              <a:defRPr>
                <a:solidFill>
                  <a:srgbClr val="031629"/>
                </a:solidFill>
              </a:defRPr>
            </a:lvl2pPr>
            <a:lvl3pPr marL="1371600" lvl="2" indent="-368300" algn="just">
              <a:lnSpc>
                <a:spcPct val="90000"/>
              </a:lnSpc>
              <a:spcBef>
                <a:spcPts val="500"/>
              </a:spcBef>
              <a:spcAft>
                <a:spcPts val="0"/>
              </a:spcAft>
              <a:buClr>
                <a:srgbClr val="031629"/>
              </a:buClr>
              <a:buSzPts val="2200"/>
              <a:buChar char="•"/>
              <a:defRPr>
                <a:solidFill>
                  <a:srgbClr val="031629"/>
                </a:solidFill>
              </a:defRPr>
            </a:lvl3pPr>
            <a:lvl4pPr marL="1828800" lvl="3" indent="-368300" algn="just">
              <a:lnSpc>
                <a:spcPct val="90000"/>
              </a:lnSpc>
              <a:spcBef>
                <a:spcPts val="500"/>
              </a:spcBef>
              <a:spcAft>
                <a:spcPts val="0"/>
              </a:spcAft>
              <a:buClr>
                <a:srgbClr val="031629"/>
              </a:buClr>
              <a:buSzPts val="2200"/>
              <a:buChar char="•"/>
              <a:defRPr>
                <a:solidFill>
                  <a:srgbClr val="031629"/>
                </a:solidFill>
              </a:defRPr>
            </a:lvl4pPr>
            <a:lvl5pPr marL="2286000" lvl="4" indent="-368300" algn="just">
              <a:lnSpc>
                <a:spcPct val="90000"/>
              </a:lnSpc>
              <a:spcBef>
                <a:spcPts val="500"/>
              </a:spcBef>
              <a:spcAft>
                <a:spcPts val="0"/>
              </a:spcAft>
              <a:buClr>
                <a:srgbClr val="031629"/>
              </a:buClr>
              <a:buSzPts val="2200"/>
              <a:buChar char="•"/>
              <a:defRPr>
                <a:solidFill>
                  <a:srgbClr val="031629"/>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7" name="Google Shape;237;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grpSp>
        <p:nvGrpSpPr>
          <p:cNvPr id="238" name="Google Shape;238;p50"/>
          <p:cNvGrpSpPr/>
          <p:nvPr/>
        </p:nvGrpSpPr>
        <p:grpSpPr>
          <a:xfrm>
            <a:off x="838200" y="1108530"/>
            <a:ext cx="5999349" cy="769441"/>
            <a:chOff x="838200" y="1108530"/>
            <a:chExt cx="5999349" cy="769441"/>
          </a:xfrm>
        </p:grpSpPr>
        <p:sp>
          <p:nvSpPr>
            <p:cNvPr id="239" name="Google Shape;239;p50"/>
            <p:cNvSpPr/>
            <p:nvPr/>
          </p:nvSpPr>
          <p:spPr>
            <a:xfrm>
              <a:off x="1282045" y="1255025"/>
              <a:ext cx="5555504" cy="518474"/>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240" name="Google Shape;240;p50"/>
            <p:cNvSpPr/>
            <p:nvPr/>
          </p:nvSpPr>
          <p:spPr>
            <a:xfrm>
              <a:off x="838200" y="1123041"/>
              <a:ext cx="754930" cy="75493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241" name="Google Shape;241;p50"/>
            <p:cNvSpPr/>
            <p:nvPr/>
          </p:nvSpPr>
          <p:spPr>
            <a:xfrm>
              <a:off x="1654410" y="1108530"/>
              <a:ext cx="1923988"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a:solidFill>
                    <a:schemeClr val="accent3"/>
                  </a:solidFill>
                  <a:latin typeface="Twentieth Century"/>
                  <a:ea typeface="Twentieth Century"/>
                  <a:cs typeface="Twentieth Century"/>
                  <a:sym typeface="Twentieth Century"/>
                </a:rPr>
                <a:t>Latihan</a:t>
              </a:r>
              <a:endParaRPr sz="4400" b="1">
                <a:solidFill>
                  <a:schemeClr val="accent3"/>
                </a:solidFill>
                <a:latin typeface="Twentieth Century"/>
                <a:ea typeface="Twentieth Century"/>
                <a:cs typeface="Twentieth Century"/>
                <a:sym typeface="Twentieth Century"/>
              </a:endParaRPr>
            </a:p>
          </p:txBody>
        </p:sp>
        <p:pic>
          <p:nvPicPr>
            <p:cNvPr id="242" name="Google Shape;242;p50"/>
            <p:cNvPicPr preferRelativeResize="0"/>
            <p:nvPr/>
          </p:nvPicPr>
          <p:blipFill rotWithShape="1">
            <a:blip r:embed="rId2">
              <a:alphaModFix/>
            </a:blip>
            <a:srcRect/>
            <a:stretch/>
          </p:blipFill>
          <p:spPr>
            <a:xfrm>
              <a:off x="917419" y="1120499"/>
              <a:ext cx="650450" cy="745501"/>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Daftar Pustaka">
  <p:cSld name="Daftar Pustaka">
    <p:spTree>
      <p:nvGrpSpPr>
        <p:cNvPr id="1" name="Shape 243"/>
        <p:cNvGrpSpPr/>
        <p:nvPr/>
      </p:nvGrpSpPr>
      <p:grpSpPr>
        <a:xfrm>
          <a:off x="0" y="0"/>
          <a:ext cx="0" cy="0"/>
          <a:chOff x="0" y="0"/>
          <a:chExt cx="0" cy="0"/>
        </a:xfrm>
      </p:grpSpPr>
      <p:sp>
        <p:nvSpPr>
          <p:cNvPr id="244" name="Google Shape;244;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grpSp>
        <p:nvGrpSpPr>
          <p:cNvPr id="245" name="Google Shape;245;p51"/>
          <p:cNvGrpSpPr/>
          <p:nvPr/>
        </p:nvGrpSpPr>
        <p:grpSpPr>
          <a:xfrm>
            <a:off x="838200" y="1096559"/>
            <a:ext cx="5999349" cy="769441"/>
            <a:chOff x="838200" y="569942"/>
            <a:chExt cx="5999349" cy="769441"/>
          </a:xfrm>
        </p:grpSpPr>
        <p:sp>
          <p:nvSpPr>
            <p:cNvPr id="246" name="Google Shape;246;p51"/>
            <p:cNvSpPr/>
            <p:nvPr/>
          </p:nvSpPr>
          <p:spPr>
            <a:xfrm>
              <a:off x="1282045" y="716437"/>
              <a:ext cx="5555504" cy="518474"/>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247" name="Google Shape;247;p51"/>
            <p:cNvSpPr/>
            <p:nvPr/>
          </p:nvSpPr>
          <p:spPr>
            <a:xfrm>
              <a:off x="838200" y="584453"/>
              <a:ext cx="754930" cy="75493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248" name="Google Shape;248;p51"/>
            <p:cNvSpPr/>
            <p:nvPr/>
          </p:nvSpPr>
          <p:spPr>
            <a:xfrm>
              <a:off x="1654410" y="569942"/>
              <a:ext cx="3640740"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a:solidFill>
                    <a:schemeClr val="accent3"/>
                  </a:solidFill>
                  <a:latin typeface="Twentieth Century"/>
                  <a:ea typeface="Twentieth Century"/>
                  <a:cs typeface="Twentieth Century"/>
                  <a:sym typeface="Twentieth Century"/>
                </a:rPr>
                <a:t>Daftar Pustaka</a:t>
              </a:r>
              <a:endParaRPr sz="4400" b="1">
                <a:solidFill>
                  <a:schemeClr val="accent3"/>
                </a:solidFill>
                <a:latin typeface="Twentieth Century"/>
                <a:ea typeface="Twentieth Century"/>
                <a:cs typeface="Twentieth Century"/>
                <a:sym typeface="Twentieth Century"/>
              </a:endParaRPr>
            </a:p>
          </p:txBody>
        </p:sp>
        <p:pic>
          <p:nvPicPr>
            <p:cNvPr id="249" name="Google Shape;249;p51"/>
            <p:cNvPicPr preferRelativeResize="0"/>
            <p:nvPr/>
          </p:nvPicPr>
          <p:blipFill rotWithShape="1">
            <a:blip r:embed="rId2">
              <a:alphaModFix/>
            </a:blip>
            <a:srcRect/>
            <a:stretch/>
          </p:blipFill>
          <p:spPr>
            <a:xfrm>
              <a:off x="898017" y="661014"/>
              <a:ext cx="606720" cy="629320"/>
            </a:xfrm>
            <a:prstGeom prst="rect">
              <a:avLst/>
            </a:prstGeom>
            <a:noFill/>
            <a:ln>
              <a:noFill/>
            </a:ln>
          </p:spPr>
        </p:pic>
      </p:grpSp>
      <p:sp>
        <p:nvSpPr>
          <p:cNvPr id="250" name="Google Shape;250;p51"/>
          <p:cNvSpPr txBox="1">
            <a:spLocks noGrp="1"/>
          </p:cNvSpPr>
          <p:nvPr>
            <p:ph type="body" idx="1"/>
          </p:nvPr>
        </p:nvSpPr>
        <p:spPr>
          <a:xfrm>
            <a:off x="838200" y="2139885"/>
            <a:ext cx="10515600" cy="3971090"/>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031629"/>
              </a:buClr>
              <a:buSzPts val="2200"/>
              <a:buAutoNum type="arabicPeriod"/>
              <a:defRPr>
                <a:solidFill>
                  <a:srgbClr val="031629"/>
                </a:solidFill>
              </a:defRPr>
            </a:lvl1pPr>
            <a:lvl2pPr marL="914400" lvl="1" indent="-368300" algn="just">
              <a:lnSpc>
                <a:spcPct val="90000"/>
              </a:lnSpc>
              <a:spcBef>
                <a:spcPts val="500"/>
              </a:spcBef>
              <a:spcAft>
                <a:spcPts val="0"/>
              </a:spcAft>
              <a:buClr>
                <a:srgbClr val="031629"/>
              </a:buClr>
              <a:buSzPts val="2200"/>
              <a:buAutoNum type="alphaLcPeriod"/>
              <a:defRPr>
                <a:solidFill>
                  <a:srgbClr val="031629"/>
                </a:solidFill>
              </a:defRPr>
            </a:lvl2pPr>
            <a:lvl3pPr marL="1371600" lvl="2" indent="-368300" algn="just">
              <a:lnSpc>
                <a:spcPct val="90000"/>
              </a:lnSpc>
              <a:spcBef>
                <a:spcPts val="500"/>
              </a:spcBef>
              <a:spcAft>
                <a:spcPts val="0"/>
              </a:spcAft>
              <a:buClr>
                <a:srgbClr val="031629"/>
              </a:buClr>
              <a:buSzPts val="2200"/>
              <a:buChar char="•"/>
              <a:defRPr>
                <a:solidFill>
                  <a:srgbClr val="031629"/>
                </a:solidFill>
              </a:defRPr>
            </a:lvl3pPr>
            <a:lvl4pPr marL="1828800" lvl="3" indent="-368300" algn="just">
              <a:lnSpc>
                <a:spcPct val="90000"/>
              </a:lnSpc>
              <a:spcBef>
                <a:spcPts val="500"/>
              </a:spcBef>
              <a:spcAft>
                <a:spcPts val="0"/>
              </a:spcAft>
              <a:buClr>
                <a:srgbClr val="031629"/>
              </a:buClr>
              <a:buSzPts val="2200"/>
              <a:buChar char="•"/>
              <a:defRPr>
                <a:solidFill>
                  <a:srgbClr val="031629"/>
                </a:solidFill>
              </a:defRPr>
            </a:lvl4pPr>
            <a:lvl5pPr marL="2286000" lvl="4" indent="-368300" algn="just">
              <a:lnSpc>
                <a:spcPct val="90000"/>
              </a:lnSpc>
              <a:spcBef>
                <a:spcPts val="500"/>
              </a:spcBef>
              <a:spcAft>
                <a:spcPts val="0"/>
              </a:spcAft>
              <a:buClr>
                <a:srgbClr val="031629"/>
              </a:buClr>
              <a:buSzPts val="2200"/>
              <a:buChar char="•"/>
              <a:defRPr>
                <a:solidFill>
                  <a:srgbClr val="031629"/>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Dosen Pengampu">
    <p:spTree>
      <p:nvGrpSpPr>
        <p:cNvPr id="1" name=""/>
        <p:cNvGrpSpPr/>
        <p:nvPr/>
      </p:nvGrpSpPr>
      <p:grpSpPr>
        <a:xfrm>
          <a:off x="0" y="0"/>
          <a:ext cx="0" cy="0"/>
          <a:chOff x="0" y="0"/>
          <a:chExt cx="0" cy="0"/>
        </a:xfrm>
      </p:grpSpPr>
      <p:sp>
        <p:nvSpPr>
          <p:cNvPr id="7" name="Rectangle 6"/>
          <p:cNvSpPr/>
          <p:nvPr userDrawn="1"/>
        </p:nvSpPr>
        <p:spPr>
          <a:xfrm>
            <a:off x="0" y="0"/>
            <a:ext cx="3641036" cy="6858000"/>
          </a:xfrm>
          <a:prstGeom prst="rect">
            <a:avLst/>
          </a:prstGeom>
          <a:solidFill>
            <a:srgbClr val="EB7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12"/>
          </p:nvPr>
        </p:nvSpPr>
        <p:spPr/>
        <p:txBody>
          <a:bodyPr/>
          <a:lstStyle/>
          <a:p>
            <a:endParaRPr lang="en-US" dirty="0"/>
          </a:p>
        </p:txBody>
      </p:sp>
      <p:sp>
        <p:nvSpPr>
          <p:cNvPr id="9" name="Picture Placeholder 8"/>
          <p:cNvSpPr>
            <a:spLocks noGrp="1"/>
          </p:cNvSpPr>
          <p:nvPr>
            <p:ph type="pic" sz="quarter" idx="13" hasCustomPrompt="1"/>
          </p:nvPr>
        </p:nvSpPr>
        <p:spPr>
          <a:xfrm>
            <a:off x="1745563" y="1842892"/>
            <a:ext cx="3063907" cy="3063908"/>
          </a:xfrm>
          <a:prstGeom prst="ellipse">
            <a:avLst/>
          </a:prstGeom>
        </p:spPr>
        <p:txBody>
          <a:bodyPr>
            <a:normAutofit/>
          </a:bodyPr>
          <a:lstStyle>
            <a:lvl1pPr marL="0" indent="0" algn="ctr">
              <a:buNone/>
              <a:defRPr sz="2800" baseline="0"/>
            </a:lvl1pPr>
          </a:lstStyle>
          <a:p>
            <a:r>
              <a:rPr lang="en-US" dirty="0" err="1"/>
              <a:t>Foto</a:t>
            </a:r>
            <a:r>
              <a:rPr lang="en-US" dirty="0"/>
              <a:t> </a:t>
            </a:r>
            <a:r>
              <a:rPr lang="en-US" dirty="0" err="1"/>
              <a:t>Dosen</a:t>
            </a:r>
            <a:endParaRPr lang="en-US" dirty="0"/>
          </a:p>
        </p:txBody>
      </p:sp>
      <p:sp>
        <p:nvSpPr>
          <p:cNvPr id="13" name="Text Placeholder 12"/>
          <p:cNvSpPr>
            <a:spLocks noGrp="1"/>
          </p:cNvSpPr>
          <p:nvPr>
            <p:ph type="body" sz="quarter" idx="14" hasCustomPrompt="1"/>
          </p:nvPr>
        </p:nvSpPr>
        <p:spPr>
          <a:xfrm>
            <a:off x="5154979" y="2275496"/>
            <a:ext cx="6198821" cy="406777"/>
          </a:xfrm>
        </p:spPr>
        <p:txBody>
          <a:bodyPr/>
          <a:lstStyle>
            <a:lvl1pPr marL="0" indent="0">
              <a:buNone/>
              <a:defRPr b="1" baseline="0">
                <a:solidFill>
                  <a:srgbClr val="0E60AC"/>
                </a:solidFill>
              </a:defRPr>
            </a:lvl1pPr>
          </a:lstStyle>
          <a:p>
            <a:pPr lvl="0"/>
            <a:r>
              <a:rPr lang="en-US" dirty="0"/>
              <a:t>Nama </a:t>
            </a:r>
            <a:r>
              <a:rPr lang="en-US" dirty="0" err="1"/>
              <a:t>dan</a:t>
            </a:r>
            <a:r>
              <a:rPr lang="en-US" dirty="0"/>
              <a:t> </a:t>
            </a:r>
            <a:r>
              <a:rPr lang="en-US" dirty="0" err="1"/>
              <a:t>Gelar</a:t>
            </a:r>
            <a:r>
              <a:rPr lang="en-US" dirty="0"/>
              <a:t> </a:t>
            </a:r>
            <a:r>
              <a:rPr lang="en-US" dirty="0" err="1"/>
              <a:t>Dosen</a:t>
            </a:r>
            <a:endParaRPr lang="en-US" dirty="0"/>
          </a:p>
          <a:p>
            <a:pPr lvl="0"/>
            <a:endParaRPr lang="en-US" dirty="0"/>
          </a:p>
        </p:txBody>
      </p:sp>
      <p:sp>
        <p:nvSpPr>
          <p:cNvPr id="14" name="Title 1"/>
          <p:cNvSpPr txBox="1">
            <a:spLocks/>
          </p:cNvSpPr>
          <p:nvPr userDrawn="1"/>
        </p:nvSpPr>
        <p:spPr>
          <a:xfrm>
            <a:off x="5164108" y="1988095"/>
            <a:ext cx="3127989" cy="27361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0" kern="1200">
                <a:solidFill>
                  <a:schemeClr val="accent5">
                    <a:lumMod val="10000"/>
                  </a:schemeClr>
                </a:solidFill>
                <a:latin typeface="Tw Cen MT" panose="020B0602020104020603" pitchFamily="34" charset="0"/>
                <a:ea typeface="+mj-ea"/>
                <a:cs typeface="+mj-cs"/>
              </a:defRPr>
            </a:lvl1pPr>
          </a:lstStyle>
          <a:p>
            <a:r>
              <a:rPr lang="en-US" sz="2000" dirty="0" err="1"/>
              <a:t>Dosen</a:t>
            </a:r>
            <a:r>
              <a:rPr lang="en-US" sz="2000" dirty="0"/>
              <a:t> </a:t>
            </a:r>
            <a:r>
              <a:rPr lang="en-US" sz="2000" dirty="0" err="1"/>
              <a:t>Koordinator</a:t>
            </a:r>
            <a:r>
              <a:rPr lang="en-US" sz="2000" dirty="0"/>
              <a:t>:</a:t>
            </a:r>
          </a:p>
        </p:txBody>
      </p:sp>
      <p:sp>
        <p:nvSpPr>
          <p:cNvPr id="15" name="Text Placeholder 12"/>
          <p:cNvSpPr>
            <a:spLocks noGrp="1"/>
          </p:cNvSpPr>
          <p:nvPr>
            <p:ph type="body" sz="quarter" idx="15" hasCustomPrompt="1"/>
          </p:nvPr>
        </p:nvSpPr>
        <p:spPr>
          <a:xfrm>
            <a:off x="5154979" y="3176643"/>
            <a:ext cx="6198821" cy="406777"/>
          </a:xfrm>
        </p:spPr>
        <p:txBody>
          <a:bodyPr/>
          <a:lstStyle>
            <a:lvl1pPr marL="0" indent="0">
              <a:buNone/>
              <a:defRPr b="1" baseline="0">
                <a:solidFill>
                  <a:srgbClr val="0E60AC"/>
                </a:solidFill>
              </a:defRPr>
            </a:lvl1pPr>
          </a:lstStyle>
          <a:p>
            <a:pPr lvl="0"/>
            <a:r>
              <a:rPr lang="en-US" dirty="0"/>
              <a:t>NID</a:t>
            </a:r>
          </a:p>
        </p:txBody>
      </p:sp>
      <p:sp>
        <p:nvSpPr>
          <p:cNvPr id="16" name="Title 1"/>
          <p:cNvSpPr txBox="1">
            <a:spLocks/>
          </p:cNvSpPr>
          <p:nvPr userDrawn="1"/>
        </p:nvSpPr>
        <p:spPr>
          <a:xfrm>
            <a:off x="5164108" y="2889242"/>
            <a:ext cx="3127989" cy="27361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0" kern="1200">
                <a:solidFill>
                  <a:schemeClr val="accent5">
                    <a:lumMod val="10000"/>
                  </a:schemeClr>
                </a:solidFill>
                <a:latin typeface="Tw Cen MT" panose="020B0602020104020603" pitchFamily="34" charset="0"/>
                <a:ea typeface="+mj-ea"/>
                <a:cs typeface="+mj-cs"/>
              </a:defRPr>
            </a:lvl1pPr>
          </a:lstStyle>
          <a:p>
            <a:r>
              <a:rPr lang="en-US" sz="2000" dirty="0"/>
              <a:t>NID:</a:t>
            </a:r>
          </a:p>
        </p:txBody>
      </p:sp>
      <p:sp>
        <p:nvSpPr>
          <p:cNvPr id="17" name="Text Placeholder 12"/>
          <p:cNvSpPr>
            <a:spLocks noGrp="1"/>
          </p:cNvSpPr>
          <p:nvPr>
            <p:ph type="body" sz="quarter" idx="16" hasCustomPrompt="1"/>
          </p:nvPr>
        </p:nvSpPr>
        <p:spPr>
          <a:xfrm>
            <a:off x="5154979" y="4077790"/>
            <a:ext cx="6198821" cy="406777"/>
          </a:xfrm>
        </p:spPr>
        <p:txBody>
          <a:bodyPr/>
          <a:lstStyle>
            <a:lvl1pPr marL="0" indent="0">
              <a:buNone/>
              <a:defRPr b="1" baseline="0">
                <a:solidFill>
                  <a:srgbClr val="0E60AC"/>
                </a:solidFill>
              </a:defRPr>
            </a:lvl1pPr>
          </a:lstStyle>
          <a:p>
            <a:pPr lvl="0"/>
            <a:r>
              <a:rPr lang="en-US" dirty="0"/>
              <a:t>E-mail</a:t>
            </a:r>
          </a:p>
        </p:txBody>
      </p:sp>
      <p:sp>
        <p:nvSpPr>
          <p:cNvPr id="18" name="Title 1"/>
          <p:cNvSpPr txBox="1">
            <a:spLocks/>
          </p:cNvSpPr>
          <p:nvPr userDrawn="1"/>
        </p:nvSpPr>
        <p:spPr>
          <a:xfrm>
            <a:off x="5164108" y="3790389"/>
            <a:ext cx="3127989" cy="27361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0" kern="1200">
                <a:solidFill>
                  <a:schemeClr val="accent5">
                    <a:lumMod val="10000"/>
                  </a:schemeClr>
                </a:solidFill>
                <a:latin typeface="Tw Cen MT" panose="020B0602020104020603" pitchFamily="34" charset="0"/>
                <a:ea typeface="+mj-ea"/>
                <a:cs typeface="+mj-cs"/>
              </a:defRPr>
            </a:lvl1pPr>
          </a:lstStyle>
          <a:p>
            <a:r>
              <a:rPr lang="en-US" sz="2000" dirty="0"/>
              <a:t>E-mail:</a:t>
            </a:r>
          </a:p>
        </p:txBody>
      </p:sp>
      <p:grpSp>
        <p:nvGrpSpPr>
          <p:cNvPr id="11" name="Group 10"/>
          <p:cNvGrpSpPr/>
          <p:nvPr userDrawn="1"/>
        </p:nvGrpSpPr>
        <p:grpSpPr>
          <a:xfrm>
            <a:off x="98180" y="96425"/>
            <a:ext cx="1971606" cy="729735"/>
            <a:chOff x="648649" y="653143"/>
            <a:chExt cx="2138362" cy="791455"/>
          </a:xfrm>
        </p:grpSpPr>
        <p:sp>
          <p:nvSpPr>
            <p:cNvPr id="12" name="Rounded Rectangle 11"/>
            <p:cNvSpPr/>
            <p:nvPr userDrawn="1"/>
          </p:nvSpPr>
          <p:spPr>
            <a:xfrm>
              <a:off x="648649" y="653143"/>
              <a:ext cx="2138362" cy="791455"/>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p:cNvPicPr>
              <a:picLocks noChangeAspect="1"/>
            </p:cNvPicPr>
            <p:nvPr userDrawn="1"/>
          </p:nvPicPr>
          <p:blipFill rotWithShape="1">
            <a:blip r:embed="rId2" cstate="print">
              <a:extLst>
                <a:ext uri="{28A0092B-C50C-407E-A947-70E740481C1C}">
                  <a14:useLocalDpi xmlns:a14="http://schemas.microsoft.com/office/drawing/2010/main" val="0"/>
                </a:ext>
              </a:extLst>
            </a:blip>
            <a:srcRect t="16017" b="18101"/>
            <a:stretch/>
          </p:blipFill>
          <p:spPr>
            <a:xfrm>
              <a:off x="702844" y="653143"/>
              <a:ext cx="2029972" cy="753035"/>
            </a:xfrm>
            <a:prstGeom prst="rect">
              <a:avLst/>
            </a:prstGeom>
          </p:spPr>
        </p:pic>
      </p:grpSp>
    </p:spTree>
    <p:extLst>
      <p:ext uri="{BB962C8B-B14F-4D97-AF65-F5344CB8AC3E}">
        <p14:creationId xmlns:p14="http://schemas.microsoft.com/office/powerpoint/2010/main" val="1132739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4"/>
          <p:cNvSpPr/>
          <p:nvPr/>
        </p:nvSpPr>
        <p:spPr>
          <a:xfrm>
            <a:off x="0" y="0"/>
            <a:ext cx="12192000" cy="6858000"/>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wentieth Century"/>
              <a:ea typeface="Twentieth Century"/>
              <a:cs typeface="Twentieth Century"/>
              <a:sym typeface="Twentieth Century"/>
            </a:endParaRPr>
          </a:p>
        </p:txBody>
      </p:sp>
      <p:pic>
        <p:nvPicPr>
          <p:cNvPr id="11" name="Google Shape;11;p24"/>
          <p:cNvPicPr preferRelativeResize="0"/>
          <p:nvPr/>
        </p:nvPicPr>
        <p:blipFill rotWithShape="1">
          <a:blip r:embed="rId29">
            <a:alphaModFix/>
          </a:blip>
          <a:srcRect/>
          <a:stretch/>
        </p:blipFill>
        <p:spPr>
          <a:xfrm>
            <a:off x="0" y="5470264"/>
            <a:ext cx="12110720" cy="1400730"/>
          </a:xfrm>
          <a:prstGeom prst="rect">
            <a:avLst/>
          </a:prstGeom>
          <a:noFill/>
          <a:ln>
            <a:noFill/>
          </a:ln>
        </p:spPr>
      </p:pic>
      <p:sp>
        <p:nvSpPr>
          <p:cNvPr id="12" name="Google Shape;12;p24"/>
          <p:cNvSpPr txBox="1">
            <a:spLocks noGrp="1"/>
          </p:cNvSpPr>
          <p:nvPr>
            <p:ph type="title"/>
          </p:nvPr>
        </p:nvSpPr>
        <p:spPr>
          <a:xfrm>
            <a:off x="838200" y="922585"/>
            <a:ext cx="8547263" cy="702115"/>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0E60AC"/>
              </a:buClr>
              <a:buSzPts val="3600"/>
              <a:buFont typeface="Twentieth Century"/>
              <a:buNone/>
              <a:defRPr sz="3600" b="1" i="0" u="none" strike="noStrike" cap="none">
                <a:solidFill>
                  <a:srgbClr val="0E60AC"/>
                </a:solidFill>
                <a:latin typeface="Twentieth Century"/>
                <a:ea typeface="Twentieth Century"/>
                <a:cs typeface="Twentieth Century"/>
                <a:sym typeface="Twentieth Centur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24"/>
          <p:cNvSpPr txBox="1">
            <a:spLocks noGrp="1"/>
          </p:cNvSpPr>
          <p:nvPr>
            <p:ph type="body" idx="1"/>
          </p:nvPr>
        </p:nvSpPr>
        <p:spPr>
          <a:xfrm>
            <a:off x="838200" y="1759637"/>
            <a:ext cx="10515600" cy="4351338"/>
          </a:xfrm>
          <a:prstGeom prst="rect">
            <a:avLst/>
          </a:prstGeom>
          <a:noFill/>
          <a:ln>
            <a:noFill/>
          </a:ln>
        </p:spPr>
        <p:txBody>
          <a:bodyPr spcFirstLastPara="1" wrap="square" lIns="91425" tIns="45700" rIns="91425" bIns="45700" anchor="t" anchorCtr="0">
            <a:normAutofit/>
          </a:bodyPr>
          <a:lstStyle>
            <a:lvl1pPr marL="457200" marR="0" lvl="0" indent="-368300" algn="just" rtl="0">
              <a:lnSpc>
                <a:spcPct val="90000"/>
              </a:lnSpc>
              <a:spcBef>
                <a:spcPts val="1000"/>
              </a:spcBef>
              <a:spcAft>
                <a:spcPts val="0"/>
              </a:spcAft>
              <a:buClr>
                <a:srgbClr val="031629"/>
              </a:buClr>
              <a:buSzPts val="2200"/>
              <a:buFont typeface="Twentieth Century"/>
              <a:buAutoNum type="arabicPeriod"/>
              <a:defRPr sz="2200" b="0" i="0" u="none" strike="noStrike" cap="none">
                <a:solidFill>
                  <a:srgbClr val="031629"/>
                </a:solidFill>
                <a:latin typeface="Twentieth Century"/>
                <a:ea typeface="Twentieth Century"/>
                <a:cs typeface="Twentieth Century"/>
                <a:sym typeface="Twentieth Century"/>
              </a:defRPr>
            </a:lvl1pPr>
            <a:lvl2pPr marL="914400" marR="0" lvl="1" indent="-368300" algn="just" rtl="0">
              <a:lnSpc>
                <a:spcPct val="90000"/>
              </a:lnSpc>
              <a:spcBef>
                <a:spcPts val="500"/>
              </a:spcBef>
              <a:spcAft>
                <a:spcPts val="0"/>
              </a:spcAft>
              <a:buClr>
                <a:srgbClr val="031629"/>
              </a:buClr>
              <a:buSzPts val="2200"/>
              <a:buFont typeface="Twentieth Century"/>
              <a:buAutoNum type="alphaLcPeriod"/>
              <a:defRPr sz="2200" b="0" i="0" u="none" strike="noStrike" cap="none">
                <a:solidFill>
                  <a:srgbClr val="031629"/>
                </a:solidFill>
                <a:latin typeface="Twentieth Century"/>
                <a:ea typeface="Twentieth Century"/>
                <a:cs typeface="Twentieth Century"/>
                <a:sym typeface="Twentieth Century"/>
              </a:defRPr>
            </a:lvl2pPr>
            <a:lvl3pPr marL="1371600" marR="0" lvl="2" indent="-368300" algn="just" rtl="0">
              <a:lnSpc>
                <a:spcPct val="90000"/>
              </a:lnSpc>
              <a:spcBef>
                <a:spcPts val="500"/>
              </a:spcBef>
              <a:spcAft>
                <a:spcPts val="0"/>
              </a:spcAft>
              <a:buClr>
                <a:srgbClr val="031629"/>
              </a:buClr>
              <a:buSzPts val="2200"/>
              <a:buFont typeface="Arial"/>
              <a:buChar char="•"/>
              <a:defRPr sz="2200" b="0" i="0" u="none" strike="noStrike" cap="none">
                <a:solidFill>
                  <a:srgbClr val="031629"/>
                </a:solidFill>
                <a:latin typeface="Twentieth Century"/>
                <a:ea typeface="Twentieth Century"/>
                <a:cs typeface="Twentieth Century"/>
                <a:sym typeface="Twentieth Century"/>
              </a:defRPr>
            </a:lvl3pPr>
            <a:lvl4pPr marL="1828800" marR="0" lvl="3" indent="-368300" algn="just" rtl="0">
              <a:lnSpc>
                <a:spcPct val="90000"/>
              </a:lnSpc>
              <a:spcBef>
                <a:spcPts val="500"/>
              </a:spcBef>
              <a:spcAft>
                <a:spcPts val="0"/>
              </a:spcAft>
              <a:buClr>
                <a:srgbClr val="031629"/>
              </a:buClr>
              <a:buSzPts val="2200"/>
              <a:buFont typeface="Arial"/>
              <a:buChar char="•"/>
              <a:defRPr sz="2200" b="0" i="0" u="none" strike="noStrike" cap="none">
                <a:solidFill>
                  <a:srgbClr val="031629"/>
                </a:solidFill>
                <a:latin typeface="Twentieth Century"/>
                <a:ea typeface="Twentieth Century"/>
                <a:cs typeface="Twentieth Century"/>
                <a:sym typeface="Twentieth Century"/>
              </a:defRPr>
            </a:lvl4pPr>
            <a:lvl5pPr marL="2286000" marR="0" lvl="4" indent="-368300" algn="just" rtl="0">
              <a:lnSpc>
                <a:spcPct val="90000"/>
              </a:lnSpc>
              <a:spcBef>
                <a:spcPts val="500"/>
              </a:spcBef>
              <a:spcAft>
                <a:spcPts val="0"/>
              </a:spcAft>
              <a:buClr>
                <a:srgbClr val="031629"/>
              </a:buClr>
              <a:buSzPts val="2200"/>
              <a:buFont typeface="Arial"/>
              <a:buChar char="•"/>
              <a:defRPr sz="2200" b="0" i="0" u="none" strike="noStrike" cap="none">
                <a:solidFill>
                  <a:srgbClr val="031629"/>
                </a:solidFill>
                <a:latin typeface="Twentieth Century"/>
                <a:ea typeface="Twentieth Century"/>
                <a:cs typeface="Twentieth Century"/>
                <a:sym typeface="Twentieth Centur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wentieth Century"/>
                <a:ea typeface="Twentieth Century"/>
                <a:cs typeface="Twentieth Century"/>
                <a:sym typeface="Twentieth Century"/>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wentieth Century"/>
                <a:ea typeface="Twentieth Century"/>
                <a:cs typeface="Twentieth Century"/>
                <a:sym typeface="Twentieth Century"/>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wentieth Century"/>
                <a:ea typeface="Twentieth Century"/>
                <a:cs typeface="Twentieth Century"/>
                <a:sym typeface="Twentieth Century"/>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wentieth Century"/>
                <a:ea typeface="Twentieth Century"/>
                <a:cs typeface="Twentieth Century"/>
                <a:sym typeface="Twentieth Century"/>
              </a:defRPr>
            </a:lvl9pPr>
          </a:lstStyle>
          <a:p>
            <a:endParaRPr/>
          </a:p>
        </p:txBody>
      </p:sp>
      <p:sp>
        <p:nvSpPr>
          <p:cNvPr id="14" name="Google Shape;14;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E8E8E"/>
              </a:buClr>
              <a:buSzPts val="1200"/>
              <a:buFont typeface="Twentieth Century"/>
              <a:buNone/>
              <a:defRPr sz="1200" b="0" i="0" u="none" strike="noStrike" cap="none">
                <a:solidFill>
                  <a:srgbClr val="8E8E8E"/>
                </a:solidFill>
                <a:latin typeface="Twentieth Century"/>
                <a:ea typeface="Twentieth Century"/>
                <a:cs typeface="Twentieth Century"/>
                <a:sym typeface="Twentieth Century"/>
              </a:defRPr>
            </a:lvl1pPr>
            <a:lvl2pPr marL="0" marR="0" lvl="1" indent="0" algn="r" rtl="0">
              <a:lnSpc>
                <a:spcPct val="100000"/>
              </a:lnSpc>
              <a:spcBef>
                <a:spcPts val="0"/>
              </a:spcBef>
              <a:spcAft>
                <a:spcPts val="0"/>
              </a:spcAft>
              <a:buClr>
                <a:srgbClr val="8E8E8E"/>
              </a:buClr>
              <a:buSzPts val="1200"/>
              <a:buFont typeface="Twentieth Century"/>
              <a:buNone/>
              <a:defRPr sz="1200" b="0" i="0" u="none" strike="noStrike" cap="none">
                <a:solidFill>
                  <a:srgbClr val="8E8E8E"/>
                </a:solidFill>
                <a:latin typeface="Twentieth Century"/>
                <a:ea typeface="Twentieth Century"/>
                <a:cs typeface="Twentieth Century"/>
                <a:sym typeface="Twentieth Century"/>
              </a:defRPr>
            </a:lvl2pPr>
            <a:lvl3pPr marL="0" marR="0" lvl="2" indent="0" algn="r" rtl="0">
              <a:lnSpc>
                <a:spcPct val="100000"/>
              </a:lnSpc>
              <a:spcBef>
                <a:spcPts val="0"/>
              </a:spcBef>
              <a:spcAft>
                <a:spcPts val="0"/>
              </a:spcAft>
              <a:buClr>
                <a:srgbClr val="8E8E8E"/>
              </a:buClr>
              <a:buSzPts val="1200"/>
              <a:buFont typeface="Twentieth Century"/>
              <a:buNone/>
              <a:defRPr sz="1200" b="0" i="0" u="none" strike="noStrike" cap="none">
                <a:solidFill>
                  <a:srgbClr val="8E8E8E"/>
                </a:solidFill>
                <a:latin typeface="Twentieth Century"/>
                <a:ea typeface="Twentieth Century"/>
                <a:cs typeface="Twentieth Century"/>
                <a:sym typeface="Twentieth Century"/>
              </a:defRPr>
            </a:lvl3pPr>
            <a:lvl4pPr marL="0" marR="0" lvl="3" indent="0" algn="r" rtl="0">
              <a:lnSpc>
                <a:spcPct val="100000"/>
              </a:lnSpc>
              <a:spcBef>
                <a:spcPts val="0"/>
              </a:spcBef>
              <a:spcAft>
                <a:spcPts val="0"/>
              </a:spcAft>
              <a:buClr>
                <a:srgbClr val="8E8E8E"/>
              </a:buClr>
              <a:buSzPts val="1200"/>
              <a:buFont typeface="Twentieth Century"/>
              <a:buNone/>
              <a:defRPr sz="1200" b="0" i="0" u="none" strike="noStrike" cap="none">
                <a:solidFill>
                  <a:srgbClr val="8E8E8E"/>
                </a:solidFill>
                <a:latin typeface="Twentieth Century"/>
                <a:ea typeface="Twentieth Century"/>
                <a:cs typeface="Twentieth Century"/>
                <a:sym typeface="Twentieth Century"/>
              </a:defRPr>
            </a:lvl4pPr>
            <a:lvl5pPr marL="0" marR="0" lvl="4" indent="0" algn="r" rtl="0">
              <a:lnSpc>
                <a:spcPct val="100000"/>
              </a:lnSpc>
              <a:spcBef>
                <a:spcPts val="0"/>
              </a:spcBef>
              <a:spcAft>
                <a:spcPts val="0"/>
              </a:spcAft>
              <a:buClr>
                <a:srgbClr val="8E8E8E"/>
              </a:buClr>
              <a:buSzPts val="1200"/>
              <a:buFont typeface="Twentieth Century"/>
              <a:buNone/>
              <a:defRPr sz="1200" b="0" i="0" u="none" strike="noStrike" cap="none">
                <a:solidFill>
                  <a:srgbClr val="8E8E8E"/>
                </a:solidFill>
                <a:latin typeface="Twentieth Century"/>
                <a:ea typeface="Twentieth Century"/>
                <a:cs typeface="Twentieth Century"/>
                <a:sym typeface="Twentieth Century"/>
              </a:defRPr>
            </a:lvl5pPr>
            <a:lvl6pPr marL="0" marR="0" lvl="5" indent="0" algn="r" rtl="0">
              <a:lnSpc>
                <a:spcPct val="100000"/>
              </a:lnSpc>
              <a:spcBef>
                <a:spcPts val="0"/>
              </a:spcBef>
              <a:spcAft>
                <a:spcPts val="0"/>
              </a:spcAft>
              <a:buClr>
                <a:srgbClr val="8E8E8E"/>
              </a:buClr>
              <a:buSzPts val="1200"/>
              <a:buFont typeface="Twentieth Century"/>
              <a:buNone/>
              <a:defRPr sz="1200" b="0" i="0" u="none" strike="noStrike" cap="none">
                <a:solidFill>
                  <a:srgbClr val="8E8E8E"/>
                </a:solidFill>
                <a:latin typeface="Twentieth Century"/>
                <a:ea typeface="Twentieth Century"/>
                <a:cs typeface="Twentieth Century"/>
                <a:sym typeface="Twentieth Century"/>
              </a:defRPr>
            </a:lvl6pPr>
            <a:lvl7pPr marL="0" marR="0" lvl="6" indent="0" algn="r" rtl="0">
              <a:lnSpc>
                <a:spcPct val="100000"/>
              </a:lnSpc>
              <a:spcBef>
                <a:spcPts val="0"/>
              </a:spcBef>
              <a:spcAft>
                <a:spcPts val="0"/>
              </a:spcAft>
              <a:buClr>
                <a:srgbClr val="8E8E8E"/>
              </a:buClr>
              <a:buSzPts val="1200"/>
              <a:buFont typeface="Twentieth Century"/>
              <a:buNone/>
              <a:defRPr sz="1200" b="0" i="0" u="none" strike="noStrike" cap="none">
                <a:solidFill>
                  <a:srgbClr val="8E8E8E"/>
                </a:solidFill>
                <a:latin typeface="Twentieth Century"/>
                <a:ea typeface="Twentieth Century"/>
                <a:cs typeface="Twentieth Century"/>
                <a:sym typeface="Twentieth Century"/>
              </a:defRPr>
            </a:lvl7pPr>
            <a:lvl8pPr marL="0" marR="0" lvl="7" indent="0" algn="r" rtl="0">
              <a:lnSpc>
                <a:spcPct val="100000"/>
              </a:lnSpc>
              <a:spcBef>
                <a:spcPts val="0"/>
              </a:spcBef>
              <a:spcAft>
                <a:spcPts val="0"/>
              </a:spcAft>
              <a:buClr>
                <a:srgbClr val="8E8E8E"/>
              </a:buClr>
              <a:buSzPts val="1200"/>
              <a:buFont typeface="Twentieth Century"/>
              <a:buNone/>
              <a:defRPr sz="1200" b="0" i="0" u="none" strike="noStrike" cap="none">
                <a:solidFill>
                  <a:srgbClr val="8E8E8E"/>
                </a:solidFill>
                <a:latin typeface="Twentieth Century"/>
                <a:ea typeface="Twentieth Century"/>
                <a:cs typeface="Twentieth Century"/>
                <a:sym typeface="Twentieth Century"/>
              </a:defRPr>
            </a:lvl8pPr>
            <a:lvl9pPr marL="0" marR="0" lvl="8" indent="0" algn="r" rtl="0">
              <a:lnSpc>
                <a:spcPct val="100000"/>
              </a:lnSpc>
              <a:spcBef>
                <a:spcPts val="0"/>
              </a:spcBef>
              <a:spcAft>
                <a:spcPts val="0"/>
              </a:spcAft>
              <a:buClr>
                <a:srgbClr val="8E8E8E"/>
              </a:buClr>
              <a:buSzPts val="1200"/>
              <a:buFont typeface="Twentieth Century"/>
              <a:buNone/>
              <a:defRPr sz="1200" b="0" i="0" u="none" strike="noStrike" cap="none">
                <a:solidFill>
                  <a:srgbClr val="8E8E8E"/>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grpSp>
        <p:nvGrpSpPr>
          <p:cNvPr id="15" name="Google Shape;15;p24"/>
          <p:cNvGrpSpPr/>
          <p:nvPr/>
        </p:nvGrpSpPr>
        <p:grpSpPr>
          <a:xfrm>
            <a:off x="98180" y="96425"/>
            <a:ext cx="1971606" cy="729735"/>
            <a:chOff x="648649" y="653143"/>
            <a:chExt cx="2138362" cy="791455"/>
          </a:xfrm>
        </p:grpSpPr>
        <p:sp>
          <p:nvSpPr>
            <p:cNvPr id="16" name="Google Shape;16;p24"/>
            <p:cNvSpPr/>
            <p:nvPr/>
          </p:nvSpPr>
          <p:spPr>
            <a:xfrm>
              <a:off x="648649" y="653143"/>
              <a:ext cx="2138362" cy="791455"/>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wentieth Century"/>
                <a:ea typeface="Twentieth Century"/>
                <a:cs typeface="Twentieth Century"/>
                <a:sym typeface="Twentieth Century"/>
              </a:endParaRPr>
            </a:p>
          </p:txBody>
        </p:sp>
        <p:pic>
          <p:nvPicPr>
            <p:cNvPr id="17" name="Google Shape;17;p24"/>
            <p:cNvPicPr preferRelativeResize="0"/>
            <p:nvPr/>
          </p:nvPicPr>
          <p:blipFill rotWithShape="1">
            <a:blip r:embed="rId30">
              <a:alphaModFix/>
            </a:blip>
            <a:srcRect t="16017" b="18101"/>
            <a:stretch/>
          </p:blipFill>
          <p:spPr>
            <a:xfrm>
              <a:off x="702844" y="653143"/>
              <a:ext cx="2029972" cy="753035"/>
            </a:xfrm>
            <a:prstGeom prst="rect">
              <a:avLst/>
            </a:prstGeom>
            <a:noFill/>
            <a:ln>
              <a:noFill/>
            </a:ln>
          </p:spPr>
        </p:pic>
      </p:gr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 id="2147483671" r:id="rId22"/>
    <p:sldLayoutId id="2147483672" r:id="rId23"/>
    <p:sldLayoutId id="2147483673" r:id="rId24"/>
    <p:sldLayoutId id="2147483674" r:id="rId25"/>
    <p:sldLayoutId id="2147483675" r:id="rId26"/>
    <p:sldLayoutId id="2147483676" r:id="rId27"/>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1"/>
          <p:cNvSpPr txBox="1">
            <a:spLocks noGrp="1"/>
          </p:cNvSpPr>
          <p:nvPr>
            <p:ph type="title"/>
          </p:nvPr>
        </p:nvSpPr>
        <p:spPr>
          <a:xfrm>
            <a:off x="588970" y="1773946"/>
            <a:ext cx="6869665" cy="202410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5400"/>
              <a:buFont typeface="Twentieth Century"/>
              <a:buNone/>
            </a:pPr>
            <a:r>
              <a:rPr lang="en-US">
                <a:latin typeface="Twentieth Century"/>
                <a:ea typeface="Twentieth Century"/>
                <a:cs typeface="Twentieth Century"/>
                <a:sym typeface="Twentieth Century"/>
              </a:rPr>
              <a:t>Machine</a:t>
            </a:r>
            <a:br>
              <a:rPr lang="en-US">
                <a:latin typeface="Twentieth Century"/>
                <a:ea typeface="Twentieth Century"/>
                <a:cs typeface="Twentieth Century"/>
                <a:sym typeface="Twentieth Century"/>
              </a:rPr>
            </a:br>
            <a:r>
              <a:rPr lang="en-US">
                <a:latin typeface="Twentieth Century"/>
                <a:ea typeface="Twentieth Century"/>
                <a:cs typeface="Twentieth Century"/>
                <a:sym typeface="Twentieth Century"/>
              </a:rPr>
              <a:t>Learning</a:t>
            </a:r>
            <a:endParaRPr i="1">
              <a:latin typeface="Twentieth Century"/>
              <a:ea typeface="Twentieth Century"/>
              <a:cs typeface="Twentieth Century"/>
              <a:sym typeface="Twentieth Century"/>
            </a:endParaRPr>
          </a:p>
        </p:txBody>
      </p:sp>
      <p:sp>
        <p:nvSpPr>
          <p:cNvPr id="256" name="Google Shape;256;p1"/>
          <p:cNvSpPr txBox="1">
            <a:spLocks noGrp="1"/>
          </p:cNvSpPr>
          <p:nvPr>
            <p:ph type="body" idx="1"/>
          </p:nvPr>
        </p:nvSpPr>
        <p:spPr>
          <a:xfrm>
            <a:off x="588970" y="4703142"/>
            <a:ext cx="6385335" cy="121217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2400"/>
              <a:buNone/>
            </a:pPr>
            <a:r>
              <a:rPr lang="en-US">
                <a:latin typeface="Twentieth Century"/>
                <a:ea typeface="Twentieth Century"/>
                <a:cs typeface="Twentieth Century"/>
                <a:sym typeface="Twentieth Century"/>
              </a:rPr>
              <a:t>Supervised Learning vs Unsupervised Learning</a:t>
            </a:r>
            <a:endParaRPr i="1">
              <a:latin typeface="Twentieth Century"/>
              <a:ea typeface="Twentieth Century"/>
              <a:cs typeface="Twentieth Century"/>
              <a:sym typeface="Twentieth Century"/>
            </a:endParaRPr>
          </a:p>
        </p:txBody>
      </p:sp>
      <p:sp>
        <p:nvSpPr>
          <p:cNvPr id="257" name="Google Shape;257;p1"/>
          <p:cNvSpPr txBox="1">
            <a:spLocks noGrp="1"/>
          </p:cNvSpPr>
          <p:nvPr>
            <p:ph type="body" idx="3"/>
          </p:nvPr>
        </p:nvSpPr>
        <p:spPr>
          <a:xfrm>
            <a:off x="588970" y="4198087"/>
            <a:ext cx="3642135" cy="425950"/>
          </a:xfrm>
          <a:prstGeom prst="rect">
            <a:avLst/>
          </a:prstGeom>
          <a:noFill/>
          <a:ln>
            <a:noFill/>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FFC000"/>
              </a:buClr>
              <a:buSzPts val="2800"/>
              <a:buNone/>
            </a:pPr>
            <a:r>
              <a:rPr lang="en-US"/>
              <a:t>Sesi 2</a:t>
            </a:r>
            <a:endParaRPr/>
          </a:p>
        </p:txBody>
      </p:sp>
      <p:sp>
        <p:nvSpPr>
          <p:cNvPr id="258" name="Google Shape;258;p1"/>
          <p:cNvSpPr txBox="1">
            <a:spLocks noGrp="1"/>
          </p:cNvSpPr>
          <p:nvPr>
            <p:ph type="body" idx="4"/>
          </p:nvPr>
        </p:nvSpPr>
        <p:spPr>
          <a:xfrm>
            <a:off x="588969" y="1268891"/>
            <a:ext cx="3642135" cy="425950"/>
          </a:xfrm>
          <a:prstGeom prst="rect">
            <a:avLst/>
          </a:prstGeom>
          <a:noFill/>
          <a:ln>
            <a:noFill/>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FFC000"/>
              </a:buClr>
              <a:buSzPts val="2800"/>
              <a:buNone/>
            </a:pPr>
            <a:r>
              <a:rPr lang="en-US"/>
              <a:t>CIE407</a:t>
            </a:r>
            <a:endParaRPr/>
          </a:p>
        </p:txBody>
      </p:sp>
      <p:pic>
        <p:nvPicPr>
          <p:cNvPr id="259" name="Google Shape;259;p1"/>
          <p:cNvPicPr preferRelativeResize="0">
            <a:picLocks noGrp="1"/>
          </p:cNvPicPr>
          <p:nvPr>
            <p:ph type="pic" idx="2"/>
          </p:nvPr>
        </p:nvPicPr>
        <p:blipFill rotWithShape="1">
          <a:blip r:embed="rId3">
            <a:alphaModFix/>
          </a:blip>
          <a:srcRect l="26635" r="26636"/>
          <a:stretch/>
        </p:blipFill>
        <p:spPr>
          <a:xfrm flipH="1">
            <a:off x="7384744" y="0"/>
            <a:ext cx="4807256" cy="6858000"/>
          </a:xfrm>
          <a:prstGeom prst="flowChartDelay">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4"/>
          </p:nvPr>
        </p:nvSpPr>
        <p:spPr>
          <a:xfrm>
            <a:off x="5154979" y="2248625"/>
            <a:ext cx="6198821" cy="406777"/>
          </a:xfrm>
        </p:spPr>
        <p:txBody>
          <a:bodyPr>
            <a:normAutofit fontScale="77500" lnSpcReduction="20000"/>
          </a:bodyPr>
          <a:lstStyle/>
          <a:p>
            <a:r>
              <a:rPr lang="en-US" dirty="0"/>
              <a:t>Dr. Rahmat Budiarsa, </a:t>
            </a:r>
            <a:r>
              <a:rPr lang="en-US" dirty="0" err="1"/>
              <a:t>S.Kom</a:t>
            </a:r>
            <a:r>
              <a:rPr lang="en-US" dirty="0"/>
              <a:t>.</a:t>
            </a:r>
          </a:p>
          <a:p>
            <a:endParaRPr lang="en-US" dirty="0"/>
          </a:p>
          <a:p>
            <a:endParaRPr lang="en-US" dirty="0"/>
          </a:p>
        </p:txBody>
      </p:sp>
      <p:sp>
        <p:nvSpPr>
          <p:cNvPr id="10" name="Text Placeholder 9">
            <a:extLst>
              <a:ext uri="{FF2B5EF4-FFF2-40B4-BE49-F238E27FC236}">
                <a16:creationId xmlns:a16="http://schemas.microsoft.com/office/drawing/2014/main" id="{AD49BF15-A3C7-8807-54BE-DD9F243DEA0D}"/>
              </a:ext>
            </a:extLst>
          </p:cNvPr>
          <p:cNvSpPr>
            <a:spLocks noGrp="1"/>
          </p:cNvSpPr>
          <p:nvPr>
            <p:ph type="body" sz="quarter" idx="16"/>
          </p:nvPr>
        </p:nvSpPr>
        <p:spPr/>
        <p:txBody>
          <a:bodyPr>
            <a:normAutofit fontScale="77500" lnSpcReduction="20000"/>
          </a:bodyPr>
          <a:lstStyle/>
          <a:p>
            <a:r>
              <a:rPr lang="en-ID"/>
              <a:t>rahmat.budiarsa@esaunggul.ac.id</a:t>
            </a:r>
          </a:p>
          <a:p>
            <a:endParaRPr lang="en-ID" dirty="0"/>
          </a:p>
        </p:txBody>
      </p:sp>
      <p:sp>
        <p:nvSpPr>
          <p:cNvPr id="12" name="Text Placeholder 11">
            <a:extLst>
              <a:ext uri="{FF2B5EF4-FFF2-40B4-BE49-F238E27FC236}">
                <a16:creationId xmlns:a16="http://schemas.microsoft.com/office/drawing/2014/main" id="{855CCF90-E809-9E7D-836F-C4D3D4F3AFC9}"/>
              </a:ext>
            </a:extLst>
          </p:cNvPr>
          <p:cNvSpPr>
            <a:spLocks noGrp="1"/>
          </p:cNvSpPr>
          <p:nvPr>
            <p:ph type="body" sz="quarter" idx="15"/>
          </p:nvPr>
        </p:nvSpPr>
        <p:spPr/>
        <p:txBody>
          <a:bodyPr>
            <a:normAutofit fontScale="77500" lnSpcReduction="20000"/>
          </a:bodyPr>
          <a:lstStyle/>
          <a:p>
            <a:r>
              <a:rPr lang="en-ID" dirty="0"/>
              <a:t>8482</a:t>
            </a:r>
          </a:p>
          <a:p>
            <a:endParaRPr lang="en-ID" dirty="0"/>
          </a:p>
        </p:txBody>
      </p:sp>
      <p:pic>
        <p:nvPicPr>
          <p:cNvPr id="26" name="Picture Placeholder 25" descr="A person in a suit and tie&#10;&#10;AI-generated content may be incorrect.">
            <a:extLst>
              <a:ext uri="{FF2B5EF4-FFF2-40B4-BE49-F238E27FC236}">
                <a16:creationId xmlns:a16="http://schemas.microsoft.com/office/drawing/2014/main" id="{DE1D53B0-E00D-EA8D-1E4A-F8F7FAC420BB}"/>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2008" b="2008"/>
          <a:stretch>
            <a:fillRect/>
          </a:stretch>
        </p:blipFill>
        <p:spPr/>
      </p:pic>
    </p:spTree>
    <p:extLst>
      <p:ext uri="{BB962C8B-B14F-4D97-AF65-F5344CB8AC3E}">
        <p14:creationId xmlns:p14="http://schemas.microsoft.com/office/powerpoint/2010/main" val="1110284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3"/>
          <p:cNvSpPr txBox="1">
            <a:spLocks noGrp="1"/>
          </p:cNvSpPr>
          <p:nvPr>
            <p:ph type="body" idx="1"/>
          </p:nvPr>
        </p:nvSpPr>
        <p:spPr>
          <a:xfrm>
            <a:off x="801277" y="2394950"/>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83866"/>
              </a:buClr>
              <a:buSzPts val="1600"/>
              <a:buNone/>
            </a:pPr>
            <a:r>
              <a:rPr lang="en-US"/>
              <a:t>Pengenalan Machine Learning</a:t>
            </a:r>
            <a:endParaRPr/>
          </a:p>
        </p:txBody>
      </p:sp>
      <p:sp>
        <p:nvSpPr>
          <p:cNvPr id="273" name="Google Shape;273;p3"/>
          <p:cNvSpPr txBox="1">
            <a:spLocks noGrp="1"/>
          </p:cNvSpPr>
          <p:nvPr>
            <p:ph type="body" idx="2"/>
          </p:nvPr>
        </p:nvSpPr>
        <p:spPr>
          <a:xfrm>
            <a:off x="3593182" y="2394950"/>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83866"/>
              </a:buClr>
              <a:buSzPts val="1600"/>
              <a:buNone/>
            </a:pPr>
            <a:r>
              <a:rPr lang="en-US" b="1"/>
              <a:t>Supervised Learning vs Unsupervised Learning</a:t>
            </a:r>
            <a:endParaRPr/>
          </a:p>
        </p:txBody>
      </p:sp>
      <p:sp>
        <p:nvSpPr>
          <p:cNvPr id="274" name="Google Shape;274;p3"/>
          <p:cNvSpPr txBox="1">
            <a:spLocks noGrp="1"/>
          </p:cNvSpPr>
          <p:nvPr>
            <p:ph type="body" idx="3"/>
          </p:nvPr>
        </p:nvSpPr>
        <p:spPr>
          <a:xfrm>
            <a:off x="6387656" y="2394950"/>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83866"/>
              </a:buClr>
              <a:buSzPts val="1600"/>
              <a:buNone/>
            </a:pPr>
            <a:r>
              <a:rPr lang="en-US"/>
              <a:t>Algoritma Supervised Learning</a:t>
            </a:r>
            <a:endParaRPr/>
          </a:p>
        </p:txBody>
      </p:sp>
      <p:sp>
        <p:nvSpPr>
          <p:cNvPr id="275" name="Google Shape;275;p3"/>
          <p:cNvSpPr txBox="1">
            <a:spLocks noGrp="1"/>
          </p:cNvSpPr>
          <p:nvPr>
            <p:ph type="body" idx="4"/>
          </p:nvPr>
        </p:nvSpPr>
        <p:spPr>
          <a:xfrm>
            <a:off x="9179561" y="2394950"/>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83866"/>
              </a:buClr>
              <a:buSzPts val="1600"/>
              <a:buNone/>
            </a:pPr>
            <a:r>
              <a:rPr lang="en-US"/>
              <a:t>Algoritma Unsupervised Learning</a:t>
            </a:r>
            <a:endParaRPr/>
          </a:p>
        </p:txBody>
      </p:sp>
      <p:sp>
        <p:nvSpPr>
          <p:cNvPr id="276" name="Google Shape;276;p3"/>
          <p:cNvSpPr txBox="1">
            <a:spLocks noGrp="1"/>
          </p:cNvSpPr>
          <p:nvPr>
            <p:ph type="body" idx="5"/>
          </p:nvPr>
        </p:nvSpPr>
        <p:spPr>
          <a:xfrm>
            <a:off x="801277" y="4266643"/>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83866"/>
              </a:buClr>
              <a:buSzPts val="1600"/>
              <a:buNone/>
            </a:pPr>
            <a:r>
              <a:rPr lang="en-US"/>
              <a:t>Supervised Learning: Classification dan Regresi</a:t>
            </a:r>
            <a:endParaRPr/>
          </a:p>
        </p:txBody>
      </p:sp>
      <p:sp>
        <p:nvSpPr>
          <p:cNvPr id="277" name="Google Shape;277;p3"/>
          <p:cNvSpPr txBox="1">
            <a:spLocks noGrp="1"/>
          </p:cNvSpPr>
          <p:nvPr>
            <p:ph type="body" idx="6"/>
          </p:nvPr>
        </p:nvSpPr>
        <p:spPr>
          <a:xfrm>
            <a:off x="3593182" y="4266643"/>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83866"/>
              </a:buClr>
              <a:buSzPts val="1600"/>
              <a:buNone/>
            </a:pPr>
            <a:r>
              <a:rPr lang="en-US"/>
              <a:t>Supervised Learning: Decision Tree (DT)</a:t>
            </a:r>
            <a:endParaRPr/>
          </a:p>
        </p:txBody>
      </p:sp>
      <p:sp>
        <p:nvSpPr>
          <p:cNvPr id="278" name="Google Shape;278;p3"/>
          <p:cNvSpPr txBox="1">
            <a:spLocks noGrp="1"/>
          </p:cNvSpPr>
          <p:nvPr>
            <p:ph type="body" idx="7"/>
          </p:nvPr>
        </p:nvSpPr>
        <p:spPr>
          <a:xfrm>
            <a:off x="6387656" y="4266643"/>
            <a:ext cx="2243579" cy="932713"/>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90000"/>
              </a:lnSpc>
              <a:spcBef>
                <a:spcPts val="0"/>
              </a:spcBef>
              <a:spcAft>
                <a:spcPts val="0"/>
              </a:spcAft>
              <a:buClr>
                <a:srgbClr val="083866"/>
              </a:buClr>
              <a:buSzPts val="1600"/>
              <a:buNone/>
            </a:pPr>
            <a:r>
              <a:rPr lang="en-US"/>
              <a:t>Supervised Machine Learning Algorithm: Support Vector Machine (SVM)</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4"/>
          <p:cNvSpPr txBox="1">
            <a:spLocks noGrp="1"/>
          </p:cNvSpPr>
          <p:nvPr>
            <p:ph type="body" idx="1"/>
          </p:nvPr>
        </p:nvSpPr>
        <p:spPr>
          <a:xfrm>
            <a:off x="801277" y="2394950"/>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83866"/>
              </a:buClr>
              <a:buSzPts val="1600"/>
              <a:buNone/>
            </a:pPr>
            <a:r>
              <a:rPr lang="en-US"/>
              <a:t>Supervised Learning: Neural Network (Deep Learning)</a:t>
            </a:r>
            <a:endParaRPr/>
          </a:p>
        </p:txBody>
      </p:sp>
      <p:sp>
        <p:nvSpPr>
          <p:cNvPr id="284" name="Google Shape;284;p4"/>
          <p:cNvSpPr txBox="1">
            <a:spLocks noGrp="1"/>
          </p:cNvSpPr>
          <p:nvPr>
            <p:ph type="body" idx="2"/>
          </p:nvPr>
        </p:nvSpPr>
        <p:spPr>
          <a:xfrm>
            <a:off x="3593182" y="2394950"/>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83866"/>
              </a:buClr>
              <a:buSzPts val="1600"/>
              <a:buNone/>
            </a:pPr>
            <a:r>
              <a:rPr lang="en-US"/>
              <a:t>Supervised Learning: K-Nearest Neighbor</a:t>
            </a:r>
            <a:endParaRPr/>
          </a:p>
        </p:txBody>
      </p:sp>
      <p:sp>
        <p:nvSpPr>
          <p:cNvPr id="285" name="Google Shape;285;p4"/>
          <p:cNvSpPr txBox="1">
            <a:spLocks noGrp="1"/>
          </p:cNvSpPr>
          <p:nvPr>
            <p:ph type="body" idx="3"/>
          </p:nvPr>
        </p:nvSpPr>
        <p:spPr>
          <a:xfrm>
            <a:off x="6387656" y="2394950"/>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83866"/>
              </a:buClr>
              <a:buSzPts val="1600"/>
              <a:buNone/>
            </a:pPr>
            <a:r>
              <a:rPr lang="en-US"/>
              <a:t>Unsupervised Learning: Clustering</a:t>
            </a:r>
            <a:endParaRPr/>
          </a:p>
        </p:txBody>
      </p:sp>
      <p:sp>
        <p:nvSpPr>
          <p:cNvPr id="286" name="Google Shape;286;p4"/>
          <p:cNvSpPr txBox="1">
            <a:spLocks noGrp="1"/>
          </p:cNvSpPr>
          <p:nvPr>
            <p:ph type="body" idx="4"/>
          </p:nvPr>
        </p:nvSpPr>
        <p:spPr>
          <a:xfrm>
            <a:off x="9179561" y="2394950"/>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83866"/>
              </a:buClr>
              <a:buSzPts val="1600"/>
              <a:buNone/>
            </a:pPr>
            <a:r>
              <a:rPr lang="en-US"/>
              <a:t>Unsupervised Learning: Principal Component Analysis</a:t>
            </a:r>
            <a:endParaRPr/>
          </a:p>
        </p:txBody>
      </p:sp>
      <p:sp>
        <p:nvSpPr>
          <p:cNvPr id="287" name="Google Shape;287;p4"/>
          <p:cNvSpPr txBox="1">
            <a:spLocks noGrp="1"/>
          </p:cNvSpPr>
          <p:nvPr>
            <p:ph type="body" idx="5"/>
          </p:nvPr>
        </p:nvSpPr>
        <p:spPr>
          <a:xfrm>
            <a:off x="801277" y="4266643"/>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83866"/>
              </a:buClr>
              <a:buSzPts val="1600"/>
              <a:buNone/>
            </a:pPr>
            <a:r>
              <a:rPr lang="en-US"/>
              <a:t>Fitur Representasi dan Rekayasa Data</a:t>
            </a:r>
            <a:endParaRPr/>
          </a:p>
        </p:txBody>
      </p:sp>
      <p:sp>
        <p:nvSpPr>
          <p:cNvPr id="288" name="Google Shape;288;p4"/>
          <p:cNvSpPr txBox="1">
            <a:spLocks noGrp="1"/>
          </p:cNvSpPr>
          <p:nvPr>
            <p:ph type="body" idx="6"/>
          </p:nvPr>
        </p:nvSpPr>
        <p:spPr>
          <a:xfrm>
            <a:off x="3593182" y="4266643"/>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83866"/>
              </a:buClr>
              <a:buSzPts val="1600"/>
              <a:buNone/>
            </a:pPr>
            <a:r>
              <a:rPr lang="en-US"/>
              <a:t>Evaluasi dan Perbaikan Model</a:t>
            </a:r>
            <a:endParaRPr/>
          </a:p>
        </p:txBody>
      </p:sp>
      <p:sp>
        <p:nvSpPr>
          <p:cNvPr id="289" name="Google Shape;289;p4"/>
          <p:cNvSpPr txBox="1">
            <a:spLocks noGrp="1"/>
          </p:cNvSpPr>
          <p:nvPr>
            <p:ph type="body" idx="7"/>
          </p:nvPr>
        </p:nvSpPr>
        <p:spPr>
          <a:xfrm>
            <a:off x="6387656" y="4266643"/>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83866"/>
              </a:buClr>
              <a:buSzPts val="1600"/>
              <a:buNone/>
            </a:pPr>
            <a:r>
              <a:rPr lang="en-US"/>
              <a:t>Tantangan dalam Machine Learning</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5"/>
          <p:cNvSpPr txBox="1">
            <a:spLocks noGrp="1"/>
          </p:cNvSpPr>
          <p:nvPr>
            <p:ph type="body" idx="1"/>
          </p:nvPr>
        </p:nvSpPr>
        <p:spPr>
          <a:xfrm>
            <a:off x="838200" y="2139885"/>
            <a:ext cx="10515600" cy="3960664"/>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rgbClr val="031629"/>
              </a:buClr>
              <a:buSzPts val="2200"/>
              <a:buNone/>
            </a:pPr>
            <a:r>
              <a:rPr lang="en-US" b="1"/>
              <a:t>Setelah mempelajari materi pada sesi ini, diharapkan mahasiswa:</a:t>
            </a:r>
            <a:endParaRPr/>
          </a:p>
          <a:p>
            <a:pPr marL="342900" lvl="0" indent="-342900" algn="just" rtl="0">
              <a:lnSpc>
                <a:spcPct val="90000"/>
              </a:lnSpc>
              <a:spcBef>
                <a:spcPts val="1000"/>
              </a:spcBef>
              <a:spcAft>
                <a:spcPts val="0"/>
              </a:spcAft>
              <a:buClr>
                <a:srgbClr val="031629"/>
              </a:buClr>
              <a:buSzPts val="2200"/>
              <a:buFont typeface="Arial"/>
              <a:buChar char="•"/>
            </a:pPr>
            <a:r>
              <a:rPr lang="en-US"/>
              <a:t>Mampu membedakan antara supervised learning dengan unsupervised learning.</a:t>
            </a:r>
            <a:endParaRPr/>
          </a:p>
          <a:p>
            <a:pPr marL="342900" lvl="0" indent="-342900" algn="just" rtl="0">
              <a:lnSpc>
                <a:spcPct val="90000"/>
              </a:lnSpc>
              <a:spcBef>
                <a:spcPts val="1000"/>
              </a:spcBef>
              <a:spcAft>
                <a:spcPts val="0"/>
              </a:spcAft>
              <a:buClr>
                <a:srgbClr val="031629"/>
              </a:buClr>
              <a:buSzPts val="2200"/>
              <a:buFont typeface="Arial"/>
              <a:buChar char="•"/>
            </a:pPr>
            <a:r>
              <a:rPr lang="en-US"/>
              <a:t>Mampu menjelaskan cara kerja supervised learning dan unsupervised learning.</a:t>
            </a:r>
            <a:endParaRPr/>
          </a:p>
          <a:p>
            <a:pPr marL="342900" lvl="0" indent="-342900" algn="just" rtl="0">
              <a:lnSpc>
                <a:spcPct val="90000"/>
              </a:lnSpc>
              <a:spcBef>
                <a:spcPts val="1000"/>
              </a:spcBef>
              <a:spcAft>
                <a:spcPts val="0"/>
              </a:spcAft>
              <a:buClr>
                <a:srgbClr val="031629"/>
              </a:buClr>
              <a:buSzPts val="2200"/>
              <a:buFont typeface="Arial"/>
              <a:buChar char="•"/>
            </a:pPr>
            <a:r>
              <a:rPr lang="en-US"/>
              <a:t>Mampu menguraikan permasalahan yang dapat diselesaikan oleh supervised learning dan unsupervised learning.</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6"/>
          <p:cNvSpPr txBox="1">
            <a:spLocks noGrp="1"/>
          </p:cNvSpPr>
          <p:nvPr>
            <p:ph type="ctrTitle"/>
          </p:nvPr>
        </p:nvSpPr>
        <p:spPr>
          <a:xfrm>
            <a:off x="5824603" y="2008988"/>
            <a:ext cx="5529197" cy="192064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E60AC"/>
              </a:buClr>
              <a:buSzPts val="5400"/>
              <a:buFont typeface="Twentieth Century"/>
              <a:buNone/>
            </a:pPr>
            <a:r>
              <a:rPr lang="en-US" sz="5400"/>
              <a:t>Supervised Learning </a:t>
            </a:r>
            <a:r>
              <a:rPr lang="en-US" sz="5400">
                <a:solidFill>
                  <a:schemeClr val="accent1"/>
                </a:solidFill>
              </a:rPr>
              <a:t>vs</a:t>
            </a:r>
            <a:r>
              <a:rPr lang="en-US" sz="5400"/>
              <a:t> Unsupervised Learning</a:t>
            </a:r>
            <a:endParaRPr/>
          </a:p>
        </p:txBody>
      </p:sp>
      <p:pic>
        <p:nvPicPr>
          <p:cNvPr id="300" name="Google Shape;300;p6"/>
          <p:cNvPicPr preferRelativeResize="0">
            <a:picLocks noGrp="1"/>
          </p:cNvPicPr>
          <p:nvPr>
            <p:ph type="pic" idx="2"/>
          </p:nvPr>
        </p:nvPicPr>
        <p:blipFill rotWithShape="1">
          <a:blip r:embed="rId3">
            <a:alphaModFix/>
          </a:blip>
          <a:srcRect l="19738" r="19739"/>
          <a:stretch/>
        </p:blipFill>
        <p:spPr>
          <a:xfrm>
            <a:off x="0" y="1001713"/>
            <a:ext cx="5316538" cy="5856287"/>
          </a:xfrm>
          <a:prstGeom prst="flowChartDelay">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7"/>
          <p:cNvSpPr/>
          <p:nvPr/>
        </p:nvSpPr>
        <p:spPr>
          <a:xfrm>
            <a:off x="4329113" y="0"/>
            <a:ext cx="2271712" cy="68580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pic>
        <p:nvPicPr>
          <p:cNvPr id="306" name="Google Shape;306;p7"/>
          <p:cNvPicPr preferRelativeResize="0">
            <a:picLocks noGrp="1"/>
          </p:cNvPicPr>
          <p:nvPr>
            <p:ph type="pic" idx="2"/>
          </p:nvPr>
        </p:nvPicPr>
        <p:blipFill rotWithShape="1">
          <a:blip r:embed="rId3">
            <a:alphaModFix/>
          </a:blip>
          <a:srcRect l="14628" r="14627"/>
          <a:stretch/>
        </p:blipFill>
        <p:spPr>
          <a:xfrm>
            <a:off x="6186488" y="1108075"/>
            <a:ext cx="5172075" cy="4800600"/>
          </a:xfrm>
          <a:prstGeom prst="rect">
            <a:avLst/>
          </a:prstGeom>
          <a:noFill/>
          <a:ln>
            <a:noFill/>
          </a:ln>
        </p:spPr>
      </p:pic>
      <p:sp>
        <p:nvSpPr>
          <p:cNvPr id="307" name="Google Shape;307;p7"/>
          <p:cNvSpPr txBox="1">
            <a:spLocks noGrp="1"/>
          </p:cNvSpPr>
          <p:nvPr>
            <p:ph type="title"/>
          </p:nvPr>
        </p:nvSpPr>
        <p:spPr>
          <a:xfrm>
            <a:off x="687780" y="1237621"/>
            <a:ext cx="5263315" cy="796874"/>
          </a:xfrm>
          <a:prstGeom prst="rect">
            <a:avLst/>
          </a:prstGeom>
          <a:noFill/>
          <a:ln>
            <a:noFill/>
          </a:ln>
        </p:spPr>
        <p:txBody>
          <a:bodyPr spcFirstLastPara="1" wrap="square" lIns="91425" tIns="45700" rIns="91425" bIns="45700" anchor="b" anchorCtr="0">
            <a:normAutofit fontScale="90000"/>
          </a:bodyPr>
          <a:lstStyle/>
          <a:p>
            <a:pPr marL="0" lvl="0" indent="0" algn="l" rtl="0">
              <a:lnSpc>
                <a:spcPct val="90000"/>
              </a:lnSpc>
              <a:spcBef>
                <a:spcPts val="0"/>
              </a:spcBef>
              <a:spcAft>
                <a:spcPts val="0"/>
              </a:spcAft>
              <a:buClr>
                <a:srgbClr val="FFC000"/>
              </a:buClr>
              <a:buSzPts val="3200"/>
              <a:buFont typeface="Twentieth Century"/>
              <a:buNone/>
            </a:pPr>
            <a:r>
              <a:rPr lang="en-US"/>
              <a:t>Apa Itu Supervised Learning?</a:t>
            </a:r>
            <a:endParaRPr/>
          </a:p>
        </p:txBody>
      </p:sp>
      <p:sp>
        <p:nvSpPr>
          <p:cNvPr id="308" name="Google Shape;308;p7"/>
          <p:cNvSpPr txBox="1">
            <a:spLocks noGrp="1"/>
          </p:cNvSpPr>
          <p:nvPr>
            <p:ph type="body" idx="1"/>
          </p:nvPr>
        </p:nvSpPr>
        <p:spPr>
          <a:xfrm>
            <a:off x="687781" y="2194202"/>
            <a:ext cx="5127232" cy="2400981"/>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2000"/>
              <a:buNone/>
            </a:pPr>
            <a:r>
              <a:rPr lang="en-US">
                <a:latin typeface="Twentieth Century"/>
                <a:ea typeface="Twentieth Century"/>
                <a:cs typeface="Twentieth Century"/>
                <a:sym typeface="Twentieth Century"/>
              </a:rPr>
              <a:t>Supervised Learning adalah suatu pendekatan dalam pembuatan AI. Disebut “supervised” karena dalam pendekatan ini, machine learning dilatih untuk mengenali pola antara input data dan label output.</a:t>
            </a:r>
            <a:endParaRPr/>
          </a:p>
          <a:p>
            <a:pPr marL="0" lvl="0" indent="0" algn="just" rtl="0">
              <a:lnSpc>
                <a:spcPct val="100000"/>
              </a:lnSpc>
              <a:spcBef>
                <a:spcPts val="0"/>
              </a:spcBef>
              <a:spcAft>
                <a:spcPts val="0"/>
              </a:spcAft>
              <a:buClr>
                <a:schemeClr val="lt1"/>
              </a:buClr>
              <a:buSzPts val="2000"/>
              <a:buNone/>
            </a:pPr>
            <a:r>
              <a:rPr lang="en-US">
                <a:latin typeface="Twentieth Century"/>
                <a:ea typeface="Twentieth Century"/>
                <a:cs typeface="Twentieth Century"/>
                <a:sym typeface="Twentieth Century"/>
              </a:rPr>
              <a:t/>
            </a:r>
            <a:br>
              <a:rPr lang="en-US">
                <a:latin typeface="Twentieth Century"/>
                <a:ea typeface="Twentieth Century"/>
                <a:cs typeface="Twentieth Century"/>
                <a:sym typeface="Twentieth Century"/>
              </a:rPr>
            </a:br>
            <a:r>
              <a:rPr lang="en-US">
                <a:latin typeface="Twentieth Century"/>
                <a:ea typeface="Twentieth Century"/>
                <a:cs typeface="Twentieth Century"/>
                <a:sym typeface="Twentieth Century"/>
              </a:rPr>
              <a:t>Supervised Learning  melibatkan proses pembelajaran dimana model melakukan prediksi atau mengkategorikan objek dengan pola yang belum jelas.</a:t>
            </a:r>
            <a:endParaRPr/>
          </a:p>
          <a:p>
            <a:pPr marL="0" lvl="0" indent="0" algn="just" rtl="0">
              <a:lnSpc>
                <a:spcPct val="100000"/>
              </a:lnSpc>
              <a:spcBef>
                <a:spcPts val="0"/>
              </a:spcBef>
              <a:spcAft>
                <a:spcPts val="0"/>
              </a:spcAft>
              <a:buClr>
                <a:schemeClr val="lt1"/>
              </a:buClr>
              <a:buSzPts val="2000"/>
              <a:buNone/>
            </a:pPr>
            <a:r>
              <a:rPr lang="en-US">
                <a:latin typeface="Twentieth Century"/>
                <a:ea typeface="Twentieth Century"/>
                <a:cs typeface="Twentieth Century"/>
                <a:sym typeface="Twentieth Century"/>
              </a:rPr>
              <a:t/>
            </a:r>
            <a:br>
              <a:rPr lang="en-US">
                <a:latin typeface="Twentieth Century"/>
                <a:ea typeface="Twentieth Century"/>
                <a:cs typeface="Twentieth Century"/>
                <a:sym typeface="Twentieth Century"/>
              </a:rPr>
            </a:br>
            <a:r>
              <a:rPr lang="en-US">
                <a:latin typeface="Twentieth Century"/>
                <a:ea typeface="Twentieth Century"/>
                <a:cs typeface="Twentieth Century"/>
                <a:sym typeface="Twentieth Century"/>
              </a:rPr>
              <a:t/>
            </a:r>
            <a:br>
              <a:rPr lang="en-US">
                <a:latin typeface="Twentieth Century"/>
                <a:ea typeface="Twentieth Century"/>
                <a:cs typeface="Twentieth Century"/>
                <a:sym typeface="Twentieth Century"/>
              </a:rPr>
            </a:br>
            <a:r>
              <a:rPr lang="en-US">
                <a:latin typeface="Twentieth Century"/>
                <a:ea typeface="Twentieth Century"/>
                <a:cs typeface="Twentieth Century"/>
                <a:sym typeface="Twentieth Century"/>
              </a:rPr>
              <a:t/>
            </a:r>
            <a:br>
              <a:rPr lang="en-US">
                <a:latin typeface="Twentieth Century"/>
                <a:ea typeface="Twentieth Century"/>
                <a:cs typeface="Twentieth Century"/>
                <a:sym typeface="Twentieth Century"/>
              </a:rPr>
            </a:br>
            <a:endParaRPr>
              <a:latin typeface="Twentieth Century"/>
              <a:ea typeface="Twentieth Century"/>
              <a:cs typeface="Twentieth Century"/>
              <a:sym typeface="Twentieth Century"/>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8"/>
          <p:cNvSpPr/>
          <p:nvPr/>
        </p:nvSpPr>
        <p:spPr>
          <a:xfrm>
            <a:off x="5918477" y="2102422"/>
            <a:ext cx="2535975" cy="539646"/>
          </a:xfrm>
          <a:prstGeom prst="roundRect">
            <a:avLst>
              <a:gd name="adj" fmla="val 16667"/>
            </a:avLst>
          </a:prstGeom>
          <a:solidFill>
            <a:srgbClr val="C0DFF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800" b="1">
                <a:solidFill>
                  <a:schemeClr val="dk1"/>
                </a:solidFill>
                <a:latin typeface="Twentieth Century"/>
                <a:ea typeface="Twentieth Century"/>
                <a:cs typeface="Twentieth Century"/>
                <a:sym typeface="Twentieth Century"/>
              </a:rPr>
              <a:t>1. Input Data</a:t>
            </a:r>
            <a:endParaRPr/>
          </a:p>
        </p:txBody>
      </p:sp>
      <p:pic>
        <p:nvPicPr>
          <p:cNvPr id="314" name="Google Shape;314;p8"/>
          <p:cNvPicPr preferRelativeResize="0">
            <a:picLocks noGrp="1"/>
          </p:cNvPicPr>
          <p:nvPr>
            <p:ph type="pic" idx="2"/>
          </p:nvPr>
        </p:nvPicPr>
        <p:blipFill rotWithShape="1">
          <a:blip r:embed="rId3">
            <a:alphaModFix/>
          </a:blip>
          <a:srcRect l="15245" r="15244"/>
          <a:stretch/>
        </p:blipFill>
        <p:spPr>
          <a:xfrm>
            <a:off x="569913" y="1100138"/>
            <a:ext cx="4887912" cy="5021262"/>
          </a:xfrm>
          <a:prstGeom prst="rect">
            <a:avLst/>
          </a:prstGeom>
          <a:noFill/>
          <a:ln>
            <a:noFill/>
          </a:ln>
        </p:spPr>
      </p:pic>
      <p:sp>
        <p:nvSpPr>
          <p:cNvPr id="315" name="Google Shape;315;p8"/>
          <p:cNvSpPr txBox="1">
            <a:spLocks noGrp="1"/>
          </p:cNvSpPr>
          <p:nvPr>
            <p:ph type="body" idx="1"/>
          </p:nvPr>
        </p:nvSpPr>
        <p:spPr>
          <a:xfrm>
            <a:off x="5918477" y="895715"/>
            <a:ext cx="5280565" cy="1143842"/>
          </a:xfrm>
          <a:prstGeom prst="rect">
            <a:avLst/>
          </a:prstGeom>
          <a:noFill/>
          <a:ln>
            <a:noFill/>
          </a:ln>
        </p:spPr>
        <p:txBody>
          <a:bodyPr spcFirstLastPara="1" wrap="square" lIns="91425" tIns="45700" rIns="91425" bIns="45700" anchor="t" anchorCtr="0">
            <a:normAutofit fontScale="85000" lnSpcReduction="10000"/>
          </a:bodyPr>
          <a:lstStyle/>
          <a:p>
            <a:pPr marL="0" lvl="0" indent="0" algn="just" rtl="0">
              <a:lnSpc>
                <a:spcPct val="100000"/>
              </a:lnSpc>
              <a:spcBef>
                <a:spcPts val="0"/>
              </a:spcBef>
              <a:spcAft>
                <a:spcPts val="0"/>
              </a:spcAft>
              <a:buClr>
                <a:schemeClr val="dk2"/>
              </a:buClr>
              <a:buSzPts val="3200"/>
              <a:buNone/>
            </a:pPr>
            <a:r>
              <a:rPr lang="en-US" sz="3200" b="1">
                <a:solidFill>
                  <a:schemeClr val="dk2"/>
                </a:solidFill>
                <a:latin typeface="Twentieth Century"/>
                <a:ea typeface="Twentieth Century"/>
                <a:cs typeface="Twentieth Century"/>
                <a:sym typeface="Twentieth Century"/>
              </a:rPr>
              <a:t>Terdapat 2 komponen dalam Supervised Learning:</a:t>
            </a:r>
            <a:endParaRPr/>
          </a:p>
        </p:txBody>
      </p:sp>
      <p:sp>
        <p:nvSpPr>
          <p:cNvPr id="316" name="Google Shape;316;p8"/>
          <p:cNvSpPr/>
          <p:nvPr/>
        </p:nvSpPr>
        <p:spPr>
          <a:xfrm>
            <a:off x="5918476" y="2812717"/>
            <a:ext cx="2535975" cy="539646"/>
          </a:xfrm>
          <a:prstGeom prst="roundRect">
            <a:avLst>
              <a:gd name="adj" fmla="val 16667"/>
            </a:avLst>
          </a:prstGeom>
          <a:solidFill>
            <a:srgbClr val="C0DFF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800" b="1">
                <a:solidFill>
                  <a:schemeClr val="dk1"/>
                </a:solidFill>
                <a:latin typeface="Twentieth Century"/>
                <a:ea typeface="Twentieth Century"/>
                <a:cs typeface="Twentieth Century"/>
                <a:sym typeface="Twentieth Century"/>
              </a:rPr>
              <a:t>2. Output Label</a:t>
            </a:r>
            <a:endParaRPr/>
          </a:p>
        </p:txBody>
      </p:sp>
      <p:sp>
        <p:nvSpPr>
          <p:cNvPr id="317" name="Google Shape;317;p8"/>
          <p:cNvSpPr/>
          <p:nvPr/>
        </p:nvSpPr>
        <p:spPr>
          <a:xfrm>
            <a:off x="5918476" y="3523012"/>
            <a:ext cx="5399098" cy="110799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200" b="1">
                <a:solidFill>
                  <a:schemeClr val="dk1"/>
                </a:solidFill>
                <a:latin typeface="Twentieth Century"/>
                <a:ea typeface="Twentieth Century"/>
                <a:cs typeface="Twentieth Century"/>
                <a:sym typeface="Twentieth Century"/>
              </a:rPr>
              <a:t>Label data tdd: </a:t>
            </a:r>
            <a:r>
              <a:rPr lang="en-US" sz="2200">
                <a:solidFill>
                  <a:schemeClr val="dk1"/>
                </a:solidFill>
                <a:latin typeface="Twentieth Century"/>
                <a:ea typeface="Twentieth Century"/>
                <a:cs typeface="Twentieth Century"/>
                <a:sym typeface="Twentieth Century"/>
              </a:rPr>
              <a:t>input features </a:t>
            </a:r>
            <a:r>
              <a:rPr lang="en-US" sz="2200" b="1">
                <a:solidFill>
                  <a:schemeClr val="dk1"/>
                </a:solidFill>
                <a:latin typeface="Twentieth Century"/>
                <a:ea typeface="Twentieth Century"/>
                <a:cs typeface="Twentieth Century"/>
                <a:sym typeface="Twentieth Century"/>
              </a:rPr>
              <a:t>(independent </a:t>
            </a:r>
            <a:r>
              <a:rPr lang="en-US" sz="2200" b="1">
                <a:solidFill>
                  <a:srgbClr val="2D3748"/>
                </a:solidFill>
                <a:latin typeface="Twentieth Century"/>
                <a:ea typeface="Twentieth Century"/>
                <a:cs typeface="Twentieth Century"/>
                <a:sym typeface="Twentieth Century"/>
              </a:rPr>
              <a:t>variables/predictors)</a:t>
            </a:r>
            <a:r>
              <a:rPr lang="en-US" sz="2200">
                <a:solidFill>
                  <a:srgbClr val="2D3748"/>
                </a:solidFill>
                <a:latin typeface="Twentieth Century"/>
                <a:ea typeface="Twentieth Century"/>
                <a:cs typeface="Twentieth Century"/>
                <a:sym typeface="Twentieth Century"/>
              </a:rPr>
              <a:t> corresponding output labels </a:t>
            </a:r>
            <a:r>
              <a:rPr lang="en-US" sz="2200" b="1">
                <a:solidFill>
                  <a:srgbClr val="2D3748"/>
                </a:solidFill>
                <a:latin typeface="Twentieth Century"/>
                <a:ea typeface="Twentieth Century"/>
                <a:cs typeface="Twentieth Century"/>
                <a:sym typeface="Twentieth Century"/>
              </a:rPr>
              <a:t>(dependent variables or targets)</a:t>
            </a:r>
            <a:r>
              <a:rPr lang="en-US" sz="2200">
                <a:solidFill>
                  <a:srgbClr val="2D3748"/>
                </a:solidFill>
                <a:latin typeface="Twentieth Century"/>
                <a:ea typeface="Twentieth Century"/>
                <a:cs typeface="Twentieth Century"/>
                <a:sym typeface="Twentieth Century"/>
              </a:rPr>
              <a:t>.</a:t>
            </a:r>
            <a:r>
              <a:rPr lang="en-US" sz="2200">
                <a:solidFill>
                  <a:schemeClr val="dk1"/>
                </a:solidFill>
                <a:latin typeface="Twentieth Century"/>
                <a:ea typeface="Twentieth Century"/>
                <a:cs typeface="Twentieth Century"/>
                <a:sym typeface="Twentieth Century"/>
              </a:rPr>
              <a:t> </a:t>
            </a:r>
            <a:endParaRPr/>
          </a:p>
        </p:txBody>
      </p:sp>
      <p:sp>
        <p:nvSpPr>
          <p:cNvPr id="318" name="Google Shape;318;p8"/>
          <p:cNvSpPr/>
          <p:nvPr/>
        </p:nvSpPr>
        <p:spPr>
          <a:xfrm>
            <a:off x="5918476" y="4800874"/>
            <a:ext cx="5399098" cy="144655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200" b="1">
                <a:solidFill>
                  <a:schemeClr val="dk1"/>
                </a:solidFill>
                <a:latin typeface="Twentieth Century"/>
                <a:ea typeface="Twentieth Century"/>
                <a:cs typeface="Twentieth Century"/>
                <a:sym typeface="Twentieth Century"/>
              </a:rPr>
              <a:t>Tujuannya</a:t>
            </a:r>
            <a:r>
              <a:rPr lang="en-US" sz="2200">
                <a:solidFill>
                  <a:schemeClr val="dk1"/>
                </a:solidFill>
                <a:latin typeface="Twentieth Century"/>
                <a:ea typeface="Twentieth Century"/>
                <a:cs typeface="Twentieth Century"/>
                <a:sym typeface="Twentieth Century"/>
              </a:rPr>
              <a:t> adalah untuk membangun model yang dapat belajar dari data yang telah dilabelkan untuk melakukan prediksi atau klasifikasi pada data yang baru.</a:t>
            </a:r>
            <a:endParaRPr sz="2200">
              <a:solidFill>
                <a:schemeClr val="dk1"/>
              </a:solidFill>
              <a:latin typeface="Twentieth Century"/>
              <a:ea typeface="Twentieth Century"/>
              <a:cs typeface="Twentieth Century"/>
              <a:sym typeface="Twentieth Century"/>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9"/>
          <p:cNvSpPr txBox="1"/>
          <p:nvPr/>
        </p:nvSpPr>
        <p:spPr>
          <a:xfrm>
            <a:off x="781662" y="1269615"/>
            <a:ext cx="10493113" cy="618376"/>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0E60AC"/>
              </a:buClr>
              <a:buSzPts val="3600"/>
              <a:buFont typeface="Twentieth Century"/>
              <a:buNone/>
            </a:pPr>
            <a:r>
              <a:rPr lang="en-US" sz="3600" b="1">
                <a:solidFill>
                  <a:srgbClr val="0E60AC"/>
                </a:solidFill>
                <a:latin typeface="Twentieth Century"/>
                <a:ea typeface="Twentieth Century"/>
                <a:cs typeface="Twentieth Century"/>
                <a:sym typeface="Twentieth Century"/>
              </a:rPr>
              <a:t>Cara Kerja</a:t>
            </a:r>
            <a:endParaRPr sz="3600" b="1">
              <a:solidFill>
                <a:srgbClr val="0E60AC"/>
              </a:solidFill>
              <a:latin typeface="Twentieth Century"/>
              <a:ea typeface="Twentieth Century"/>
              <a:cs typeface="Twentieth Century"/>
              <a:sym typeface="Twentieth Century"/>
            </a:endParaRPr>
          </a:p>
        </p:txBody>
      </p:sp>
      <p:sp>
        <p:nvSpPr>
          <p:cNvPr id="324" name="Google Shape;324;p9"/>
          <p:cNvSpPr/>
          <p:nvPr/>
        </p:nvSpPr>
        <p:spPr>
          <a:xfrm>
            <a:off x="781662" y="2173573"/>
            <a:ext cx="3372787" cy="1469037"/>
          </a:xfrm>
          <a:prstGeom prst="roundRect">
            <a:avLst>
              <a:gd name="adj" fmla="val 16667"/>
            </a:avLst>
          </a:prstGeom>
          <a:solidFill>
            <a:srgbClr val="C0DFF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Twentieth Century"/>
                <a:ea typeface="Twentieth Century"/>
                <a:cs typeface="Twentieth Century"/>
                <a:sym typeface="Twentieth Century"/>
              </a:rPr>
              <a:t>Data Collection and Labeling</a:t>
            </a:r>
            <a:endParaRPr/>
          </a:p>
        </p:txBody>
      </p:sp>
      <p:sp>
        <p:nvSpPr>
          <p:cNvPr id="325" name="Google Shape;325;p9"/>
          <p:cNvSpPr/>
          <p:nvPr/>
        </p:nvSpPr>
        <p:spPr>
          <a:xfrm>
            <a:off x="4411780" y="2173572"/>
            <a:ext cx="3372787" cy="1469037"/>
          </a:xfrm>
          <a:prstGeom prst="roundRect">
            <a:avLst>
              <a:gd name="adj" fmla="val 16667"/>
            </a:avLst>
          </a:prstGeom>
          <a:solidFill>
            <a:srgbClr val="C0DFF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Twentieth Century"/>
                <a:ea typeface="Twentieth Century"/>
                <a:cs typeface="Twentieth Century"/>
                <a:sym typeface="Twentieth Century"/>
              </a:rPr>
              <a:t>Training and Test Sets</a:t>
            </a:r>
            <a:endParaRPr/>
          </a:p>
        </p:txBody>
      </p:sp>
      <p:sp>
        <p:nvSpPr>
          <p:cNvPr id="326" name="Google Shape;326;p9"/>
          <p:cNvSpPr/>
          <p:nvPr/>
        </p:nvSpPr>
        <p:spPr>
          <a:xfrm>
            <a:off x="8041898" y="2173571"/>
            <a:ext cx="3372787" cy="1469037"/>
          </a:xfrm>
          <a:prstGeom prst="roundRect">
            <a:avLst>
              <a:gd name="adj" fmla="val 16667"/>
            </a:avLst>
          </a:prstGeom>
          <a:solidFill>
            <a:srgbClr val="C0DFF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Twentieth Century"/>
                <a:ea typeface="Twentieth Century"/>
                <a:cs typeface="Twentieth Century"/>
                <a:sym typeface="Twentieth Century"/>
              </a:rPr>
              <a:t>Feature Extraction</a:t>
            </a:r>
            <a:endParaRPr/>
          </a:p>
        </p:txBody>
      </p:sp>
      <p:sp>
        <p:nvSpPr>
          <p:cNvPr id="327" name="Google Shape;327;p9"/>
          <p:cNvSpPr/>
          <p:nvPr/>
        </p:nvSpPr>
        <p:spPr>
          <a:xfrm>
            <a:off x="2725386" y="3928189"/>
            <a:ext cx="3372787" cy="1469037"/>
          </a:xfrm>
          <a:prstGeom prst="roundRect">
            <a:avLst>
              <a:gd name="adj" fmla="val 16667"/>
            </a:avLst>
          </a:prstGeom>
          <a:solidFill>
            <a:srgbClr val="C0DFF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Twentieth Century"/>
                <a:ea typeface="Twentieth Century"/>
                <a:cs typeface="Twentieth Century"/>
                <a:sym typeface="Twentieth Century"/>
              </a:rPr>
              <a:t>Model Selection and Training</a:t>
            </a:r>
            <a:endParaRPr/>
          </a:p>
        </p:txBody>
      </p:sp>
      <p:sp>
        <p:nvSpPr>
          <p:cNvPr id="328" name="Google Shape;328;p9"/>
          <p:cNvSpPr/>
          <p:nvPr/>
        </p:nvSpPr>
        <p:spPr>
          <a:xfrm>
            <a:off x="6355504" y="3928188"/>
            <a:ext cx="3372787" cy="1469037"/>
          </a:xfrm>
          <a:prstGeom prst="roundRect">
            <a:avLst>
              <a:gd name="adj" fmla="val 16667"/>
            </a:avLst>
          </a:prstGeom>
          <a:solidFill>
            <a:srgbClr val="C0DFF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Twentieth Century"/>
                <a:ea typeface="Twentieth Century"/>
                <a:cs typeface="Twentieth Century"/>
                <a:sym typeface="Twentieth Century"/>
              </a:rPr>
              <a:t>Prediction and Evaluation</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pic>
        <p:nvPicPr>
          <p:cNvPr id="333" name="Google Shape;333;p10"/>
          <p:cNvPicPr preferRelativeResize="0"/>
          <p:nvPr/>
        </p:nvPicPr>
        <p:blipFill rotWithShape="1">
          <a:blip r:embed="rId3">
            <a:alphaModFix/>
          </a:blip>
          <a:srcRect/>
          <a:stretch/>
        </p:blipFill>
        <p:spPr>
          <a:xfrm>
            <a:off x="2094410" y="551542"/>
            <a:ext cx="8105588" cy="575201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11"/>
          <p:cNvSpPr txBox="1">
            <a:spLocks noGrp="1"/>
          </p:cNvSpPr>
          <p:nvPr>
            <p:ph type="ctrTitle"/>
          </p:nvPr>
        </p:nvSpPr>
        <p:spPr>
          <a:xfrm>
            <a:off x="5824603" y="2357331"/>
            <a:ext cx="5529197" cy="192064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E60AC"/>
              </a:buClr>
              <a:buSzPts val="5400"/>
              <a:buFont typeface="Twentieth Century"/>
              <a:buNone/>
            </a:pPr>
            <a:r>
              <a:rPr lang="en-US" sz="5400"/>
              <a:t>Masalah yang dapat Dipecahkan Supervised ML</a:t>
            </a:r>
            <a:endParaRPr/>
          </a:p>
        </p:txBody>
      </p:sp>
      <p:pic>
        <p:nvPicPr>
          <p:cNvPr id="339" name="Google Shape;339;p11"/>
          <p:cNvPicPr preferRelativeResize="0">
            <a:picLocks noGrp="1"/>
          </p:cNvPicPr>
          <p:nvPr>
            <p:ph type="pic" idx="2"/>
          </p:nvPr>
        </p:nvPicPr>
        <p:blipFill rotWithShape="1">
          <a:blip r:embed="rId3">
            <a:alphaModFix/>
          </a:blip>
          <a:srcRect l="19738" r="19739"/>
          <a:stretch/>
        </p:blipFill>
        <p:spPr>
          <a:xfrm>
            <a:off x="0" y="1001713"/>
            <a:ext cx="5316538" cy="5856287"/>
          </a:xfrm>
          <a:prstGeom prst="flowChartDelay">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pic>
        <p:nvPicPr>
          <p:cNvPr id="344" name="Google Shape;344;p12"/>
          <p:cNvPicPr preferRelativeResize="0">
            <a:picLocks noGrp="1"/>
          </p:cNvPicPr>
          <p:nvPr>
            <p:ph type="pic" idx="2"/>
          </p:nvPr>
        </p:nvPicPr>
        <p:blipFill rotWithShape="1">
          <a:blip r:embed="rId3">
            <a:alphaModFix/>
          </a:blip>
          <a:srcRect l="17552" r="17551"/>
          <a:stretch/>
        </p:blipFill>
        <p:spPr>
          <a:xfrm>
            <a:off x="569913" y="1100138"/>
            <a:ext cx="4887912" cy="5021262"/>
          </a:xfrm>
          <a:prstGeom prst="rect">
            <a:avLst/>
          </a:prstGeom>
          <a:noFill/>
          <a:ln>
            <a:noFill/>
          </a:ln>
        </p:spPr>
      </p:pic>
      <p:sp>
        <p:nvSpPr>
          <p:cNvPr id="345" name="Google Shape;345;p12"/>
          <p:cNvSpPr txBox="1">
            <a:spLocks noGrp="1"/>
          </p:cNvSpPr>
          <p:nvPr>
            <p:ph type="body" idx="1"/>
          </p:nvPr>
        </p:nvSpPr>
        <p:spPr>
          <a:xfrm>
            <a:off x="5918477" y="1709590"/>
            <a:ext cx="5280565" cy="1143842"/>
          </a:xfrm>
          <a:prstGeom prst="rect">
            <a:avLst/>
          </a:prstGeom>
          <a:no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chemeClr val="dk2"/>
              </a:buClr>
              <a:buSzPts val="2400"/>
              <a:buNone/>
            </a:pPr>
            <a:r>
              <a:rPr lang="en-US" sz="2400" b="1">
                <a:solidFill>
                  <a:schemeClr val="dk2"/>
                </a:solidFill>
                <a:latin typeface="Twentieth Century"/>
                <a:ea typeface="Twentieth Century"/>
                <a:cs typeface="Twentieth Century"/>
                <a:sym typeface="Twentieth Century"/>
              </a:rPr>
              <a:t>Mengidentifikasi kode pos dari angka yang ditulis tangan</a:t>
            </a:r>
            <a:endParaRPr sz="2400" b="1">
              <a:solidFill>
                <a:schemeClr val="dk2"/>
              </a:solidFill>
              <a:latin typeface="Twentieth Century"/>
              <a:ea typeface="Twentieth Century"/>
              <a:cs typeface="Twentieth Century"/>
              <a:sym typeface="Twentieth Century"/>
            </a:endParaRPr>
          </a:p>
        </p:txBody>
      </p:sp>
      <p:sp>
        <p:nvSpPr>
          <p:cNvPr id="346" name="Google Shape;346;p12"/>
          <p:cNvSpPr/>
          <p:nvPr/>
        </p:nvSpPr>
        <p:spPr>
          <a:xfrm>
            <a:off x="5918476" y="2652761"/>
            <a:ext cx="5399098" cy="255454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000">
                <a:solidFill>
                  <a:schemeClr val="dk1"/>
                </a:solidFill>
                <a:latin typeface="Twentieth Century"/>
                <a:ea typeface="Twentieth Century"/>
                <a:cs typeface="Twentieth Century"/>
                <a:sym typeface="Twentieth Century"/>
              </a:rPr>
              <a:t>Di sini, inputnya adalah pemindaian tulisan tangan, dan output yang diinginkan adalah angka yang sebenarnya dalam kode pos. Untuk membuat kumpulan data untuk membangun model ML, Anda perlu mengumpulkan banyak angka yang ditulis dengan tangan. Kemudian Anda dapat membaca kode posnya sendiri dan menyimpan digitnya sebagai hasil yang Anda inginkan.</a:t>
            </a:r>
            <a:endParaRPr sz="2000">
              <a:solidFill>
                <a:schemeClr val="dk1"/>
              </a:solidFill>
              <a:latin typeface="Twentieth Century"/>
              <a:ea typeface="Twentieth Century"/>
              <a:cs typeface="Twentieth Century"/>
              <a:sym typeface="Twentieth Century"/>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pic>
        <p:nvPicPr>
          <p:cNvPr id="351" name="Google Shape;351;p13"/>
          <p:cNvPicPr preferRelativeResize="0">
            <a:picLocks noGrp="1"/>
          </p:cNvPicPr>
          <p:nvPr>
            <p:ph type="pic" idx="2"/>
          </p:nvPr>
        </p:nvPicPr>
        <p:blipFill rotWithShape="1">
          <a:blip r:embed="rId3">
            <a:alphaModFix/>
          </a:blip>
          <a:srcRect l="17552" r="17551"/>
          <a:stretch/>
        </p:blipFill>
        <p:spPr>
          <a:xfrm>
            <a:off x="569913" y="1100138"/>
            <a:ext cx="4887912" cy="5021262"/>
          </a:xfrm>
          <a:prstGeom prst="rect">
            <a:avLst/>
          </a:prstGeom>
          <a:noFill/>
          <a:ln>
            <a:noFill/>
          </a:ln>
        </p:spPr>
      </p:pic>
      <p:sp>
        <p:nvSpPr>
          <p:cNvPr id="352" name="Google Shape;352;p13"/>
          <p:cNvSpPr txBox="1">
            <a:spLocks noGrp="1"/>
          </p:cNvSpPr>
          <p:nvPr>
            <p:ph type="body" idx="1"/>
          </p:nvPr>
        </p:nvSpPr>
        <p:spPr>
          <a:xfrm>
            <a:off x="5918477" y="1303190"/>
            <a:ext cx="5280565" cy="1143842"/>
          </a:xfrm>
          <a:prstGeom prst="rect">
            <a:avLst/>
          </a:prstGeom>
          <a:noFill/>
          <a:ln>
            <a:noFill/>
          </a:ln>
        </p:spPr>
        <p:txBody>
          <a:bodyPr spcFirstLastPara="1" wrap="square" lIns="91425" tIns="45700" rIns="91425" bIns="45700" anchor="t" anchorCtr="0">
            <a:normAutofit lnSpcReduction="10000"/>
          </a:bodyPr>
          <a:lstStyle/>
          <a:p>
            <a:pPr marL="0" lvl="0" indent="0" algn="just" rtl="0">
              <a:lnSpc>
                <a:spcPct val="100000"/>
              </a:lnSpc>
              <a:spcBef>
                <a:spcPts val="0"/>
              </a:spcBef>
              <a:spcAft>
                <a:spcPts val="0"/>
              </a:spcAft>
              <a:buClr>
                <a:schemeClr val="dk2"/>
              </a:buClr>
              <a:buSzPts val="2400"/>
              <a:buNone/>
            </a:pPr>
            <a:r>
              <a:rPr lang="en-US" sz="2400" b="1">
                <a:solidFill>
                  <a:schemeClr val="dk2"/>
                </a:solidFill>
                <a:latin typeface="Twentieth Century"/>
                <a:ea typeface="Twentieth Century"/>
                <a:cs typeface="Twentieth Century"/>
                <a:sym typeface="Twentieth Century"/>
              </a:rPr>
              <a:t>Menentukan apakah tumor jinak atau tidak berdasarkan gambar medis</a:t>
            </a:r>
            <a:endParaRPr sz="2400" b="1">
              <a:solidFill>
                <a:schemeClr val="dk2"/>
              </a:solidFill>
              <a:latin typeface="Twentieth Century"/>
              <a:ea typeface="Twentieth Century"/>
              <a:cs typeface="Twentieth Century"/>
              <a:sym typeface="Twentieth Century"/>
            </a:endParaRPr>
          </a:p>
        </p:txBody>
      </p:sp>
      <p:sp>
        <p:nvSpPr>
          <p:cNvPr id="353" name="Google Shape;353;p13"/>
          <p:cNvSpPr/>
          <p:nvPr/>
        </p:nvSpPr>
        <p:spPr>
          <a:xfrm>
            <a:off x="5918476" y="2246361"/>
            <a:ext cx="5399098" cy="378565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000">
                <a:solidFill>
                  <a:schemeClr val="dk1"/>
                </a:solidFill>
                <a:latin typeface="Twentieth Century"/>
                <a:ea typeface="Twentieth Century"/>
                <a:cs typeface="Twentieth Century"/>
                <a:sym typeface="Twentieth Century"/>
              </a:rPr>
              <a:t>Di sini, masukannya adalah gambar, dan keluarannya adalah apakah tumor tersebut jinak atau tidak. Untuk membuat kumpulan data untuk membangun model, Anda memerlukan basis data gambar medis. Anda juga memerlukan pendapat ahli, sehingga dokter perlu melihat semua gambar dan memutuskan tumor mana yang jinak dan mana yang tidak. Bahkan mungkin perlu dilakukan diagnosis tambahan di luar konten gambar untuk menentukan apakah tumor dalam gambar tersebut bersifat kanker atau tidak.</a:t>
            </a:r>
            <a:endParaRPr sz="2000">
              <a:solidFill>
                <a:schemeClr val="dk1"/>
              </a:solidFill>
              <a:latin typeface="Twentieth Century"/>
              <a:ea typeface="Twentieth Century"/>
              <a:cs typeface="Twentieth Century"/>
              <a:sym typeface="Twentieth Century"/>
            </a:endParaRPr>
          </a:p>
          <a:p>
            <a:pPr marL="0" marR="0" lvl="0" indent="0" algn="just" rtl="0">
              <a:spcBef>
                <a:spcPts val="0"/>
              </a:spcBef>
              <a:spcAft>
                <a:spcPts val="0"/>
              </a:spcAft>
              <a:buNone/>
            </a:pPr>
            <a:endParaRPr sz="2000">
              <a:solidFill>
                <a:schemeClr val="dk1"/>
              </a:solidFill>
              <a:latin typeface="Twentieth Century"/>
              <a:ea typeface="Twentieth Century"/>
              <a:cs typeface="Twentieth Century"/>
              <a:sym typeface="Twentieth Century"/>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pic>
        <p:nvPicPr>
          <p:cNvPr id="358" name="Google Shape;358;p14"/>
          <p:cNvPicPr preferRelativeResize="0">
            <a:picLocks noGrp="1"/>
          </p:cNvPicPr>
          <p:nvPr>
            <p:ph type="pic" idx="2"/>
          </p:nvPr>
        </p:nvPicPr>
        <p:blipFill rotWithShape="1">
          <a:blip r:embed="rId3">
            <a:alphaModFix/>
          </a:blip>
          <a:srcRect l="17650" r="17649"/>
          <a:stretch/>
        </p:blipFill>
        <p:spPr>
          <a:xfrm>
            <a:off x="569913" y="1100138"/>
            <a:ext cx="4887912" cy="5021262"/>
          </a:xfrm>
          <a:prstGeom prst="rect">
            <a:avLst/>
          </a:prstGeom>
          <a:noFill/>
          <a:ln>
            <a:noFill/>
          </a:ln>
        </p:spPr>
      </p:pic>
      <p:sp>
        <p:nvSpPr>
          <p:cNvPr id="359" name="Google Shape;359;p14"/>
          <p:cNvSpPr txBox="1">
            <a:spLocks noGrp="1"/>
          </p:cNvSpPr>
          <p:nvPr>
            <p:ph type="body" idx="1"/>
          </p:nvPr>
        </p:nvSpPr>
        <p:spPr>
          <a:xfrm>
            <a:off x="5918477" y="1737904"/>
            <a:ext cx="5280565" cy="1143842"/>
          </a:xfrm>
          <a:prstGeom prst="rect">
            <a:avLst/>
          </a:prstGeom>
          <a:no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chemeClr val="dk2"/>
              </a:buClr>
              <a:buSzPts val="2400"/>
              <a:buNone/>
            </a:pPr>
            <a:r>
              <a:rPr lang="en-US" sz="2400" b="1">
                <a:solidFill>
                  <a:schemeClr val="dk2"/>
                </a:solidFill>
                <a:latin typeface="Twentieth Century"/>
                <a:ea typeface="Twentieth Century"/>
                <a:cs typeface="Twentieth Century"/>
                <a:sym typeface="Twentieth Century"/>
              </a:rPr>
              <a:t>Mendeteksi aktivitas penipuan dalam transaksi kartu kredit</a:t>
            </a:r>
            <a:endParaRPr sz="2400" b="1">
              <a:solidFill>
                <a:schemeClr val="dk2"/>
              </a:solidFill>
              <a:latin typeface="Twentieth Century"/>
              <a:ea typeface="Twentieth Century"/>
              <a:cs typeface="Twentieth Century"/>
              <a:sym typeface="Twentieth Century"/>
            </a:endParaRPr>
          </a:p>
        </p:txBody>
      </p:sp>
      <p:sp>
        <p:nvSpPr>
          <p:cNvPr id="360" name="Google Shape;360;p14"/>
          <p:cNvSpPr/>
          <p:nvPr/>
        </p:nvSpPr>
        <p:spPr>
          <a:xfrm>
            <a:off x="5918476" y="2681075"/>
            <a:ext cx="5399098" cy="286232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000">
                <a:solidFill>
                  <a:schemeClr val="dk1"/>
                </a:solidFill>
                <a:latin typeface="Twentieth Century"/>
                <a:ea typeface="Twentieth Century"/>
                <a:cs typeface="Twentieth Century"/>
                <a:sym typeface="Twentieth Century"/>
              </a:rPr>
              <a:t>Di sini, masukannya adalah catatan transaksi kartu kredit, dan keluarannya adalah apakah transaksi tersebut cenderung curang atau tidak. Dengan asumsi bahwa Anda adalah entitas yang menagih kartu kredit, mengumpulkan dataset berarti menyimpan semua transaksi dan mencatat jika ada pengguna yang melaporkan transaksi yang dianggap curang.</a:t>
            </a:r>
            <a:endParaRPr sz="2000">
              <a:solidFill>
                <a:schemeClr val="dk1"/>
              </a:solidFill>
              <a:latin typeface="Twentieth Century"/>
              <a:ea typeface="Twentieth Century"/>
              <a:cs typeface="Twentieth Century"/>
              <a:sym typeface="Twentieth Century"/>
            </a:endParaRPr>
          </a:p>
          <a:p>
            <a:pPr marL="0" marR="0" lvl="0" indent="0" algn="just" rtl="0">
              <a:spcBef>
                <a:spcPts val="0"/>
              </a:spcBef>
              <a:spcAft>
                <a:spcPts val="0"/>
              </a:spcAft>
              <a:buNone/>
            </a:pPr>
            <a:endParaRPr sz="2000">
              <a:solidFill>
                <a:schemeClr val="dk1"/>
              </a:solidFill>
              <a:latin typeface="Twentieth Century"/>
              <a:ea typeface="Twentieth Century"/>
              <a:cs typeface="Twentieth Century"/>
              <a:sym typeface="Twentieth Century"/>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15"/>
          <p:cNvSpPr/>
          <p:nvPr/>
        </p:nvSpPr>
        <p:spPr>
          <a:xfrm>
            <a:off x="4329113" y="0"/>
            <a:ext cx="2271712" cy="68580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pic>
        <p:nvPicPr>
          <p:cNvPr id="366" name="Google Shape;366;p15"/>
          <p:cNvPicPr preferRelativeResize="0">
            <a:picLocks noGrp="1"/>
          </p:cNvPicPr>
          <p:nvPr>
            <p:ph type="pic" idx="2"/>
          </p:nvPr>
        </p:nvPicPr>
        <p:blipFill rotWithShape="1">
          <a:blip r:embed="rId3">
            <a:alphaModFix/>
          </a:blip>
          <a:srcRect l="11514" r="11514"/>
          <a:stretch/>
        </p:blipFill>
        <p:spPr>
          <a:xfrm>
            <a:off x="6321425" y="1108075"/>
            <a:ext cx="5172075" cy="4800600"/>
          </a:xfrm>
          <a:prstGeom prst="rect">
            <a:avLst/>
          </a:prstGeom>
          <a:noFill/>
          <a:ln>
            <a:noFill/>
          </a:ln>
        </p:spPr>
      </p:pic>
      <p:sp>
        <p:nvSpPr>
          <p:cNvPr id="367" name="Google Shape;367;p15"/>
          <p:cNvSpPr txBox="1">
            <a:spLocks noGrp="1"/>
          </p:cNvSpPr>
          <p:nvPr>
            <p:ph type="title"/>
          </p:nvPr>
        </p:nvSpPr>
        <p:spPr>
          <a:xfrm>
            <a:off x="642809" y="1439056"/>
            <a:ext cx="5398226" cy="134494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FFC000"/>
              </a:buClr>
              <a:buSzPts val="3200"/>
              <a:buFont typeface="Twentieth Century"/>
              <a:buNone/>
            </a:pPr>
            <a:r>
              <a:rPr lang="en-US"/>
              <a:t>Apa Itu Unsupervised Learning?</a:t>
            </a:r>
            <a:endParaRPr/>
          </a:p>
        </p:txBody>
      </p:sp>
      <p:sp>
        <p:nvSpPr>
          <p:cNvPr id="368" name="Google Shape;368;p15"/>
          <p:cNvSpPr txBox="1">
            <a:spLocks noGrp="1"/>
          </p:cNvSpPr>
          <p:nvPr>
            <p:ph type="body" idx="1"/>
          </p:nvPr>
        </p:nvSpPr>
        <p:spPr>
          <a:xfrm>
            <a:off x="642810" y="2943710"/>
            <a:ext cx="5398225" cy="2400981"/>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2200"/>
              <a:buNone/>
            </a:pPr>
            <a:r>
              <a:rPr lang="en-US" sz="2200">
                <a:latin typeface="Twentieth Century"/>
                <a:ea typeface="Twentieth Century"/>
                <a:cs typeface="Twentieth Century"/>
                <a:sym typeface="Twentieth Century"/>
              </a:rPr>
              <a:t>Pembelajaran tanpa pengawasan atau </a:t>
            </a:r>
            <a:r>
              <a:rPr lang="en-US" sz="2200" i="1">
                <a:latin typeface="Twentieth Century"/>
                <a:ea typeface="Twentieth Century"/>
                <a:cs typeface="Twentieth Century"/>
                <a:sym typeface="Twentieth Century"/>
              </a:rPr>
              <a:t>unsupervised learning</a:t>
            </a:r>
            <a:r>
              <a:rPr lang="en-US" sz="2200">
                <a:latin typeface="Twentieth Century"/>
                <a:ea typeface="Twentieth Century"/>
                <a:cs typeface="Twentieth Century"/>
                <a:sym typeface="Twentieth Century"/>
              </a:rPr>
              <a:t> adalah salah satu teknik dalam machine learning di mana model dibiarkan "belajar" sendiri untuk menemukan pola dan struktur dalam data yang tidak memiliki label.</a:t>
            </a:r>
            <a:endParaRPr sz="2200">
              <a:latin typeface="Twentieth Century"/>
              <a:ea typeface="Twentieth Century"/>
              <a:cs typeface="Twentieth Century"/>
              <a:sym typeface="Twentieth Century"/>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pic>
        <p:nvPicPr>
          <p:cNvPr id="373" name="Google Shape;373;p16" descr="Unsupervised Learning"/>
          <p:cNvPicPr preferRelativeResize="0"/>
          <p:nvPr/>
        </p:nvPicPr>
        <p:blipFill rotWithShape="1">
          <a:blip r:embed="rId3">
            <a:alphaModFix/>
          </a:blip>
          <a:srcRect/>
          <a:stretch/>
        </p:blipFill>
        <p:spPr>
          <a:xfrm>
            <a:off x="2139380" y="452996"/>
            <a:ext cx="8310245" cy="58920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17"/>
          <p:cNvSpPr txBox="1">
            <a:spLocks noGrp="1"/>
          </p:cNvSpPr>
          <p:nvPr>
            <p:ph type="ctrTitle"/>
          </p:nvPr>
        </p:nvSpPr>
        <p:spPr>
          <a:xfrm>
            <a:off x="5824603" y="2357331"/>
            <a:ext cx="5529197" cy="192064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E60AC"/>
              </a:buClr>
              <a:buSzPts val="5400"/>
              <a:buFont typeface="Twentieth Century"/>
              <a:buNone/>
            </a:pPr>
            <a:r>
              <a:rPr lang="en-US" sz="5400"/>
              <a:t>Masalah yang dapat Dipecahkan Unsupervised ML</a:t>
            </a:r>
            <a:endParaRPr/>
          </a:p>
        </p:txBody>
      </p:sp>
      <p:pic>
        <p:nvPicPr>
          <p:cNvPr id="379" name="Google Shape;379;p17"/>
          <p:cNvPicPr preferRelativeResize="0">
            <a:picLocks noGrp="1"/>
          </p:cNvPicPr>
          <p:nvPr>
            <p:ph type="pic" idx="2"/>
          </p:nvPr>
        </p:nvPicPr>
        <p:blipFill rotWithShape="1">
          <a:blip r:embed="rId3">
            <a:alphaModFix/>
          </a:blip>
          <a:srcRect l="19738" r="19739"/>
          <a:stretch/>
        </p:blipFill>
        <p:spPr>
          <a:xfrm>
            <a:off x="0" y="1001713"/>
            <a:ext cx="5316538" cy="5856287"/>
          </a:xfrm>
          <a:prstGeom prst="flowChartDelay">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pic>
        <p:nvPicPr>
          <p:cNvPr id="384" name="Google Shape;384;p18"/>
          <p:cNvPicPr preferRelativeResize="0">
            <a:picLocks noGrp="1"/>
          </p:cNvPicPr>
          <p:nvPr>
            <p:ph type="pic" idx="2"/>
          </p:nvPr>
        </p:nvPicPr>
        <p:blipFill rotWithShape="1">
          <a:blip r:embed="rId3">
            <a:alphaModFix/>
          </a:blip>
          <a:srcRect l="18676" r="18675"/>
          <a:stretch/>
        </p:blipFill>
        <p:spPr>
          <a:xfrm>
            <a:off x="569913" y="1100138"/>
            <a:ext cx="4887912" cy="5021262"/>
          </a:xfrm>
          <a:prstGeom prst="rect">
            <a:avLst/>
          </a:prstGeom>
          <a:noFill/>
          <a:ln>
            <a:noFill/>
          </a:ln>
        </p:spPr>
      </p:pic>
      <p:sp>
        <p:nvSpPr>
          <p:cNvPr id="385" name="Google Shape;385;p18"/>
          <p:cNvSpPr txBox="1">
            <a:spLocks noGrp="1"/>
          </p:cNvSpPr>
          <p:nvPr>
            <p:ph type="body" idx="1"/>
          </p:nvPr>
        </p:nvSpPr>
        <p:spPr>
          <a:xfrm>
            <a:off x="5918477" y="2097668"/>
            <a:ext cx="5280565" cy="1143842"/>
          </a:xfrm>
          <a:prstGeom prst="rect">
            <a:avLst/>
          </a:prstGeom>
          <a:no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chemeClr val="dk2"/>
              </a:buClr>
              <a:buSzPts val="2400"/>
              <a:buNone/>
            </a:pPr>
            <a:r>
              <a:rPr lang="en-US" sz="2400" b="1">
                <a:solidFill>
                  <a:schemeClr val="dk2"/>
                </a:solidFill>
                <a:latin typeface="Twentieth Century"/>
                <a:ea typeface="Twentieth Century"/>
                <a:cs typeface="Twentieth Century"/>
                <a:sym typeface="Twentieth Century"/>
              </a:rPr>
              <a:t>Mengidentifikasi topik dalam satu set posting blog</a:t>
            </a:r>
            <a:endParaRPr/>
          </a:p>
        </p:txBody>
      </p:sp>
      <p:sp>
        <p:nvSpPr>
          <p:cNvPr id="386" name="Google Shape;386;p18"/>
          <p:cNvSpPr/>
          <p:nvPr/>
        </p:nvSpPr>
        <p:spPr>
          <a:xfrm>
            <a:off x="5918476" y="3040839"/>
            <a:ext cx="5399098" cy="193899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000">
                <a:solidFill>
                  <a:schemeClr val="dk1"/>
                </a:solidFill>
                <a:latin typeface="Twentieth Century"/>
                <a:ea typeface="Twentieth Century"/>
                <a:cs typeface="Twentieth Century"/>
                <a:sym typeface="Twentieth Century"/>
              </a:rPr>
              <a:t>Jika Anda memiliki koleksi data teks yang banyak, Anda mungkin ingin meringkasnya dan menemukan tema-tema yang umum di dalamnya. Anda mungkin tidak tahu sebelumnya apa saja topik-topik ini, atau berapa banyak topik yang mungkin ada. Oleh karena itu, tidak ada output yang diketahui.</a:t>
            </a:r>
            <a:endParaRPr sz="2000">
              <a:solidFill>
                <a:schemeClr val="dk1"/>
              </a:solidFill>
              <a:latin typeface="Twentieth Century"/>
              <a:ea typeface="Twentieth Century"/>
              <a:cs typeface="Twentieth Century"/>
              <a:sym typeface="Twentieth Century"/>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pic>
        <p:nvPicPr>
          <p:cNvPr id="391" name="Google Shape;391;p19"/>
          <p:cNvPicPr preferRelativeResize="0">
            <a:picLocks noGrp="1"/>
          </p:cNvPicPr>
          <p:nvPr>
            <p:ph type="pic" idx="2"/>
          </p:nvPr>
        </p:nvPicPr>
        <p:blipFill rotWithShape="1">
          <a:blip r:embed="rId3">
            <a:alphaModFix/>
          </a:blip>
          <a:srcRect l="17552" r="17551"/>
          <a:stretch/>
        </p:blipFill>
        <p:spPr>
          <a:xfrm>
            <a:off x="569913" y="1100138"/>
            <a:ext cx="4887912" cy="5021262"/>
          </a:xfrm>
          <a:prstGeom prst="rect">
            <a:avLst/>
          </a:prstGeom>
          <a:noFill/>
          <a:ln>
            <a:noFill/>
          </a:ln>
        </p:spPr>
      </p:pic>
      <p:sp>
        <p:nvSpPr>
          <p:cNvPr id="392" name="Google Shape;392;p19"/>
          <p:cNvSpPr txBox="1">
            <a:spLocks noGrp="1"/>
          </p:cNvSpPr>
          <p:nvPr>
            <p:ph type="body" idx="1"/>
          </p:nvPr>
        </p:nvSpPr>
        <p:spPr>
          <a:xfrm>
            <a:off x="5918477" y="1409075"/>
            <a:ext cx="5280565" cy="1427700"/>
          </a:xfrm>
          <a:prstGeom prst="rect">
            <a:avLst/>
          </a:prstGeom>
          <a:no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chemeClr val="dk2"/>
              </a:buClr>
              <a:buSzPts val="2400"/>
              <a:buNone/>
            </a:pPr>
            <a:r>
              <a:rPr lang="en-US" sz="2400" b="1">
                <a:solidFill>
                  <a:schemeClr val="dk2"/>
                </a:solidFill>
                <a:latin typeface="Twentieth Century"/>
                <a:ea typeface="Twentieth Century"/>
                <a:cs typeface="Twentieth Century"/>
                <a:sym typeface="Twentieth Century"/>
              </a:rPr>
              <a:t>Menyegmentasikan pelanggan ke dalam kelompok-kelompok dengan preferensi yang sama</a:t>
            </a:r>
            <a:endParaRPr sz="2400" b="1">
              <a:solidFill>
                <a:schemeClr val="dk2"/>
              </a:solidFill>
              <a:latin typeface="Twentieth Century"/>
              <a:ea typeface="Twentieth Century"/>
              <a:cs typeface="Twentieth Century"/>
              <a:sym typeface="Twentieth Century"/>
            </a:endParaRPr>
          </a:p>
        </p:txBody>
      </p:sp>
      <p:sp>
        <p:nvSpPr>
          <p:cNvPr id="393" name="Google Shape;393;p19"/>
          <p:cNvSpPr/>
          <p:nvPr/>
        </p:nvSpPr>
        <p:spPr>
          <a:xfrm>
            <a:off x="5918476" y="2726045"/>
            <a:ext cx="5399098" cy="286232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000">
                <a:solidFill>
                  <a:schemeClr val="dk1"/>
                </a:solidFill>
                <a:latin typeface="Twentieth Century"/>
                <a:ea typeface="Twentieth Century"/>
                <a:cs typeface="Twentieth Century"/>
                <a:sym typeface="Twentieth Century"/>
              </a:rPr>
              <a:t>Dengan adanya satu set catatan pelanggan, anda mungkin ingin mengidentifikasi pelanggan mana yang serupa, dan apakah ada kelompok pelanggan dengan preferensi yang sama. Untuk situs belanja, kelompok ini mungkin “orang tua”, “kutu buku”, atau “gamer”. Karena anda tidak tahu sebelumnya apa saja kelompok-kelompok ini, atau bahkan berapa banyak jumlahnya, anda tidak memiliki hasil yang diketahui.</a:t>
            </a:r>
            <a:endParaRPr sz="2000">
              <a:solidFill>
                <a:schemeClr val="dk1"/>
              </a:solidFill>
              <a:latin typeface="Twentieth Century"/>
              <a:ea typeface="Twentieth Century"/>
              <a:cs typeface="Twentieth Century"/>
              <a:sym typeface="Twentieth Century"/>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pic>
        <p:nvPicPr>
          <p:cNvPr id="398" name="Google Shape;398;p20"/>
          <p:cNvPicPr preferRelativeResize="0">
            <a:picLocks noGrp="1"/>
          </p:cNvPicPr>
          <p:nvPr>
            <p:ph type="pic" idx="2"/>
          </p:nvPr>
        </p:nvPicPr>
        <p:blipFill rotWithShape="1">
          <a:blip r:embed="rId3">
            <a:alphaModFix/>
          </a:blip>
          <a:srcRect l="1328" r="1327"/>
          <a:stretch/>
        </p:blipFill>
        <p:spPr>
          <a:xfrm>
            <a:off x="569913" y="1100138"/>
            <a:ext cx="4887912" cy="5021262"/>
          </a:xfrm>
          <a:prstGeom prst="rect">
            <a:avLst/>
          </a:prstGeom>
          <a:noFill/>
          <a:ln>
            <a:noFill/>
          </a:ln>
        </p:spPr>
      </p:pic>
      <p:sp>
        <p:nvSpPr>
          <p:cNvPr id="399" name="Google Shape;399;p20"/>
          <p:cNvSpPr txBox="1">
            <a:spLocks noGrp="1"/>
          </p:cNvSpPr>
          <p:nvPr>
            <p:ph type="body" idx="1"/>
          </p:nvPr>
        </p:nvSpPr>
        <p:spPr>
          <a:xfrm>
            <a:off x="5918477" y="1738859"/>
            <a:ext cx="5280565" cy="854440"/>
          </a:xfrm>
          <a:prstGeom prst="rect">
            <a:avLst/>
          </a:prstGeom>
          <a:no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chemeClr val="dk2"/>
              </a:buClr>
              <a:buSzPts val="2400"/>
              <a:buNone/>
            </a:pPr>
            <a:r>
              <a:rPr lang="en-US" sz="2400" b="1">
                <a:solidFill>
                  <a:schemeClr val="dk2"/>
                </a:solidFill>
                <a:latin typeface="Twentieth Century"/>
                <a:ea typeface="Twentieth Century"/>
                <a:cs typeface="Twentieth Century"/>
                <a:sym typeface="Twentieth Century"/>
              </a:rPr>
              <a:t>Mendeteksi pola akses yang tidak normal ke situs web</a:t>
            </a:r>
            <a:endParaRPr/>
          </a:p>
        </p:txBody>
      </p:sp>
      <p:sp>
        <p:nvSpPr>
          <p:cNvPr id="400" name="Google Shape;400;p20"/>
          <p:cNvSpPr/>
          <p:nvPr/>
        </p:nvSpPr>
        <p:spPr>
          <a:xfrm>
            <a:off x="5918476" y="2638269"/>
            <a:ext cx="5399098" cy="286232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000">
                <a:solidFill>
                  <a:schemeClr val="dk1"/>
                </a:solidFill>
                <a:latin typeface="Twentieth Century"/>
                <a:ea typeface="Twentieth Century"/>
                <a:cs typeface="Twentieth Century"/>
                <a:sym typeface="Twentieth Century"/>
              </a:rPr>
              <a:t>Untuk mengidentifikasi masalah akses dan kemanana suatu situs web, sering kali akan sangat membantu untuk menemukan pola akses yang berbeda dari biasanya. Setiap pola abnormal mungkin sangat berbeda, dan Anda mungkin tidak memiliki contoh perilaku abnormal yang tercatat. Karena dalam contoh ini anda hanya mengamati lalu lintas, dan anda tidak tahu apa yang merupakan perilaku normal dan abnormal.</a:t>
            </a:r>
            <a:endParaRPr sz="2000">
              <a:solidFill>
                <a:schemeClr val="dk1"/>
              </a:solidFill>
              <a:latin typeface="Twentieth Century"/>
              <a:ea typeface="Twentieth Century"/>
              <a:cs typeface="Twentieth Century"/>
              <a:sym typeface="Twentieth Century"/>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pic>
        <p:nvPicPr>
          <p:cNvPr id="405" name="Google Shape;405;p21"/>
          <p:cNvPicPr preferRelativeResize="0">
            <a:picLocks noGrp="1"/>
          </p:cNvPicPr>
          <p:nvPr>
            <p:ph type="pic" idx="2"/>
          </p:nvPr>
        </p:nvPicPr>
        <p:blipFill rotWithShape="1">
          <a:blip r:embed="rId3">
            <a:alphaModFix/>
          </a:blip>
          <a:srcRect t="29910" b="29910"/>
          <a:stretch/>
        </p:blipFill>
        <p:spPr>
          <a:xfrm>
            <a:off x="752475" y="3346450"/>
            <a:ext cx="10491788" cy="2814638"/>
          </a:xfrm>
          <a:prstGeom prst="rect">
            <a:avLst/>
          </a:prstGeom>
          <a:noFill/>
          <a:ln>
            <a:noFill/>
          </a:ln>
        </p:spPr>
      </p:pic>
      <p:sp>
        <p:nvSpPr>
          <p:cNvPr id="406" name="Google Shape;406;p21"/>
          <p:cNvSpPr txBox="1">
            <a:spLocks noGrp="1"/>
          </p:cNvSpPr>
          <p:nvPr>
            <p:ph type="body" idx="1"/>
          </p:nvPr>
        </p:nvSpPr>
        <p:spPr>
          <a:xfrm>
            <a:off x="751682" y="1528227"/>
            <a:ext cx="10493114" cy="1451728"/>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2000"/>
              <a:buNone/>
            </a:pPr>
            <a:r>
              <a:rPr lang="en-US">
                <a:solidFill>
                  <a:schemeClr val="dk1"/>
                </a:solidFill>
                <a:latin typeface="Twentieth Century"/>
                <a:ea typeface="Twentieth Century"/>
                <a:cs typeface="Twentieth Century"/>
                <a:sym typeface="Twentieth Century"/>
              </a:rPr>
              <a:t>Bagian terpenting dalam proses ML adalah memahamu data yang anda gunakan dan bagaimana data tersebut berhubungan dengan tugas yang ingin anda selesaikan. Tidak akan efektif jika anda memilih algoritma secara acak dan melemparkan data anda ke dalamnya. Penting untuk memahami apa yang terjadi di dataset anda sebelum anda mulai membangun model. Setiap algoritma berada dalam hal jenis data dan pengaturan masalah yang paling cocok untuknya.</a:t>
            </a:r>
            <a:endParaRPr>
              <a:latin typeface="Twentieth Century"/>
              <a:ea typeface="Twentieth Century"/>
              <a:cs typeface="Twentieth Century"/>
              <a:sym typeface="Twentieth Century"/>
            </a:endParaRPr>
          </a:p>
        </p:txBody>
      </p:sp>
      <p:sp>
        <p:nvSpPr>
          <p:cNvPr id="407" name="Google Shape;407;p21"/>
          <p:cNvSpPr txBox="1"/>
          <p:nvPr/>
        </p:nvSpPr>
        <p:spPr>
          <a:xfrm>
            <a:off x="751682" y="939831"/>
            <a:ext cx="10493113" cy="618376"/>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0E60AC"/>
              </a:buClr>
              <a:buSzPts val="3600"/>
              <a:buFont typeface="Twentieth Century"/>
              <a:buNone/>
            </a:pPr>
            <a:r>
              <a:rPr lang="en-US" sz="3600" b="1">
                <a:solidFill>
                  <a:srgbClr val="0E60AC"/>
                </a:solidFill>
                <a:latin typeface="Twentieth Century"/>
                <a:ea typeface="Twentieth Century"/>
                <a:cs typeface="Twentieth Century"/>
                <a:sym typeface="Twentieth Century"/>
              </a:rPr>
              <a:t>Memahami Data dan Tugas dalam ML</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22"/>
          <p:cNvSpPr txBox="1">
            <a:spLocks noGrp="1"/>
          </p:cNvSpPr>
          <p:nvPr>
            <p:ph type="title"/>
          </p:nvPr>
        </p:nvSpPr>
        <p:spPr>
          <a:xfrm>
            <a:off x="802081" y="2154967"/>
            <a:ext cx="2502593" cy="2193914"/>
          </a:xfrm>
          <a:prstGeom prst="rect">
            <a:avLst/>
          </a:prstGeom>
          <a:noFill/>
          <a:ln>
            <a:noFill/>
          </a:ln>
        </p:spPr>
        <p:txBody>
          <a:bodyPr spcFirstLastPara="1" wrap="square" lIns="91425" tIns="45700" rIns="91425" bIns="45700" anchor="b" anchorCtr="0">
            <a:normAutofit fontScale="90000"/>
          </a:bodyPr>
          <a:lstStyle/>
          <a:p>
            <a:pPr marL="0" lvl="0" indent="0" algn="l" rtl="0">
              <a:lnSpc>
                <a:spcPct val="90000"/>
              </a:lnSpc>
              <a:spcBef>
                <a:spcPts val="0"/>
              </a:spcBef>
              <a:spcAft>
                <a:spcPts val="0"/>
              </a:spcAft>
              <a:buClr>
                <a:srgbClr val="FFC000"/>
              </a:buClr>
              <a:buSzPct val="100000"/>
              <a:buFont typeface="Twentieth Century"/>
              <a:buNone/>
            </a:pPr>
            <a:r>
              <a:rPr lang="en-US" dirty="0"/>
              <a:t>Solusi ML, </a:t>
            </a:r>
            <a:r>
              <a:rPr lang="en-US" dirty="0" err="1"/>
              <a:t>Pertanyaan</a:t>
            </a:r>
            <a:r>
              <a:rPr lang="en-US" dirty="0"/>
              <a:t> </a:t>
            </a:r>
            <a:r>
              <a:rPr lang="en-US" dirty="0" err="1"/>
              <a:t>Berikut</a:t>
            </a:r>
            <a:r>
              <a:rPr lang="en-US" dirty="0"/>
              <a:t> Harus </a:t>
            </a:r>
            <a:r>
              <a:rPr lang="en-US" dirty="0" err="1"/>
              <a:t>Dapat</a:t>
            </a:r>
            <a:r>
              <a:rPr lang="en-US" dirty="0"/>
              <a:t> Anda Jawab:</a:t>
            </a:r>
            <a:endParaRPr dirty="0"/>
          </a:p>
        </p:txBody>
      </p:sp>
      <p:sp>
        <p:nvSpPr>
          <p:cNvPr id="413" name="Google Shape;413;p22"/>
          <p:cNvSpPr/>
          <p:nvPr/>
        </p:nvSpPr>
        <p:spPr>
          <a:xfrm>
            <a:off x="4010526" y="748194"/>
            <a:ext cx="7652084" cy="770022"/>
          </a:xfrm>
          <a:prstGeom prst="rect">
            <a:avLst/>
          </a:prstGeom>
          <a:solidFill>
            <a:srgbClr val="FCE2D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000" dirty="0">
                <a:solidFill>
                  <a:schemeClr val="dk1"/>
                </a:solidFill>
                <a:latin typeface="Twentieth Century"/>
                <a:ea typeface="Twentieth Century"/>
                <a:cs typeface="Twentieth Century"/>
                <a:sym typeface="Twentieth Century"/>
              </a:rPr>
              <a:t>Masalah </a:t>
            </a:r>
            <a:r>
              <a:rPr lang="en-US" sz="2000" dirty="0" err="1">
                <a:solidFill>
                  <a:schemeClr val="dk1"/>
                </a:solidFill>
                <a:latin typeface="Twentieth Century"/>
                <a:ea typeface="Twentieth Century"/>
                <a:cs typeface="Twentieth Century"/>
                <a:sym typeface="Twentieth Century"/>
              </a:rPr>
              <a:t>apa</a:t>
            </a:r>
            <a:r>
              <a:rPr lang="en-US" sz="2000" dirty="0">
                <a:solidFill>
                  <a:schemeClr val="dk1"/>
                </a:solidFill>
                <a:latin typeface="Twentieth Century"/>
                <a:ea typeface="Twentieth Century"/>
                <a:cs typeface="Twentieth Century"/>
                <a:sym typeface="Twentieth Century"/>
              </a:rPr>
              <a:t> yang </a:t>
            </a:r>
            <a:r>
              <a:rPr lang="en-US" sz="2000" dirty="0" err="1">
                <a:solidFill>
                  <a:schemeClr val="dk1"/>
                </a:solidFill>
                <a:latin typeface="Twentieth Century"/>
                <a:ea typeface="Twentieth Century"/>
                <a:cs typeface="Twentieth Century"/>
                <a:sym typeface="Twentieth Century"/>
              </a:rPr>
              <a:t>ingin</a:t>
            </a:r>
            <a:r>
              <a:rPr lang="en-US" sz="2000" dirty="0">
                <a:solidFill>
                  <a:schemeClr val="dk1"/>
                </a:solidFill>
                <a:latin typeface="Twentieth Century"/>
                <a:ea typeface="Twentieth Century"/>
                <a:cs typeface="Twentieth Century"/>
                <a:sym typeface="Twentieth Century"/>
              </a:rPr>
              <a:t> </a:t>
            </a:r>
            <a:r>
              <a:rPr lang="en-US" sz="2000" dirty="0" err="1">
                <a:solidFill>
                  <a:schemeClr val="dk1"/>
                </a:solidFill>
                <a:latin typeface="Twentieth Century"/>
                <a:ea typeface="Twentieth Century"/>
                <a:cs typeface="Twentieth Century"/>
                <a:sym typeface="Twentieth Century"/>
              </a:rPr>
              <a:t>saya</a:t>
            </a:r>
            <a:r>
              <a:rPr lang="en-US" sz="2000" dirty="0">
                <a:solidFill>
                  <a:schemeClr val="dk1"/>
                </a:solidFill>
                <a:latin typeface="Twentieth Century"/>
                <a:ea typeface="Twentieth Century"/>
                <a:cs typeface="Twentieth Century"/>
                <a:sym typeface="Twentieth Century"/>
              </a:rPr>
              <a:t> </a:t>
            </a:r>
            <a:r>
              <a:rPr lang="en-US" sz="2000" dirty="0" err="1">
                <a:solidFill>
                  <a:schemeClr val="dk1"/>
                </a:solidFill>
                <a:latin typeface="Twentieth Century"/>
                <a:ea typeface="Twentieth Century"/>
                <a:cs typeface="Twentieth Century"/>
                <a:sym typeface="Twentieth Century"/>
              </a:rPr>
              <a:t>selesaikan</a:t>
            </a:r>
            <a:r>
              <a:rPr lang="en-US" sz="2000" dirty="0">
                <a:solidFill>
                  <a:schemeClr val="dk1"/>
                </a:solidFill>
                <a:latin typeface="Twentieth Century"/>
                <a:ea typeface="Twentieth Century"/>
                <a:cs typeface="Twentieth Century"/>
                <a:sym typeface="Twentieth Century"/>
              </a:rPr>
              <a:t> </a:t>
            </a:r>
            <a:r>
              <a:rPr lang="en-US" sz="2000" dirty="0" err="1">
                <a:solidFill>
                  <a:schemeClr val="dk1"/>
                </a:solidFill>
                <a:latin typeface="Twentieth Century"/>
                <a:ea typeface="Twentieth Century"/>
                <a:cs typeface="Twentieth Century"/>
                <a:sym typeface="Twentieth Century"/>
              </a:rPr>
              <a:t>dengan</a:t>
            </a:r>
            <a:r>
              <a:rPr lang="en-US" sz="2000" dirty="0">
                <a:solidFill>
                  <a:schemeClr val="dk1"/>
                </a:solidFill>
                <a:latin typeface="Twentieth Century"/>
                <a:ea typeface="Twentieth Century"/>
                <a:cs typeface="Twentieth Century"/>
                <a:sym typeface="Twentieth Century"/>
              </a:rPr>
              <a:t> ML? </a:t>
            </a:r>
            <a:endParaRPr sz="2000" dirty="0">
              <a:solidFill>
                <a:schemeClr val="dk1"/>
              </a:solidFill>
              <a:latin typeface="Twentieth Century"/>
              <a:ea typeface="Twentieth Century"/>
              <a:cs typeface="Twentieth Century"/>
              <a:sym typeface="Twentieth Century"/>
            </a:endParaRPr>
          </a:p>
        </p:txBody>
      </p:sp>
      <p:sp>
        <p:nvSpPr>
          <p:cNvPr id="414" name="Google Shape;414;p22"/>
          <p:cNvSpPr/>
          <p:nvPr/>
        </p:nvSpPr>
        <p:spPr>
          <a:xfrm>
            <a:off x="3416968" y="876532"/>
            <a:ext cx="513346" cy="513346"/>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lt1"/>
                </a:solidFill>
                <a:latin typeface="Twentieth Century"/>
                <a:ea typeface="Twentieth Century"/>
                <a:cs typeface="Twentieth Century"/>
                <a:sym typeface="Twentieth Century"/>
              </a:rPr>
              <a:t>1</a:t>
            </a:r>
            <a:endParaRPr/>
          </a:p>
        </p:txBody>
      </p:sp>
      <p:sp>
        <p:nvSpPr>
          <p:cNvPr id="415" name="Google Shape;415;p22"/>
          <p:cNvSpPr/>
          <p:nvPr/>
        </p:nvSpPr>
        <p:spPr>
          <a:xfrm>
            <a:off x="4010526" y="1682698"/>
            <a:ext cx="7652084" cy="770022"/>
          </a:xfrm>
          <a:prstGeom prst="rect">
            <a:avLst/>
          </a:prstGeom>
          <a:solidFill>
            <a:srgbClr val="FCE2D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000" dirty="0" err="1">
                <a:solidFill>
                  <a:schemeClr val="dk1"/>
                </a:solidFill>
                <a:latin typeface="Twentieth Century"/>
                <a:ea typeface="Twentieth Century"/>
                <a:cs typeface="Twentieth Century"/>
                <a:sym typeface="Twentieth Century"/>
              </a:rPr>
              <a:t>Apakah</a:t>
            </a:r>
            <a:r>
              <a:rPr lang="en-US" sz="2000" dirty="0">
                <a:solidFill>
                  <a:schemeClr val="dk1"/>
                </a:solidFill>
                <a:latin typeface="Twentieth Century"/>
                <a:ea typeface="Twentieth Century"/>
                <a:cs typeface="Twentieth Century"/>
                <a:sym typeface="Twentieth Century"/>
              </a:rPr>
              <a:t> data yang </a:t>
            </a:r>
            <a:r>
              <a:rPr lang="en-US" sz="2000" dirty="0" err="1">
                <a:solidFill>
                  <a:schemeClr val="dk1"/>
                </a:solidFill>
                <a:latin typeface="Twentieth Century"/>
                <a:ea typeface="Twentieth Century"/>
                <a:cs typeface="Twentieth Century"/>
                <a:sym typeface="Twentieth Century"/>
              </a:rPr>
              <a:t>dikumpulkan</a:t>
            </a:r>
            <a:r>
              <a:rPr lang="en-US" sz="2000" dirty="0">
                <a:solidFill>
                  <a:schemeClr val="dk1"/>
                </a:solidFill>
                <a:latin typeface="Twentieth Century"/>
                <a:ea typeface="Twentieth Century"/>
                <a:cs typeface="Twentieth Century"/>
                <a:sym typeface="Twentieth Century"/>
              </a:rPr>
              <a:t> </a:t>
            </a:r>
            <a:r>
              <a:rPr lang="en-US" sz="2000" dirty="0" err="1">
                <a:solidFill>
                  <a:schemeClr val="dk1"/>
                </a:solidFill>
                <a:latin typeface="Twentieth Century"/>
                <a:ea typeface="Twentieth Century"/>
                <a:cs typeface="Twentieth Century"/>
                <a:sym typeface="Twentieth Century"/>
              </a:rPr>
              <a:t>dapat</a:t>
            </a:r>
            <a:r>
              <a:rPr lang="en-US" sz="2000" dirty="0">
                <a:solidFill>
                  <a:schemeClr val="dk1"/>
                </a:solidFill>
                <a:latin typeface="Twentieth Century"/>
                <a:ea typeface="Twentieth Century"/>
                <a:cs typeface="Twentieth Century"/>
                <a:sym typeface="Twentieth Century"/>
              </a:rPr>
              <a:t> </a:t>
            </a:r>
            <a:r>
              <a:rPr lang="en-US" sz="2000" dirty="0" err="1">
                <a:solidFill>
                  <a:schemeClr val="dk1"/>
                </a:solidFill>
                <a:latin typeface="Twentieth Century"/>
                <a:ea typeface="Twentieth Century"/>
                <a:cs typeface="Twentieth Century"/>
                <a:sym typeface="Twentieth Century"/>
              </a:rPr>
              <a:t>menjawab</a:t>
            </a:r>
            <a:r>
              <a:rPr lang="en-US" sz="2000" dirty="0">
                <a:solidFill>
                  <a:schemeClr val="dk1"/>
                </a:solidFill>
                <a:latin typeface="Twentieth Century"/>
                <a:ea typeface="Twentieth Century"/>
                <a:cs typeface="Twentieth Century"/>
                <a:sym typeface="Twentieth Century"/>
              </a:rPr>
              <a:t> </a:t>
            </a:r>
            <a:r>
              <a:rPr lang="en-US" sz="2000" dirty="0" err="1">
                <a:solidFill>
                  <a:schemeClr val="dk1"/>
                </a:solidFill>
                <a:latin typeface="Twentieth Century"/>
                <a:ea typeface="Twentieth Century"/>
                <a:cs typeface="Twentieth Century"/>
                <a:sym typeface="Twentieth Century"/>
              </a:rPr>
              <a:t>pertanyaan</a:t>
            </a:r>
            <a:r>
              <a:rPr lang="en-US" sz="2000" dirty="0">
                <a:solidFill>
                  <a:schemeClr val="dk1"/>
                </a:solidFill>
                <a:latin typeface="Twentieth Century"/>
                <a:ea typeface="Twentieth Century"/>
                <a:cs typeface="Twentieth Century"/>
                <a:sym typeface="Twentieth Century"/>
              </a:rPr>
              <a:t> </a:t>
            </a:r>
            <a:r>
              <a:rPr lang="en-US" sz="2000" dirty="0" err="1">
                <a:solidFill>
                  <a:schemeClr val="dk1"/>
                </a:solidFill>
                <a:latin typeface="Twentieth Century"/>
                <a:ea typeface="Twentieth Century"/>
                <a:cs typeface="Twentieth Century"/>
                <a:sym typeface="Twentieth Century"/>
              </a:rPr>
              <a:t>tersebut</a:t>
            </a:r>
            <a:r>
              <a:rPr lang="en-US" sz="2000" dirty="0">
                <a:solidFill>
                  <a:schemeClr val="dk1"/>
                </a:solidFill>
                <a:latin typeface="Twentieth Century"/>
                <a:ea typeface="Twentieth Century"/>
                <a:cs typeface="Twentieth Century"/>
                <a:sym typeface="Twentieth Century"/>
              </a:rPr>
              <a:t>?</a:t>
            </a:r>
            <a:endParaRPr sz="2000" dirty="0">
              <a:solidFill>
                <a:schemeClr val="dk1"/>
              </a:solidFill>
              <a:latin typeface="Twentieth Century"/>
              <a:ea typeface="Twentieth Century"/>
              <a:cs typeface="Twentieth Century"/>
              <a:sym typeface="Twentieth Century"/>
            </a:endParaRPr>
          </a:p>
        </p:txBody>
      </p:sp>
      <p:sp>
        <p:nvSpPr>
          <p:cNvPr id="416" name="Google Shape;416;p22"/>
          <p:cNvSpPr/>
          <p:nvPr/>
        </p:nvSpPr>
        <p:spPr>
          <a:xfrm>
            <a:off x="3416968" y="1811036"/>
            <a:ext cx="513346" cy="513346"/>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lt1"/>
                </a:solidFill>
                <a:latin typeface="Twentieth Century"/>
                <a:ea typeface="Twentieth Century"/>
                <a:cs typeface="Twentieth Century"/>
                <a:sym typeface="Twentieth Century"/>
              </a:rPr>
              <a:t>2</a:t>
            </a:r>
            <a:endParaRPr/>
          </a:p>
        </p:txBody>
      </p:sp>
      <p:sp>
        <p:nvSpPr>
          <p:cNvPr id="417" name="Google Shape;417;p22"/>
          <p:cNvSpPr/>
          <p:nvPr/>
        </p:nvSpPr>
        <p:spPr>
          <a:xfrm>
            <a:off x="4010526" y="2605225"/>
            <a:ext cx="7652084" cy="770022"/>
          </a:xfrm>
          <a:prstGeom prst="rect">
            <a:avLst/>
          </a:prstGeom>
          <a:solidFill>
            <a:srgbClr val="FCE2D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000" dirty="0" err="1">
                <a:solidFill>
                  <a:schemeClr val="dk1"/>
                </a:solidFill>
                <a:latin typeface="Twentieth Century"/>
                <a:ea typeface="Twentieth Century"/>
                <a:cs typeface="Twentieth Century"/>
                <a:sym typeface="Twentieth Century"/>
              </a:rPr>
              <a:t>Apakah</a:t>
            </a:r>
            <a:r>
              <a:rPr lang="en-US" sz="2000" dirty="0">
                <a:solidFill>
                  <a:schemeClr val="dk1"/>
                </a:solidFill>
                <a:latin typeface="Twentieth Century"/>
                <a:ea typeface="Twentieth Century"/>
                <a:cs typeface="Twentieth Century"/>
                <a:sym typeface="Twentieth Century"/>
              </a:rPr>
              <a:t> </a:t>
            </a:r>
            <a:r>
              <a:rPr lang="en-US" sz="2000" dirty="0" err="1">
                <a:solidFill>
                  <a:schemeClr val="dk1"/>
                </a:solidFill>
                <a:latin typeface="Twentieth Century"/>
                <a:ea typeface="Twentieth Century"/>
                <a:cs typeface="Twentieth Century"/>
                <a:sym typeface="Twentieth Century"/>
              </a:rPr>
              <a:t>saya</a:t>
            </a:r>
            <a:r>
              <a:rPr lang="en-US" sz="2000" dirty="0">
                <a:solidFill>
                  <a:schemeClr val="dk1"/>
                </a:solidFill>
                <a:latin typeface="Twentieth Century"/>
                <a:ea typeface="Twentieth Century"/>
                <a:cs typeface="Twentieth Century"/>
                <a:sym typeface="Twentieth Century"/>
              </a:rPr>
              <a:t> </a:t>
            </a:r>
            <a:r>
              <a:rPr lang="en-US" sz="2000" dirty="0" err="1">
                <a:solidFill>
                  <a:schemeClr val="dk1"/>
                </a:solidFill>
                <a:latin typeface="Twentieth Century"/>
                <a:ea typeface="Twentieth Century"/>
                <a:cs typeface="Twentieth Century"/>
                <a:sym typeface="Twentieth Century"/>
              </a:rPr>
              <a:t>sudah</a:t>
            </a:r>
            <a:r>
              <a:rPr lang="en-US" sz="2000" dirty="0">
                <a:solidFill>
                  <a:schemeClr val="dk1"/>
                </a:solidFill>
                <a:latin typeface="Twentieth Century"/>
                <a:ea typeface="Twentieth Century"/>
                <a:cs typeface="Twentieth Century"/>
                <a:sym typeface="Twentieth Century"/>
              </a:rPr>
              <a:t> </a:t>
            </a:r>
            <a:r>
              <a:rPr lang="en-US" sz="2000" dirty="0" err="1">
                <a:solidFill>
                  <a:schemeClr val="dk1"/>
                </a:solidFill>
                <a:latin typeface="Twentieth Century"/>
                <a:ea typeface="Twentieth Century"/>
                <a:cs typeface="Twentieth Century"/>
                <a:sym typeface="Twentieth Century"/>
              </a:rPr>
              <a:t>mengumpulkan</a:t>
            </a:r>
            <a:r>
              <a:rPr lang="en-US" sz="2000" dirty="0">
                <a:solidFill>
                  <a:schemeClr val="dk1"/>
                </a:solidFill>
                <a:latin typeface="Twentieth Century"/>
                <a:ea typeface="Twentieth Century"/>
                <a:cs typeface="Twentieth Century"/>
                <a:sym typeface="Twentieth Century"/>
              </a:rPr>
              <a:t> </a:t>
            </a:r>
            <a:r>
              <a:rPr lang="en-US" sz="2000" dirty="0" err="1">
                <a:solidFill>
                  <a:schemeClr val="dk1"/>
                </a:solidFill>
                <a:latin typeface="Twentieth Century"/>
                <a:ea typeface="Twentieth Century"/>
                <a:cs typeface="Twentieth Century"/>
                <a:sym typeface="Twentieth Century"/>
              </a:rPr>
              <a:t>cukup</a:t>
            </a:r>
            <a:r>
              <a:rPr lang="en-US" sz="2000" dirty="0">
                <a:solidFill>
                  <a:schemeClr val="dk1"/>
                </a:solidFill>
                <a:latin typeface="Twentieth Century"/>
                <a:ea typeface="Twentieth Century"/>
                <a:cs typeface="Twentieth Century"/>
                <a:sym typeface="Twentieth Century"/>
              </a:rPr>
              <a:t> data </a:t>
            </a:r>
            <a:r>
              <a:rPr lang="en-US" sz="2000" dirty="0" err="1">
                <a:solidFill>
                  <a:schemeClr val="dk1"/>
                </a:solidFill>
                <a:latin typeface="Twentieth Century"/>
                <a:ea typeface="Twentieth Century"/>
                <a:cs typeface="Twentieth Century"/>
                <a:sym typeface="Twentieth Century"/>
              </a:rPr>
              <a:t>untuk</a:t>
            </a:r>
            <a:r>
              <a:rPr lang="en-US" sz="2000" dirty="0">
                <a:solidFill>
                  <a:schemeClr val="dk1"/>
                </a:solidFill>
                <a:latin typeface="Twentieth Century"/>
                <a:ea typeface="Twentieth Century"/>
                <a:cs typeface="Twentieth Century"/>
                <a:sym typeface="Twentieth Century"/>
              </a:rPr>
              <a:t> </a:t>
            </a:r>
            <a:r>
              <a:rPr lang="en-US" sz="2000" dirty="0" err="1">
                <a:solidFill>
                  <a:schemeClr val="dk1"/>
                </a:solidFill>
                <a:latin typeface="Twentieth Century"/>
                <a:ea typeface="Twentieth Century"/>
                <a:cs typeface="Twentieth Century"/>
                <a:sym typeface="Twentieth Century"/>
              </a:rPr>
              <a:t>mewakili</a:t>
            </a:r>
            <a:r>
              <a:rPr lang="en-US" sz="2000" dirty="0">
                <a:solidFill>
                  <a:schemeClr val="dk1"/>
                </a:solidFill>
                <a:latin typeface="Twentieth Century"/>
                <a:ea typeface="Twentieth Century"/>
                <a:cs typeface="Twentieth Century"/>
                <a:sym typeface="Twentieth Century"/>
              </a:rPr>
              <a:t> </a:t>
            </a:r>
            <a:r>
              <a:rPr lang="en-US" sz="2000" dirty="0" err="1">
                <a:solidFill>
                  <a:schemeClr val="dk1"/>
                </a:solidFill>
                <a:latin typeface="Twentieth Century"/>
                <a:ea typeface="Twentieth Century"/>
                <a:cs typeface="Twentieth Century"/>
                <a:sym typeface="Twentieth Century"/>
              </a:rPr>
              <a:t>masalah</a:t>
            </a:r>
            <a:r>
              <a:rPr lang="en-US" sz="2000" dirty="0">
                <a:solidFill>
                  <a:schemeClr val="dk1"/>
                </a:solidFill>
                <a:latin typeface="Twentieth Century"/>
                <a:ea typeface="Twentieth Century"/>
                <a:cs typeface="Twentieth Century"/>
                <a:sym typeface="Twentieth Century"/>
              </a:rPr>
              <a:t> yang </a:t>
            </a:r>
            <a:r>
              <a:rPr lang="en-US" sz="2000" dirty="0" err="1">
                <a:solidFill>
                  <a:schemeClr val="dk1"/>
                </a:solidFill>
                <a:latin typeface="Twentieth Century"/>
                <a:ea typeface="Twentieth Century"/>
                <a:cs typeface="Twentieth Century"/>
                <a:sym typeface="Twentieth Century"/>
              </a:rPr>
              <a:t>ingin</a:t>
            </a:r>
            <a:r>
              <a:rPr lang="en-US" sz="2000" dirty="0">
                <a:solidFill>
                  <a:schemeClr val="dk1"/>
                </a:solidFill>
                <a:latin typeface="Twentieth Century"/>
                <a:ea typeface="Twentieth Century"/>
                <a:cs typeface="Twentieth Century"/>
                <a:sym typeface="Twentieth Century"/>
              </a:rPr>
              <a:t> </a:t>
            </a:r>
            <a:r>
              <a:rPr lang="en-US" sz="2000" dirty="0" err="1">
                <a:solidFill>
                  <a:schemeClr val="dk1"/>
                </a:solidFill>
                <a:latin typeface="Twentieth Century"/>
                <a:ea typeface="Twentieth Century"/>
                <a:cs typeface="Twentieth Century"/>
                <a:sym typeface="Twentieth Century"/>
              </a:rPr>
              <a:t>saya</a:t>
            </a:r>
            <a:r>
              <a:rPr lang="en-US" sz="2000" dirty="0">
                <a:solidFill>
                  <a:schemeClr val="dk1"/>
                </a:solidFill>
                <a:latin typeface="Twentieth Century"/>
                <a:ea typeface="Twentieth Century"/>
                <a:cs typeface="Twentieth Century"/>
                <a:sym typeface="Twentieth Century"/>
              </a:rPr>
              <a:t> </a:t>
            </a:r>
            <a:r>
              <a:rPr lang="en-US" sz="2000" dirty="0" err="1">
                <a:solidFill>
                  <a:schemeClr val="dk1"/>
                </a:solidFill>
                <a:latin typeface="Twentieth Century"/>
                <a:ea typeface="Twentieth Century"/>
                <a:cs typeface="Twentieth Century"/>
                <a:sym typeface="Twentieth Century"/>
              </a:rPr>
              <a:t>selesaikan</a:t>
            </a:r>
            <a:r>
              <a:rPr lang="en-US" sz="2000" dirty="0">
                <a:solidFill>
                  <a:schemeClr val="dk1"/>
                </a:solidFill>
                <a:latin typeface="Twentieth Century"/>
                <a:ea typeface="Twentieth Century"/>
                <a:cs typeface="Twentieth Century"/>
                <a:sym typeface="Twentieth Century"/>
              </a:rPr>
              <a:t>? </a:t>
            </a:r>
            <a:endParaRPr dirty="0"/>
          </a:p>
        </p:txBody>
      </p:sp>
      <p:sp>
        <p:nvSpPr>
          <p:cNvPr id="418" name="Google Shape;418;p22"/>
          <p:cNvSpPr/>
          <p:nvPr/>
        </p:nvSpPr>
        <p:spPr>
          <a:xfrm>
            <a:off x="3416968" y="2733563"/>
            <a:ext cx="513346" cy="513346"/>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lt1"/>
                </a:solidFill>
                <a:latin typeface="Twentieth Century"/>
                <a:ea typeface="Twentieth Century"/>
                <a:cs typeface="Twentieth Century"/>
                <a:sym typeface="Twentieth Century"/>
              </a:rPr>
              <a:t>3</a:t>
            </a:r>
            <a:endParaRPr/>
          </a:p>
        </p:txBody>
      </p:sp>
      <p:sp>
        <p:nvSpPr>
          <p:cNvPr id="419" name="Google Shape;419;p22"/>
          <p:cNvSpPr/>
          <p:nvPr/>
        </p:nvSpPr>
        <p:spPr>
          <a:xfrm>
            <a:off x="4010526" y="3539729"/>
            <a:ext cx="7652084" cy="770022"/>
          </a:xfrm>
          <a:prstGeom prst="rect">
            <a:avLst/>
          </a:prstGeom>
          <a:solidFill>
            <a:srgbClr val="FCE2D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000">
                <a:solidFill>
                  <a:schemeClr val="dk1"/>
                </a:solidFill>
                <a:latin typeface="Twentieth Century"/>
                <a:ea typeface="Twentieth Century"/>
                <a:cs typeface="Twentieth Century"/>
                <a:sym typeface="Twentieth Century"/>
              </a:rPr>
              <a:t>Fitur data apa yang saya ekstrak, dan apakah ini akan memungkinkan prediksi yang tepat?</a:t>
            </a:r>
            <a:endParaRPr sz="2000">
              <a:solidFill>
                <a:schemeClr val="dk1"/>
              </a:solidFill>
              <a:latin typeface="Twentieth Century"/>
              <a:ea typeface="Twentieth Century"/>
              <a:cs typeface="Twentieth Century"/>
              <a:sym typeface="Twentieth Century"/>
            </a:endParaRPr>
          </a:p>
        </p:txBody>
      </p:sp>
      <p:sp>
        <p:nvSpPr>
          <p:cNvPr id="420" name="Google Shape;420;p22"/>
          <p:cNvSpPr/>
          <p:nvPr/>
        </p:nvSpPr>
        <p:spPr>
          <a:xfrm>
            <a:off x="3416968" y="3668067"/>
            <a:ext cx="513346" cy="513346"/>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lt1"/>
                </a:solidFill>
                <a:latin typeface="Twentieth Century"/>
                <a:ea typeface="Twentieth Century"/>
                <a:cs typeface="Twentieth Century"/>
                <a:sym typeface="Twentieth Century"/>
              </a:rPr>
              <a:t>4</a:t>
            </a:r>
            <a:endParaRPr/>
          </a:p>
        </p:txBody>
      </p:sp>
      <p:sp>
        <p:nvSpPr>
          <p:cNvPr id="421" name="Google Shape;421;p22"/>
          <p:cNvSpPr/>
          <p:nvPr/>
        </p:nvSpPr>
        <p:spPr>
          <a:xfrm>
            <a:off x="4010526" y="4474233"/>
            <a:ext cx="7652084" cy="770022"/>
          </a:xfrm>
          <a:prstGeom prst="rect">
            <a:avLst/>
          </a:prstGeom>
          <a:solidFill>
            <a:srgbClr val="FCE2D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000">
                <a:solidFill>
                  <a:schemeClr val="dk1"/>
                </a:solidFill>
                <a:latin typeface="Twentieth Century"/>
                <a:ea typeface="Twentieth Century"/>
                <a:cs typeface="Twentieth Century"/>
                <a:sym typeface="Twentieth Century"/>
              </a:rPr>
              <a:t>Bagaimana cara mengukur keberhasilan aplikasi saya?</a:t>
            </a:r>
            <a:endParaRPr sz="2000">
              <a:solidFill>
                <a:schemeClr val="dk1"/>
              </a:solidFill>
              <a:latin typeface="Twentieth Century"/>
              <a:ea typeface="Twentieth Century"/>
              <a:cs typeface="Twentieth Century"/>
              <a:sym typeface="Twentieth Century"/>
            </a:endParaRPr>
          </a:p>
        </p:txBody>
      </p:sp>
      <p:sp>
        <p:nvSpPr>
          <p:cNvPr id="422" name="Google Shape;422;p22"/>
          <p:cNvSpPr/>
          <p:nvPr/>
        </p:nvSpPr>
        <p:spPr>
          <a:xfrm>
            <a:off x="3416968" y="4602571"/>
            <a:ext cx="513346" cy="513346"/>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lt1"/>
                </a:solidFill>
                <a:latin typeface="Twentieth Century"/>
                <a:ea typeface="Twentieth Century"/>
                <a:cs typeface="Twentieth Century"/>
                <a:sym typeface="Twentieth Century"/>
              </a:rPr>
              <a:t>5</a:t>
            </a:r>
            <a:endParaRPr/>
          </a:p>
        </p:txBody>
      </p:sp>
      <p:sp>
        <p:nvSpPr>
          <p:cNvPr id="423" name="Google Shape;423;p22"/>
          <p:cNvSpPr/>
          <p:nvPr/>
        </p:nvSpPr>
        <p:spPr>
          <a:xfrm>
            <a:off x="4010526" y="5408737"/>
            <a:ext cx="7652084" cy="770022"/>
          </a:xfrm>
          <a:prstGeom prst="rect">
            <a:avLst/>
          </a:prstGeom>
          <a:solidFill>
            <a:srgbClr val="FCE2D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000">
                <a:solidFill>
                  <a:schemeClr val="dk1"/>
                </a:solidFill>
                <a:latin typeface="Twentieth Century"/>
                <a:ea typeface="Twentieth Century"/>
                <a:cs typeface="Twentieth Century"/>
                <a:sym typeface="Twentieth Century"/>
              </a:rPr>
              <a:t>Bagaimana solusi ML akan berinteraksi dengan bagian lain dari penelitian atau produk bisnis saya?</a:t>
            </a:r>
            <a:endParaRPr sz="2000">
              <a:solidFill>
                <a:schemeClr val="dk1"/>
              </a:solidFill>
              <a:latin typeface="Twentieth Century"/>
              <a:ea typeface="Twentieth Century"/>
              <a:cs typeface="Twentieth Century"/>
              <a:sym typeface="Twentieth Century"/>
            </a:endParaRPr>
          </a:p>
        </p:txBody>
      </p:sp>
      <p:sp>
        <p:nvSpPr>
          <p:cNvPr id="424" name="Google Shape;424;p22"/>
          <p:cNvSpPr/>
          <p:nvPr/>
        </p:nvSpPr>
        <p:spPr>
          <a:xfrm>
            <a:off x="3416968" y="5537075"/>
            <a:ext cx="513346" cy="513346"/>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lt1"/>
                </a:solidFill>
                <a:latin typeface="Twentieth Century"/>
                <a:ea typeface="Twentieth Century"/>
                <a:cs typeface="Twentieth Century"/>
                <a:sym typeface="Twentieth Century"/>
              </a:rPr>
              <a:t>6</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23"/>
          <p:cNvSpPr txBox="1">
            <a:spLocks noGrp="1"/>
          </p:cNvSpPr>
          <p:nvPr>
            <p:ph type="ctrTitle"/>
          </p:nvPr>
        </p:nvSpPr>
        <p:spPr>
          <a:xfrm>
            <a:off x="2333732" y="2541902"/>
            <a:ext cx="3048000" cy="1768845"/>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Twentieth Century"/>
              <a:buNone/>
            </a:pPr>
            <a:r>
              <a:rPr lang="en-US"/>
              <a:t>Terima</a:t>
            </a:r>
            <a:br>
              <a:rPr lang="en-US"/>
            </a:br>
            <a:r>
              <a:rPr lang="en-US"/>
              <a:t>Kasih</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Nilai</a:t>
            </a:r>
            <a:r>
              <a:rPr lang="en-US" dirty="0" smtClean="0"/>
              <a:t> </a:t>
            </a:r>
            <a:r>
              <a:rPr lang="en-US" dirty="0" err="1" smtClean="0"/>
              <a:t>Tambah</a:t>
            </a:r>
            <a:endParaRPr lang="en-US" dirty="0"/>
          </a:p>
        </p:txBody>
      </p:sp>
      <p:sp>
        <p:nvSpPr>
          <p:cNvPr id="3" name="Text Placeholder 2"/>
          <p:cNvSpPr>
            <a:spLocks noGrp="1"/>
          </p:cNvSpPr>
          <p:nvPr>
            <p:ph type="body" idx="1"/>
          </p:nvPr>
        </p:nvSpPr>
        <p:spPr/>
        <p:txBody>
          <a:bodyPr/>
          <a:lstStyle/>
          <a:p>
            <a:r>
              <a:rPr lang="en-US" dirty="0" smtClean="0"/>
              <a:t>20240801102 – </a:t>
            </a:r>
            <a:r>
              <a:rPr lang="en-US" dirty="0" err="1" smtClean="0"/>
              <a:t>Ilham</a:t>
            </a:r>
            <a:r>
              <a:rPr lang="en-US" dirty="0" smtClean="0"/>
              <a:t> </a:t>
            </a:r>
            <a:r>
              <a:rPr lang="en-US" dirty="0" err="1" smtClean="0"/>
              <a:t>Firmansyah</a:t>
            </a:r>
            <a:endParaRPr lang="en-US" dirty="0" smtClean="0"/>
          </a:p>
          <a:p>
            <a:r>
              <a:rPr lang="en-US" dirty="0" smtClean="0"/>
              <a:t>20230801001Radith </a:t>
            </a:r>
            <a:r>
              <a:rPr lang="en-US" dirty="0" err="1" smtClean="0"/>
              <a:t>Yafi</a:t>
            </a:r>
            <a:r>
              <a:rPr lang="en-US" dirty="0" smtClean="0"/>
              <a:t> Valerian</a:t>
            </a:r>
          </a:p>
          <a:p>
            <a:r>
              <a:rPr lang="en-US" dirty="0" smtClean="0"/>
              <a:t>20240801067 Muhammad </a:t>
            </a:r>
            <a:r>
              <a:rPr lang="en-US" dirty="0" err="1" smtClean="0"/>
              <a:t>aliff</a:t>
            </a:r>
            <a:r>
              <a:rPr lang="en-US" dirty="0" smtClean="0"/>
              <a:t> al </a:t>
            </a:r>
            <a:r>
              <a:rPr lang="en-US" dirty="0" err="1" smtClean="0"/>
              <a:t>fitroh</a:t>
            </a:r>
            <a:endParaRPr lang="en-US" dirty="0" smtClean="0"/>
          </a:p>
          <a:p>
            <a:r>
              <a:rPr lang="en-US" dirty="0" smtClean="0"/>
              <a:t>20230801109 – </a:t>
            </a:r>
            <a:r>
              <a:rPr lang="en-US" dirty="0" err="1" smtClean="0"/>
              <a:t>Fransiskus</a:t>
            </a:r>
            <a:r>
              <a:rPr lang="en-US" dirty="0" smtClean="0"/>
              <a:t> </a:t>
            </a:r>
            <a:r>
              <a:rPr lang="en-US" dirty="0" err="1" smtClean="0"/>
              <a:t>Desales</a:t>
            </a:r>
            <a:r>
              <a:rPr lang="en-US" dirty="0" smtClean="0"/>
              <a:t> </a:t>
            </a:r>
            <a:r>
              <a:rPr lang="en-US" dirty="0" err="1" smtClean="0"/>
              <a:t>Bayu</a:t>
            </a:r>
            <a:r>
              <a:rPr lang="en-US" dirty="0" smtClean="0"/>
              <a:t> </a:t>
            </a:r>
            <a:r>
              <a:rPr lang="en-US" dirty="0" err="1" smtClean="0"/>
              <a:t>Priatmoko</a:t>
            </a:r>
            <a:endParaRPr lang="en-US" dirty="0" smtClean="0"/>
          </a:p>
          <a:p>
            <a:r>
              <a:rPr lang="en-US" dirty="0" smtClean="0"/>
              <a:t>20230801081 – </a:t>
            </a:r>
            <a:r>
              <a:rPr lang="en-US" dirty="0" err="1" smtClean="0"/>
              <a:t>Faiz</a:t>
            </a:r>
            <a:r>
              <a:rPr lang="en-US" dirty="0" smtClean="0"/>
              <a:t> </a:t>
            </a:r>
            <a:r>
              <a:rPr lang="en-US" dirty="0" err="1" smtClean="0"/>
              <a:t>Izaz</a:t>
            </a:r>
            <a:r>
              <a:rPr lang="en-US" dirty="0" smtClean="0"/>
              <a:t> </a:t>
            </a:r>
            <a:r>
              <a:rPr lang="en-US" dirty="0" err="1" smtClean="0"/>
              <a:t>Fathoni</a:t>
            </a:r>
            <a:endParaRPr lang="en-US" dirty="0"/>
          </a:p>
        </p:txBody>
      </p:sp>
      <p:sp>
        <p:nvSpPr>
          <p:cNvPr id="4" name="Text Placeholder 3"/>
          <p:cNvSpPr>
            <a:spLocks noGrp="1"/>
          </p:cNvSpPr>
          <p:nvPr>
            <p:ph type="body" idx="2"/>
          </p:nvPr>
        </p:nvSpPr>
        <p:spPr/>
        <p:txBody>
          <a:bodyPr/>
          <a:lstStyle/>
          <a:p>
            <a:endParaRPr lang="en-US"/>
          </a:p>
        </p:txBody>
      </p:sp>
    </p:spTree>
    <p:extLst>
      <p:ext uri="{BB962C8B-B14F-4D97-AF65-F5344CB8AC3E}">
        <p14:creationId xmlns:p14="http://schemas.microsoft.com/office/powerpoint/2010/main" val="531088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theme/theme1.xml><?xml version="1.0" encoding="utf-8"?>
<a:theme xmlns:a="http://schemas.openxmlformats.org/drawingml/2006/main" name="1_Office Theme">
  <a:themeElements>
    <a:clrScheme name="UEU Color">
      <a:dk1>
        <a:srgbClr val="363636"/>
      </a:dk1>
      <a:lt1>
        <a:srgbClr val="FFFFFF"/>
      </a:lt1>
      <a:dk2>
        <a:srgbClr val="0E60AC"/>
      </a:dk2>
      <a:lt2>
        <a:srgbClr val="F2F2F2"/>
      </a:lt2>
      <a:accent1>
        <a:srgbClr val="EF7220"/>
      </a:accent1>
      <a:accent2>
        <a:srgbClr val="F5AA79"/>
      </a:accent2>
      <a:accent3>
        <a:srgbClr val="0E60AC"/>
      </a:accent3>
      <a:accent4>
        <a:srgbClr val="87C0F5"/>
      </a:accent4>
      <a:accent5>
        <a:srgbClr val="C3DFFA"/>
      </a:accent5>
      <a:accent6>
        <a:srgbClr val="D8D8D8"/>
      </a:accent6>
      <a:hlink>
        <a:srgbClr val="EF7220"/>
      </a:hlink>
      <a:folHlink>
        <a:srgbClr val="EF722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TotalTime>
  <Words>865</Words>
  <Application>Microsoft Office PowerPoint</Application>
  <PresentationFormat>Widescreen</PresentationFormat>
  <Paragraphs>79</Paragraphs>
  <Slides>24</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Tw Cen MT</vt:lpstr>
      <vt:lpstr>Twentieth Century</vt:lpstr>
      <vt:lpstr>1_Office Theme</vt:lpstr>
      <vt:lpstr>Machine Learning</vt:lpstr>
      <vt:lpstr>PowerPoint Presentation</vt:lpstr>
      <vt:lpstr>PowerPoint Presentation</vt:lpstr>
      <vt:lpstr>PowerPoint Presentation</vt:lpstr>
      <vt:lpstr>PowerPoint Presentation</vt:lpstr>
      <vt:lpstr>Supervised Learning vs Unsupervised Learning</vt:lpstr>
      <vt:lpstr>Apa Itu Supervised Learning?</vt:lpstr>
      <vt:lpstr>PowerPoint Presentation</vt:lpstr>
      <vt:lpstr>PowerPoint Presentation</vt:lpstr>
      <vt:lpstr>PowerPoint Presentation</vt:lpstr>
      <vt:lpstr>Masalah yang dapat Dipecahkan Supervised ML</vt:lpstr>
      <vt:lpstr>PowerPoint Presentation</vt:lpstr>
      <vt:lpstr>PowerPoint Presentation</vt:lpstr>
      <vt:lpstr>PowerPoint Presentation</vt:lpstr>
      <vt:lpstr>Apa Itu Unsupervised Learning?</vt:lpstr>
      <vt:lpstr>PowerPoint Presentation</vt:lpstr>
      <vt:lpstr>Masalah yang dapat Dipecahkan Unsupervised ML</vt:lpstr>
      <vt:lpstr>PowerPoint Presentation</vt:lpstr>
      <vt:lpstr>PowerPoint Presentation</vt:lpstr>
      <vt:lpstr>PowerPoint Presentation</vt:lpstr>
      <vt:lpstr>PowerPoint Presentation</vt:lpstr>
      <vt:lpstr>Solusi ML, Pertanyaan Berikut Harus Dapat Anda Jawab:</vt:lpstr>
      <vt:lpstr>Terima Kasih</vt:lpstr>
      <vt:lpstr>Nilai Tambah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dc:title>
  <dc:creator>HP</dc:creator>
  <cp:lastModifiedBy>UEU</cp:lastModifiedBy>
  <cp:revision>4</cp:revision>
  <dcterms:created xsi:type="dcterms:W3CDTF">2023-10-03T06:37:44Z</dcterms:created>
  <dcterms:modified xsi:type="dcterms:W3CDTF">2026-04-10T02:15:16Z</dcterms:modified>
</cp:coreProperties>
</file>